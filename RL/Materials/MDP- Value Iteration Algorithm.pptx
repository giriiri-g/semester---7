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877" r:id="rId2"/>
    <p:sldId id="1207" r:id="rId3"/>
    <p:sldId id="1208" r:id="rId4"/>
    <p:sldId id="1209" r:id="rId5"/>
    <p:sldId id="1210" r:id="rId6"/>
    <p:sldId id="1211" r:id="rId7"/>
    <p:sldId id="1212" r:id="rId8"/>
    <p:sldId id="1215" r:id="rId9"/>
    <p:sldId id="1216" r:id="rId10"/>
    <p:sldId id="1217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71" r:id="rId20"/>
    <p:sldId id="278" r:id="rId21"/>
    <p:sldId id="279" r:id="rId22"/>
    <p:sldId id="284" r:id="rId23"/>
    <p:sldId id="1222" r:id="rId24"/>
    <p:sldId id="285" r:id="rId25"/>
    <p:sldId id="286" r:id="rId26"/>
    <p:sldId id="1219" r:id="rId27"/>
    <p:sldId id="287" r:id="rId28"/>
    <p:sldId id="1218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6" r:id="rId46"/>
    <p:sldId id="317" r:id="rId47"/>
    <p:sldId id="318" r:id="rId48"/>
    <p:sldId id="319" r:id="rId49"/>
    <p:sldId id="1118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etha M" initials="GM" lastIdx="1" clrIdx="0">
    <p:extLst>
      <p:ext uri="{19B8F6BF-5375-455C-9EA6-DF929625EA0E}">
        <p15:presenceInfo xmlns:p15="http://schemas.microsoft.com/office/powerpoint/2012/main" userId="Geetha 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9FB"/>
    <a:srgbClr val="FED9FF"/>
    <a:srgbClr val="FAD8FE"/>
    <a:srgbClr val="FDD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openxmlformats.org/officeDocument/2006/relationships/customXml" Target="../customXml/item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78E88-302C-457E-BDC4-2DC4E135B8EE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E30E6-9EB3-46B3-B453-23E1904B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737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E30E6-9EB3-46B3-B453-23E1904BDDC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980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3C7B1-3372-48B0-BF9A-E8B0D66A9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9325F-848E-4674-8D14-AA3DA16C8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54100-98DF-4A28-9BF8-E86A1F560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A7BDE-1137-4A98-9219-707F2079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8E49A-5440-4FE1-ABC5-11FC4190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605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F1B5E-9785-4FD7-B155-7D3ADCFE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1AD12-433F-482B-92DA-90AD36D07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5F635-AD31-49AF-8FCA-EF5F0AC05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DAFEA-B36F-47E4-A744-9D16E14B8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7B23C-846F-4701-98E1-2AA30C0D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40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BDC06-3088-42D2-8F40-6F480CF96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B074A-999D-4600-B4D0-6055B1583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FD8D0-4BD8-4161-9F83-D5FFB51B4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A84EC-C363-4961-BCB0-1E75C9812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90A75-1335-4BC4-ADE6-3D6153CCF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30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7FFD6-2DBE-4606-BC7E-6ECC83E0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BFD17-4941-45D0-A94B-825AEA8AE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85B78-E08B-4674-BA2D-C6D0AD958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DB4DE-C6E0-43C0-9C5C-5CBAFA9C4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DF757-A17B-4E7E-95EC-C3D1684A0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9B607-D2B7-4A58-889B-3D7FE1C3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4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D72F9-2F59-4973-B3FF-FD6DCE55A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2186A-852B-49CE-80A8-CEB575536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9C702-86B5-4E2F-A57A-E860E2EE8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DA572B-349B-4A78-AAE0-D48A5298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CCFEC-E740-4761-88D9-107254DA4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083EEB-A8CC-4F87-A568-4AA732FBC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D8D871-7F1F-474C-BE07-B566FE466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C8DB53-8474-4095-AA09-B4C2F488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8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09624-20AB-4018-936C-C64A1B463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54839-3857-4F43-8B7C-D63BB44A6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E522D-D444-4666-9DD4-01033EC3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33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1D9F-4466-4F53-9AAB-E3E815147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CA21C-A89D-4EEA-B9E4-6F3FDC765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C4D00-53E7-4681-9B2D-2952E2657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450E1-7C11-4EC1-A8C1-117BC4E6D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CD824-36FA-4CFB-97E7-23693B101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33C2F-7EAC-4ACD-A23F-E23737405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364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79157-5C58-4242-A86F-98463F57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E5E7F4-367D-4208-B3DC-182274CDE1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C56A5B-B6AD-4097-932C-3E8E77F3F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D7ED9-C05E-47C0-8B7E-E2B1DF5B4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5CA0B-359F-4C2E-AD7C-45E2CBB16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F037C-C980-4AF7-9C32-929CBBF0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F787-CF72-4AD9-A2E9-4BCE3AE4E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2738F-6BE8-40A6-91A4-84C9E66F2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BFD6E-B51C-4B6D-8974-650D504EF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54563-0E79-4042-B36B-F0899591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FB683-83FB-43F1-924F-C37D43EE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280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F15FDF-F601-41FD-8F1B-59A9F5EE3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8A3654-1792-4F83-B64D-233B5E88E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5986C-C991-4F3D-9CBA-F6544A8B2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8F46D-1102-469C-8ADF-2CF3A74C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B3704-AEE5-43AD-99BA-0AFCAC4C1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575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dirty="0">
                <a:latin typeface="Arial"/>
                <a:cs typeface="Arial"/>
              </a:rPr>
              <a:t>‹#›</a:t>
            </a:fld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192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01954" y="1625720"/>
            <a:ext cx="3246754" cy="3623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dirty="0">
                <a:latin typeface="Arial"/>
                <a:cs typeface="Arial"/>
              </a:rPr>
              <a:t>‹#›</a:t>
            </a:fld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5400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84A66-1229-4ED6-A9D1-8F02E8148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B1AC7-8752-4D00-B2A2-8AB4F1C01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92777"/>
            <a:ext cx="10515600" cy="5184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8661F-0625-4389-83BE-429476154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141DB-7750-451B-A040-0A3D20C5A8E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2604A-DE26-4FC2-8337-AF8A963C9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BA0C0-1904-41CE-9E06-BC9E5A69A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703A67-7610-4F30-9DA1-29E339510F05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369932"/>
            <a:ext cx="12218977" cy="521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4CC57E-CE71-4F72-B89D-034E1FBAC5C9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54" y="6490361"/>
            <a:ext cx="1781941" cy="31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1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17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7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5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17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4.jpg"/><Relationship Id="rId11" Type="http://schemas.openxmlformats.org/officeDocument/2006/relationships/image" Target="../media/image89.png"/><Relationship Id="rId5" Type="http://schemas.openxmlformats.org/officeDocument/2006/relationships/image" Target="../media/image83.jpg"/><Relationship Id="rId15" Type="http://schemas.openxmlformats.org/officeDocument/2006/relationships/image" Target="../media/image92.jp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4.jpg"/><Relationship Id="rId3" Type="http://schemas.openxmlformats.org/officeDocument/2006/relationships/image" Target="../media/image81.png"/><Relationship Id="rId7" Type="http://schemas.openxmlformats.org/officeDocument/2006/relationships/image" Target="../media/image87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3.jp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jpg"/><Relationship Id="rId9" Type="http://schemas.openxmlformats.org/officeDocument/2006/relationships/image" Target="../media/image89.png"/><Relationship Id="rId14" Type="http://schemas.openxmlformats.org/officeDocument/2006/relationships/image" Target="../media/image92.jp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6.jpg"/><Relationship Id="rId3" Type="http://schemas.openxmlformats.org/officeDocument/2006/relationships/image" Target="../media/image81.png"/><Relationship Id="rId7" Type="http://schemas.openxmlformats.org/officeDocument/2006/relationships/image" Target="../media/image87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6.png"/><Relationship Id="rId11" Type="http://schemas.openxmlformats.org/officeDocument/2006/relationships/image" Target="../media/image95.jpg"/><Relationship Id="rId5" Type="http://schemas.openxmlformats.org/officeDocument/2006/relationships/image" Target="../media/image85.png"/><Relationship Id="rId15" Type="http://schemas.openxmlformats.org/officeDocument/2006/relationships/image" Target="../media/image91.png"/><Relationship Id="rId10" Type="http://schemas.openxmlformats.org/officeDocument/2006/relationships/image" Target="../media/image90.png"/><Relationship Id="rId4" Type="http://schemas.openxmlformats.org/officeDocument/2006/relationships/image" Target="../media/image84.jpg"/><Relationship Id="rId9" Type="http://schemas.openxmlformats.org/officeDocument/2006/relationships/image" Target="../media/image89.png"/><Relationship Id="rId14" Type="http://schemas.openxmlformats.org/officeDocument/2006/relationships/image" Target="../media/image92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8.jpg"/><Relationship Id="rId3" Type="http://schemas.openxmlformats.org/officeDocument/2006/relationships/image" Target="../media/image81.png"/><Relationship Id="rId7" Type="http://schemas.openxmlformats.org/officeDocument/2006/relationships/image" Target="../media/image87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6.png"/><Relationship Id="rId11" Type="http://schemas.openxmlformats.org/officeDocument/2006/relationships/image" Target="../media/image97.png"/><Relationship Id="rId5" Type="http://schemas.openxmlformats.org/officeDocument/2006/relationships/image" Target="../media/image85.png"/><Relationship Id="rId15" Type="http://schemas.openxmlformats.org/officeDocument/2006/relationships/image" Target="../media/image91.png"/><Relationship Id="rId10" Type="http://schemas.openxmlformats.org/officeDocument/2006/relationships/image" Target="../media/image90.png"/><Relationship Id="rId4" Type="http://schemas.openxmlformats.org/officeDocument/2006/relationships/image" Target="../media/image84.jpg"/><Relationship Id="rId9" Type="http://schemas.openxmlformats.org/officeDocument/2006/relationships/image" Target="../media/image89.png"/><Relationship Id="rId14" Type="http://schemas.openxmlformats.org/officeDocument/2006/relationships/image" Target="../media/image92.jp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7.png"/><Relationship Id="rId3" Type="http://schemas.openxmlformats.org/officeDocument/2006/relationships/image" Target="../media/image84.jpg"/><Relationship Id="rId7" Type="http://schemas.openxmlformats.org/officeDocument/2006/relationships/image" Target="../media/image88.png"/><Relationship Id="rId12" Type="http://schemas.openxmlformats.org/officeDocument/2006/relationships/image" Target="../media/image101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02.jp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7.png"/><Relationship Id="rId11" Type="http://schemas.openxmlformats.org/officeDocument/2006/relationships/image" Target="../media/image100.png"/><Relationship Id="rId5" Type="http://schemas.openxmlformats.org/officeDocument/2006/relationships/image" Target="../media/image86.png"/><Relationship Id="rId15" Type="http://schemas.openxmlformats.org/officeDocument/2006/relationships/image" Target="../media/image91.png"/><Relationship Id="rId10" Type="http://schemas.openxmlformats.org/officeDocument/2006/relationships/image" Target="../media/image99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2.jp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3" Type="http://schemas.openxmlformats.org/officeDocument/2006/relationships/image" Target="../media/image103.png"/><Relationship Id="rId7" Type="http://schemas.openxmlformats.org/officeDocument/2006/relationships/image" Target="../media/image57.png"/><Relationship Id="rId12" Type="http://schemas.openxmlformats.org/officeDocument/2006/relationships/image" Target="../media/image1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0.png"/><Relationship Id="rId5" Type="http://schemas.openxmlformats.org/officeDocument/2006/relationships/image" Target="../media/image105.png"/><Relationship Id="rId10" Type="http://schemas.openxmlformats.org/officeDocument/2006/relationships/image" Target="../media/image109.png"/><Relationship Id="rId4" Type="http://schemas.openxmlformats.org/officeDocument/2006/relationships/image" Target="../media/image104.png"/><Relationship Id="rId9" Type="http://schemas.openxmlformats.org/officeDocument/2006/relationships/image" Target="../media/image108.png"/><Relationship Id="rId1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3" Type="http://schemas.openxmlformats.org/officeDocument/2006/relationships/image" Target="../media/image103.png"/><Relationship Id="rId7" Type="http://schemas.openxmlformats.org/officeDocument/2006/relationships/image" Target="../media/image57.png"/><Relationship Id="rId12" Type="http://schemas.openxmlformats.org/officeDocument/2006/relationships/image" Target="../media/image1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11" Type="http://schemas.openxmlformats.org/officeDocument/2006/relationships/image" Target="../media/image118.png"/><Relationship Id="rId5" Type="http://schemas.openxmlformats.org/officeDocument/2006/relationships/image" Target="../media/image113.png"/><Relationship Id="rId15" Type="http://schemas.openxmlformats.org/officeDocument/2006/relationships/image" Target="../media/image17.png"/><Relationship Id="rId10" Type="http://schemas.openxmlformats.org/officeDocument/2006/relationships/image" Target="../media/image117.png"/><Relationship Id="rId4" Type="http://schemas.openxmlformats.org/officeDocument/2006/relationships/image" Target="../media/image104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9.png"/><Relationship Id="rId3" Type="http://schemas.openxmlformats.org/officeDocument/2006/relationships/image" Target="../media/image103.png"/><Relationship Id="rId7" Type="http://schemas.openxmlformats.org/officeDocument/2006/relationships/image" Target="../media/image57.png"/><Relationship Id="rId12" Type="http://schemas.openxmlformats.org/officeDocument/2006/relationships/image" Target="../media/image1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13.png"/><Relationship Id="rId15" Type="http://schemas.openxmlformats.org/officeDocument/2006/relationships/image" Target="../media/image17.png"/><Relationship Id="rId10" Type="http://schemas.openxmlformats.org/officeDocument/2006/relationships/image" Target="../media/image125.png"/><Relationship Id="rId4" Type="http://schemas.openxmlformats.org/officeDocument/2006/relationships/image" Target="../media/image104.png"/><Relationship Id="rId9" Type="http://schemas.openxmlformats.org/officeDocument/2006/relationships/image" Target="../media/image124.png"/><Relationship Id="rId14" Type="http://schemas.openxmlformats.org/officeDocument/2006/relationships/image" Target="../media/image1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13.png"/><Relationship Id="rId4" Type="http://schemas.openxmlformats.org/officeDocument/2006/relationships/image" Target="../media/image10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13.png"/><Relationship Id="rId4" Type="http://schemas.openxmlformats.org/officeDocument/2006/relationships/image" Target="../media/image10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35.png"/><Relationship Id="rId4" Type="http://schemas.openxmlformats.org/officeDocument/2006/relationships/image" Target="../media/image11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2.jpg"/><Relationship Id="rId4" Type="http://schemas.openxmlformats.org/officeDocument/2006/relationships/image" Target="../media/image141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4B804-1F07-4BEE-9EF3-242F6526BF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D1E86-6AC3-4B83-85F5-4B9DBDA3F8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9BEA63-6D42-4045-A1CE-EECC4791E94E}"/>
              </a:ext>
            </a:extLst>
          </p:cNvPr>
          <p:cNvSpPr/>
          <p:nvPr/>
        </p:nvSpPr>
        <p:spPr>
          <a:xfrm>
            <a:off x="16136" y="0"/>
            <a:ext cx="12159727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993B45BB-FAE8-433F-8A1C-39CBD0DB4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044" y="2195680"/>
            <a:ext cx="3443174" cy="11048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9019EF-39C4-4A72-8DBB-45712BDC02E5}"/>
              </a:ext>
            </a:extLst>
          </p:cNvPr>
          <p:cNvSpPr txBox="1"/>
          <p:nvPr/>
        </p:nvSpPr>
        <p:spPr>
          <a:xfrm>
            <a:off x="7225620" y="1364683"/>
            <a:ext cx="5394959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/>
                <a:cs typeface="Times New Roman"/>
              </a:rPr>
              <a:t>Markov decision Process</a:t>
            </a:r>
          </a:p>
          <a:p>
            <a:r>
              <a:rPr lang="en-IN" sz="2800" b="1" dirty="0">
                <a:solidFill>
                  <a:schemeClr val="bg1"/>
                </a:solidFill>
                <a:latin typeface="Times New Roman"/>
                <a:cs typeface="Times New Roman"/>
              </a:rPr>
              <a:t>-Value Iteration </a:t>
            </a:r>
            <a:endParaRPr lang="en-US" sz="2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endParaRPr lang="en-US" sz="2000" b="1" i="0" dirty="0">
              <a:solidFill>
                <a:schemeClr val="bg1"/>
              </a:solidFill>
              <a:effectLst/>
              <a:latin typeface="Segoe UI" panose="020B0502040204020203" pitchFamily="34" charset="0"/>
              <a:cs typeface="Segoe UI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E7993D-50A7-4079-A22E-A3E4FEFA102A}"/>
              </a:ext>
            </a:extLst>
          </p:cNvPr>
          <p:cNvCxnSpPr>
            <a:cxnSpLocks/>
          </p:cNvCxnSpPr>
          <p:nvPr/>
        </p:nvCxnSpPr>
        <p:spPr>
          <a:xfrm>
            <a:off x="6553910" y="1871975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Picture 1" descr="A person in a white shirt&#10;&#10;Description automatically generated">
            <a:extLst>
              <a:ext uri="{FF2B5EF4-FFF2-40B4-BE49-F238E27FC236}">
                <a16:creationId xmlns:a16="http://schemas.microsoft.com/office/drawing/2014/main" id="{4B50A742-4204-487A-9558-6A05025FB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9827" y="280527"/>
            <a:ext cx="2639345" cy="263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 descr="Amritapuri Campus | Amrita Vishwa Vidyapeetham">
            <a:extLst>
              <a:ext uri="{FF2B5EF4-FFF2-40B4-BE49-F238E27FC236}">
                <a16:creationId xmlns:a16="http://schemas.microsoft.com/office/drawing/2014/main" id="{D9708715-13EC-4C66-A09A-A0E399FC6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272" y="3300579"/>
            <a:ext cx="12192000" cy="358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123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BADE-2D2C-C73D-01F0-5F2257F4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" y="51301"/>
            <a:ext cx="10515600" cy="436064"/>
          </a:xfrm>
        </p:spPr>
        <p:txBody>
          <a:bodyPr>
            <a:normAutofit fontScale="90000"/>
          </a:bodyPr>
          <a:lstStyle/>
          <a:p>
            <a:r>
              <a:rPr lang="en-IN" dirty="0"/>
              <a:t>Optimal Value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0E27A-2475-6B06-23B4-9874FCA90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910" y="801190"/>
            <a:ext cx="8334179" cy="525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552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4336C-2796-AB08-0326-AB1028D9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Optimal Value Function for Student MDP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178ED-7BAB-EA4D-8B8E-457A2D567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99A4C2-BAEE-329C-A228-07F56DB23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827537"/>
            <a:ext cx="6735211" cy="534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04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3B99-D8DA-6470-76CC-83F2267C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Optimal Action-Value Function for Student MDP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1E801-994E-8DE5-8002-28C21F097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B3B14-9695-48C3-1121-30C65995C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776" y="1196860"/>
            <a:ext cx="5772447" cy="446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252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211F-3FF1-EDCA-39B1-111C7010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875"/>
            <a:ext cx="10515600" cy="436064"/>
          </a:xfrm>
        </p:spPr>
        <p:txBody>
          <a:bodyPr>
            <a:normAutofit fontScale="90000"/>
          </a:bodyPr>
          <a:lstStyle/>
          <a:p>
            <a:r>
              <a:rPr lang="en-IN" dirty="0"/>
              <a:t>Optimal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5C967-1EE3-F12D-88DA-64AB0C869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8B2B6-2B24-3B3C-81BB-79113367E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668218"/>
            <a:ext cx="9253727" cy="550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606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0AC0-6E88-8C88-2A61-1D41A9575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Finding an Optimal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0B2BB-0892-0E1D-EB32-3BAD03DDD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35A98-A879-6C62-995D-486FDDE3F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063" y="1800534"/>
            <a:ext cx="9576100" cy="382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55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75F71-0A01-3EBA-10E8-8F83F3B40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Bellman Optimality Equation for v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4C53A-9045-D90B-EE6F-F69C862BA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6FC9E7-D668-8A07-5C89-AC4DEC7F3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7" y="1343362"/>
            <a:ext cx="8301922" cy="435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17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EE089-EC82-12F9-9C54-A491D483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Optimality Equations for V* and Q*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0EA4BE-19A0-DCBB-4BB4-9B9A44756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05200"/>
            <a:ext cx="5135978" cy="47593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157A12-0CA9-C34D-DE83-8BD523FDA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980" y="1311335"/>
            <a:ext cx="4716820" cy="423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42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FC28-D411-30C6-F313-0BE783981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Optimality Equations for V*(2) and Q*(2)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46D8B-A82A-1E50-7EB6-C80D9743B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5D0D9E-9F08-8198-8C87-F79D50B74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6549"/>
            <a:ext cx="4799565" cy="41987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DD0FD2-ECE1-6B0D-1099-2D7BD7AC2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1" y="1663609"/>
            <a:ext cx="4883087" cy="4323242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DE861CCF-4780-D241-029C-A1B50A4D6F1F}"/>
              </a:ext>
            </a:extLst>
          </p:cNvPr>
          <p:cNvSpPr txBox="1"/>
          <p:nvPr/>
        </p:nvSpPr>
        <p:spPr>
          <a:xfrm>
            <a:off x="989522" y="5533355"/>
            <a:ext cx="10440478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30" dirty="0">
                <a:latin typeface="Book Antiqua"/>
                <a:cs typeface="Book Antiqua"/>
              </a:rPr>
              <a:t>v</a:t>
            </a:r>
            <a:r>
              <a:rPr sz="2400" spc="-15" dirty="0">
                <a:latin typeface="Book Antiqua"/>
                <a:cs typeface="Book Antiqua"/>
              </a:rPr>
              <a:t>al</a:t>
            </a:r>
            <a:r>
              <a:rPr sz="2400" dirty="0">
                <a:latin typeface="Book Antiqua"/>
                <a:cs typeface="Book Antiqua"/>
              </a:rPr>
              <a:t>ue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Book Antiqua"/>
                <a:cs typeface="Book Antiqua"/>
              </a:rPr>
              <a:t>fu</a:t>
            </a:r>
            <a:r>
              <a:rPr sz="2400" spc="-8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c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i</a:t>
            </a:r>
            <a:r>
              <a:rPr sz="2400" spc="40" dirty="0">
                <a:latin typeface="Book Antiqua"/>
                <a:cs typeface="Book Antiqua"/>
              </a:rPr>
              <a:t>o</a:t>
            </a:r>
            <a:r>
              <a:rPr sz="2400" spc="-15" dirty="0">
                <a:latin typeface="Book Antiqua"/>
                <a:cs typeface="Book Antiqua"/>
              </a:rPr>
              <a:t>n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Book Antiqua"/>
                <a:cs typeface="Book Antiqua"/>
              </a:rPr>
              <a:t>f</a:t>
            </a:r>
            <a:r>
              <a:rPr sz="2400" spc="-4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110" dirty="0">
                <a:latin typeface="Book Antiqua"/>
                <a:cs typeface="Book Antiqua"/>
              </a:rPr>
              <a:t>o</a:t>
            </a:r>
            <a:r>
              <a:rPr sz="2400" spc="-30" dirty="0">
                <a:latin typeface="Book Antiqua"/>
                <a:cs typeface="Book Antiqua"/>
              </a:rPr>
              <a:t>pt</a:t>
            </a:r>
            <a:r>
              <a:rPr sz="2400" spc="-25" dirty="0">
                <a:latin typeface="Book Antiqua"/>
                <a:cs typeface="Book Antiqua"/>
              </a:rPr>
              <a:t>i</a:t>
            </a:r>
            <a:r>
              <a:rPr sz="2400" spc="-35" dirty="0">
                <a:latin typeface="Book Antiqua"/>
                <a:cs typeface="Book Antiqua"/>
              </a:rPr>
              <a:t>m</a:t>
            </a:r>
            <a:r>
              <a:rPr sz="2400" spc="-15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Book Antiqua"/>
                <a:cs typeface="Book Antiqua"/>
              </a:rPr>
              <a:t>po</a:t>
            </a:r>
            <a:r>
              <a:rPr sz="2400" spc="5" dirty="0">
                <a:latin typeface="Book Antiqua"/>
                <a:cs typeface="Book Antiqua"/>
              </a:rPr>
              <a:t>l</a:t>
            </a:r>
            <a:r>
              <a:rPr sz="2400" spc="-65" dirty="0">
                <a:latin typeface="Book Antiqua"/>
                <a:cs typeface="Book Antiqua"/>
              </a:rPr>
              <a:t>i</a:t>
            </a:r>
            <a:r>
              <a:rPr sz="2400" spc="-75" dirty="0">
                <a:latin typeface="Book Antiqua"/>
                <a:cs typeface="Book Antiqua"/>
              </a:rPr>
              <a:t>c</a:t>
            </a:r>
            <a:r>
              <a:rPr sz="2400" dirty="0">
                <a:latin typeface="Book Antiqua"/>
                <a:cs typeface="Book Antiqua"/>
              </a:rPr>
              <a:t>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c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220" dirty="0">
                <a:latin typeface="Book Antiqua"/>
                <a:cs typeface="Book Antiqua"/>
              </a:rPr>
              <a:t>b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Book Antiqua"/>
                <a:cs typeface="Book Antiqua"/>
              </a:rPr>
              <a:t>s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spc="5" dirty="0">
                <a:latin typeface="Book Antiqua"/>
                <a:cs typeface="Book Antiqua"/>
              </a:rPr>
              <a:t>l</a:t>
            </a:r>
            <a:r>
              <a:rPr sz="2400" spc="0" dirty="0">
                <a:latin typeface="Book Antiqua"/>
                <a:cs typeface="Book Antiqua"/>
              </a:rPr>
              <a:t>v</a:t>
            </a:r>
            <a:r>
              <a:rPr sz="2400" spc="2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u</a:t>
            </a:r>
            <a:r>
              <a:rPr sz="2400" spc="-10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i</a:t>
            </a:r>
            <a:r>
              <a:rPr sz="2400" spc="-5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g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Book Antiqua"/>
                <a:cs typeface="Book Antiqua"/>
              </a:rPr>
              <a:t>d</a:t>
            </a:r>
            <a:r>
              <a:rPr sz="2400" spc="-30" dirty="0">
                <a:latin typeface="Book Antiqua"/>
                <a:cs typeface="Book Antiqua"/>
              </a:rPr>
              <a:t>yn</a:t>
            </a:r>
            <a:r>
              <a:rPr sz="2400" spc="-25" dirty="0">
                <a:latin typeface="Book Antiqua"/>
                <a:cs typeface="Book Antiqua"/>
              </a:rPr>
              <a:t>a</a:t>
            </a:r>
            <a:r>
              <a:rPr sz="2400" spc="-45" dirty="0">
                <a:latin typeface="Book Antiqua"/>
                <a:cs typeface="Book Antiqua"/>
              </a:rPr>
              <a:t>m</a:t>
            </a:r>
            <a:r>
              <a:rPr sz="2400" spc="-5" dirty="0">
                <a:latin typeface="Book Antiqua"/>
                <a:cs typeface="Book Antiqua"/>
              </a:rPr>
              <a:t>i</a:t>
            </a:r>
            <a:r>
              <a:rPr sz="2400" spc="-15" dirty="0">
                <a:latin typeface="Book Antiqua"/>
                <a:cs typeface="Book Antiqua"/>
              </a:rPr>
              <a:t>c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Book Antiqua"/>
                <a:cs typeface="Book Antiqua"/>
              </a:rPr>
              <a:t>p</a:t>
            </a:r>
            <a:r>
              <a:rPr sz="2400" spc="45" dirty="0">
                <a:latin typeface="Book Antiqua"/>
                <a:cs typeface="Book Antiqua"/>
              </a:rPr>
              <a:t>r</a:t>
            </a:r>
            <a:r>
              <a:rPr sz="2400" spc="25" dirty="0">
                <a:latin typeface="Book Antiqua"/>
                <a:cs typeface="Book Antiqua"/>
              </a:rPr>
              <a:t>o</a:t>
            </a:r>
            <a:r>
              <a:rPr sz="2400" spc="50" dirty="0">
                <a:latin typeface="Book Antiqua"/>
                <a:cs typeface="Book Antiqua"/>
              </a:rPr>
              <a:t>g</a:t>
            </a:r>
            <a:r>
              <a:rPr sz="2400" spc="25" dirty="0">
                <a:latin typeface="Book Antiqua"/>
                <a:cs typeface="Book Antiqua"/>
              </a:rPr>
              <a:t>r</a:t>
            </a:r>
            <a:r>
              <a:rPr sz="2400" spc="-5" dirty="0">
                <a:latin typeface="Book Antiqua"/>
                <a:cs typeface="Book Antiqua"/>
              </a:rPr>
              <a:t>a</a:t>
            </a:r>
            <a:r>
              <a:rPr sz="2400" spc="-10" dirty="0">
                <a:latin typeface="Book Antiqua"/>
                <a:cs typeface="Book Antiqua"/>
              </a:rPr>
              <a:t>m</a:t>
            </a:r>
            <a:r>
              <a:rPr sz="2400" dirty="0">
                <a:latin typeface="Book Antiqua"/>
                <a:cs typeface="Book Antiqua"/>
              </a:rPr>
              <a:t>m</a:t>
            </a:r>
            <a:r>
              <a:rPr sz="2400" spc="15" dirty="0">
                <a:latin typeface="Book Antiqua"/>
                <a:cs typeface="Book Antiqua"/>
              </a:rPr>
              <a:t>in</a:t>
            </a:r>
            <a:r>
              <a:rPr sz="2400" dirty="0">
                <a:latin typeface="Book Antiqua"/>
                <a:cs typeface="Book Antiqua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35611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C610-4C54-AF52-8F27-FCAFA692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9EF3D-9D35-C19D-11AA-15FC5BA1D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2510C-E204-D399-0D67-24D9A9AAF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395" y="1596584"/>
            <a:ext cx="8463829" cy="392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43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-75" dirty="0"/>
              <a:t>W</a:t>
            </a:r>
            <a:r>
              <a:rPr spc="-55" dirty="0"/>
              <a:t>ha</a:t>
            </a:r>
            <a:r>
              <a:rPr spc="-15" dirty="0"/>
              <a:t>t</a:t>
            </a:r>
            <a:r>
              <a:rPr spc="114" dirty="0">
                <a:latin typeface="Times New Roman"/>
                <a:cs typeface="Times New Roman"/>
              </a:rPr>
              <a:t> </a:t>
            </a:r>
            <a:r>
              <a:rPr spc="-15" dirty="0"/>
              <a:t>i</a:t>
            </a:r>
            <a:r>
              <a:rPr spc="-20" dirty="0"/>
              <a:t>s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spc="-65" dirty="0"/>
              <a:t>D</a:t>
            </a:r>
            <a:r>
              <a:rPr spc="-40" dirty="0"/>
              <a:t>y</a:t>
            </a:r>
            <a:r>
              <a:rPr spc="-55" dirty="0"/>
              <a:t>na</a:t>
            </a:r>
            <a:r>
              <a:rPr spc="-70" dirty="0"/>
              <a:t>m</a:t>
            </a:r>
            <a:r>
              <a:rPr spc="-20" dirty="0"/>
              <a:t>ic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60" dirty="0"/>
              <a:t>P</a:t>
            </a:r>
            <a:r>
              <a:rPr spc="-40" dirty="0"/>
              <a:t>r</a:t>
            </a:r>
            <a:r>
              <a:rPr spc="-55" dirty="0"/>
              <a:t>og</a:t>
            </a:r>
            <a:r>
              <a:rPr spc="-40" dirty="0"/>
              <a:t>r</a:t>
            </a:r>
            <a:r>
              <a:rPr spc="-55" dirty="0"/>
              <a:t>a</a:t>
            </a:r>
            <a:r>
              <a:rPr spc="-70" dirty="0"/>
              <a:t>mm</a:t>
            </a:r>
            <a:r>
              <a:rPr spc="-25" dirty="0"/>
              <a:t>i</a:t>
            </a:r>
            <a:r>
              <a:rPr spc="-55" dirty="0"/>
              <a:t>n</a:t>
            </a:r>
            <a:r>
              <a:rPr spc="-25" dirty="0"/>
              <a:t>g</a:t>
            </a:r>
            <a:r>
              <a:rPr spc="180" dirty="0">
                <a:latin typeface="Times New Roman"/>
                <a:cs typeface="Times New Roman"/>
              </a:rPr>
              <a:t> </a:t>
            </a:r>
            <a:r>
              <a:rPr spc="-40" dirty="0"/>
              <a:t>(</a:t>
            </a:r>
            <a:r>
              <a:rPr spc="-65" dirty="0"/>
              <a:t>D</a:t>
            </a:r>
            <a:r>
              <a:rPr spc="-60" dirty="0"/>
              <a:t>P</a:t>
            </a:r>
            <a:r>
              <a:rPr spc="-40" dirty="0"/>
              <a:t>)</a:t>
            </a:r>
            <a:r>
              <a:rPr spc="-2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8802" y="1585357"/>
            <a:ext cx="9274175" cy="2783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buFont typeface="Wingdings"/>
              <a:buChar char=""/>
              <a:tabLst>
                <a:tab pos="469900" algn="l"/>
              </a:tabLst>
            </a:pPr>
            <a:r>
              <a:rPr sz="2400" spc="-65" dirty="0">
                <a:latin typeface="Book Antiqua"/>
                <a:cs typeface="Book Antiqua"/>
              </a:rPr>
              <a:t>Alg</a:t>
            </a:r>
            <a:r>
              <a:rPr sz="2400" spc="-45" dirty="0">
                <a:latin typeface="Book Antiqua"/>
                <a:cs typeface="Book Antiqua"/>
              </a:rPr>
              <a:t>o</a:t>
            </a:r>
            <a:r>
              <a:rPr sz="2400" spc="-25" dirty="0">
                <a:latin typeface="Book Antiqua"/>
                <a:cs typeface="Book Antiqua"/>
              </a:rPr>
              <a:t>r</a:t>
            </a:r>
            <a:r>
              <a:rPr sz="2400" spc="-30" dirty="0">
                <a:latin typeface="Book Antiqua"/>
                <a:cs typeface="Book Antiqua"/>
              </a:rPr>
              <a:t>i</a:t>
            </a:r>
            <a:r>
              <a:rPr sz="2400" spc="-40" dirty="0">
                <a:latin typeface="Book Antiqua"/>
                <a:cs typeface="Book Antiqua"/>
              </a:rPr>
              <a:t>t</a:t>
            </a:r>
            <a:r>
              <a:rPr sz="2400" spc="-20" dirty="0">
                <a:latin typeface="Book Antiqua"/>
                <a:cs typeface="Book Antiqua"/>
              </a:rPr>
              <a:t>h</a:t>
            </a:r>
            <a:r>
              <a:rPr sz="2400" spc="-25" dirty="0">
                <a:latin typeface="Book Antiqua"/>
                <a:cs typeface="Book Antiqua"/>
              </a:rPr>
              <a:t>m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135" dirty="0">
                <a:latin typeface="Book Antiqua"/>
                <a:cs typeface="Book Antiqua"/>
              </a:rPr>
              <a:t>d</a:t>
            </a:r>
            <a:r>
              <a:rPr sz="2400" spc="110" dirty="0">
                <a:latin typeface="Book Antiqua"/>
                <a:cs typeface="Book Antiqua"/>
              </a:rPr>
              <a:t>e</a:t>
            </a:r>
            <a:r>
              <a:rPr sz="2400" spc="20" dirty="0">
                <a:latin typeface="Book Antiqua"/>
                <a:cs typeface="Book Antiqua"/>
              </a:rPr>
              <a:t>s</a:t>
            </a:r>
            <a:r>
              <a:rPr sz="2400" spc="30" dirty="0">
                <a:latin typeface="Book Antiqua"/>
                <a:cs typeface="Book Antiqua"/>
              </a:rPr>
              <a:t>ig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Book Antiqua"/>
                <a:cs typeface="Book Antiqua"/>
              </a:rPr>
              <a:t>t</a:t>
            </a:r>
            <a:r>
              <a:rPr sz="2400" spc="95" dirty="0">
                <a:latin typeface="Book Antiqua"/>
                <a:cs typeface="Book Antiqua"/>
              </a:rPr>
              <a:t>e</a:t>
            </a:r>
            <a:r>
              <a:rPr sz="2400" spc="0" dirty="0">
                <a:latin typeface="Book Antiqua"/>
                <a:cs typeface="Book Antiqua"/>
              </a:rPr>
              <a:t>c</a:t>
            </a:r>
            <a:r>
              <a:rPr sz="2400" spc="15" dirty="0">
                <a:latin typeface="Book Antiqua"/>
                <a:cs typeface="Book Antiqua"/>
              </a:rPr>
              <a:t>hni</a:t>
            </a:r>
            <a:r>
              <a:rPr sz="2400" spc="35" dirty="0">
                <a:latin typeface="Book Antiqua"/>
                <a:cs typeface="Book Antiqua"/>
              </a:rPr>
              <a:t>q</a:t>
            </a:r>
            <a:r>
              <a:rPr sz="2400" spc="15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Book Antiqua"/>
                <a:cs typeface="Book Antiqua"/>
              </a:rPr>
              <a:t>f</a:t>
            </a:r>
            <a:r>
              <a:rPr sz="2400" spc="-4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Book Antiqua"/>
                <a:cs typeface="Book Antiqua"/>
              </a:rPr>
              <a:t>op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-65" dirty="0">
                <a:latin typeface="Book Antiqua"/>
                <a:cs typeface="Book Antiqua"/>
              </a:rPr>
              <a:t>i</a:t>
            </a:r>
            <a:r>
              <a:rPr sz="2400" spc="-80" dirty="0">
                <a:latin typeface="Book Antiqua"/>
                <a:cs typeface="Book Antiqua"/>
              </a:rPr>
              <a:t>m</a:t>
            </a:r>
            <a:r>
              <a:rPr sz="2400" spc="-65" dirty="0">
                <a:latin typeface="Book Antiqua"/>
                <a:cs typeface="Book Antiqua"/>
              </a:rPr>
              <a:t>i</a:t>
            </a:r>
            <a:r>
              <a:rPr sz="2400" spc="-60" dirty="0">
                <a:latin typeface="Book Antiqua"/>
                <a:cs typeface="Book Antiqua"/>
              </a:rPr>
              <a:t>za</a:t>
            </a:r>
            <a:r>
              <a:rPr sz="2400" spc="-55" dirty="0">
                <a:latin typeface="Book Antiqua"/>
                <a:cs typeface="Book Antiqua"/>
              </a:rPr>
              <a:t>t</a:t>
            </a:r>
            <a:r>
              <a:rPr sz="2400" spc="-5" dirty="0">
                <a:latin typeface="Book Antiqua"/>
                <a:cs typeface="Book Antiqua"/>
              </a:rPr>
              <a:t>io</a:t>
            </a:r>
            <a:r>
              <a:rPr sz="2400" spc="-15" dirty="0">
                <a:latin typeface="Book Antiqua"/>
                <a:cs typeface="Book Antiqua"/>
              </a:rPr>
              <a:t>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Book Antiqua"/>
                <a:cs typeface="Book Antiqua"/>
              </a:rPr>
              <a:t>p</a:t>
            </a:r>
            <a:r>
              <a:rPr sz="2400" spc="80" dirty="0">
                <a:latin typeface="Book Antiqua"/>
                <a:cs typeface="Book Antiqua"/>
              </a:rPr>
              <a:t>r</a:t>
            </a:r>
            <a:r>
              <a:rPr sz="2400" spc="70" dirty="0">
                <a:latin typeface="Book Antiqua"/>
                <a:cs typeface="Book Antiqua"/>
              </a:rPr>
              <a:t>o</a:t>
            </a:r>
            <a:r>
              <a:rPr sz="2400" spc="75" dirty="0">
                <a:latin typeface="Book Antiqua"/>
                <a:cs typeface="Book Antiqua"/>
              </a:rPr>
              <a:t>b</a:t>
            </a:r>
            <a:r>
              <a:rPr sz="2400" spc="45" dirty="0">
                <a:latin typeface="Book Antiqua"/>
                <a:cs typeface="Book Antiqua"/>
              </a:rPr>
              <a:t>l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-5" dirty="0">
                <a:latin typeface="Book Antiqua"/>
                <a:cs typeface="Book Antiqua"/>
              </a:rPr>
              <a:t>ms</a:t>
            </a:r>
            <a:endParaRPr sz="2400">
              <a:latin typeface="Book Antiqua"/>
              <a:cs typeface="Book Antiqu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469900" algn="l"/>
              </a:tabLst>
            </a:pPr>
            <a:r>
              <a:rPr sz="2400" spc="-45" dirty="0">
                <a:latin typeface="Book Antiqua"/>
                <a:cs typeface="Book Antiqua"/>
              </a:rPr>
              <a:t>D</a:t>
            </a:r>
            <a:r>
              <a:rPr sz="2400" spc="-30" dirty="0">
                <a:latin typeface="Book Antiqua"/>
                <a:cs typeface="Book Antiqua"/>
              </a:rPr>
              <a:t>i</a:t>
            </a:r>
            <a:r>
              <a:rPr sz="2400" spc="-40" dirty="0">
                <a:latin typeface="Book Antiqua"/>
                <a:cs typeface="Book Antiqua"/>
              </a:rPr>
              <a:t>v</a:t>
            </a:r>
            <a:r>
              <a:rPr sz="2400" spc="-30" dirty="0">
                <a:latin typeface="Book Antiqua"/>
                <a:cs typeface="Book Antiqua"/>
              </a:rPr>
              <a:t>i</a:t>
            </a:r>
            <a:r>
              <a:rPr sz="2400" spc="-45" dirty="0">
                <a:latin typeface="Book Antiqua"/>
                <a:cs typeface="Book Antiqua"/>
              </a:rPr>
              <a:t>d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Book Antiqua"/>
                <a:cs typeface="Book Antiqua"/>
              </a:rPr>
              <a:t>p</a:t>
            </a:r>
            <a:r>
              <a:rPr sz="2400" spc="80" dirty="0">
                <a:latin typeface="Book Antiqua"/>
                <a:cs typeface="Book Antiqua"/>
              </a:rPr>
              <a:t>r</a:t>
            </a:r>
            <a:r>
              <a:rPr sz="2400" spc="70" dirty="0">
                <a:latin typeface="Book Antiqua"/>
                <a:cs typeface="Book Antiqua"/>
              </a:rPr>
              <a:t>o</a:t>
            </a:r>
            <a:r>
              <a:rPr sz="2400" spc="85" dirty="0">
                <a:latin typeface="Book Antiqua"/>
                <a:cs typeface="Book Antiqua"/>
              </a:rPr>
              <a:t>b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-25" dirty="0">
                <a:latin typeface="Book Antiqua"/>
                <a:cs typeface="Book Antiqua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Book Antiqua"/>
                <a:cs typeface="Book Antiqua"/>
              </a:rPr>
              <a:t>in</a:t>
            </a:r>
            <a:r>
              <a:rPr sz="2400" spc="-55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a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Book Antiqua"/>
                <a:cs typeface="Book Antiqua"/>
              </a:rPr>
              <a:t>se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Book Antiqua"/>
                <a:cs typeface="Book Antiqua"/>
              </a:rPr>
              <a:t>s</a:t>
            </a:r>
            <a:r>
              <a:rPr sz="2400" spc="15" dirty="0">
                <a:latin typeface="Book Antiqua"/>
                <a:cs typeface="Book Antiqua"/>
              </a:rPr>
              <a:t>m</a:t>
            </a:r>
            <a:r>
              <a:rPr sz="2400" spc="20" dirty="0">
                <a:latin typeface="Book Antiqua"/>
                <a:cs typeface="Book Antiqua"/>
              </a:rPr>
              <a:t>a</a:t>
            </a:r>
            <a:r>
              <a:rPr sz="2400" spc="-100" dirty="0">
                <a:latin typeface="Book Antiqua"/>
                <a:cs typeface="Book Antiqua"/>
              </a:rPr>
              <a:t>l</a:t>
            </a:r>
            <a:r>
              <a:rPr sz="2400" spc="-114" dirty="0">
                <a:latin typeface="Book Antiqua"/>
                <a:cs typeface="Book Antiqua"/>
              </a:rPr>
              <a:t>l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u</a:t>
            </a:r>
            <a:r>
              <a:rPr sz="2400" spc="45" dirty="0">
                <a:latin typeface="Book Antiqua"/>
                <a:cs typeface="Book Antiqua"/>
              </a:rPr>
              <a:t>b</a:t>
            </a:r>
            <a:r>
              <a:rPr sz="2400" spc="40" dirty="0">
                <a:latin typeface="Book Antiqua"/>
                <a:cs typeface="Book Antiqua"/>
              </a:rPr>
              <a:t>p</a:t>
            </a:r>
            <a:r>
              <a:rPr sz="2400" spc="55" dirty="0">
                <a:latin typeface="Book Antiqua"/>
                <a:cs typeface="Book Antiqua"/>
              </a:rPr>
              <a:t>r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spc="60" dirty="0">
                <a:latin typeface="Book Antiqua"/>
                <a:cs typeface="Book Antiqua"/>
              </a:rPr>
              <a:t>b</a:t>
            </a:r>
            <a:r>
              <a:rPr sz="2400" spc="20" dirty="0">
                <a:latin typeface="Book Antiqua"/>
                <a:cs typeface="Book Antiqua"/>
              </a:rPr>
              <a:t>l</a:t>
            </a:r>
            <a:r>
              <a:rPr sz="2400" spc="80" dirty="0">
                <a:latin typeface="Book Antiqua"/>
                <a:cs typeface="Book Antiqua"/>
              </a:rPr>
              <a:t>e</a:t>
            </a:r>
            <a:r>
              <a:rPr sz="2400" spc="60" dirty="0">
                <a:latin typeface="Book Antiqua"/>
                <a:cs typeface="Book Antiqua"/>
              </a:rPr>
              <a:t>m</a:t>
            </a:r>
            <a:r>
              <a:rPr sz="2400" spc="-15" dirty="0">
                <a:latin typeface="Book Antiqua"/>
                <a:cs typeface="Book Antiqua"/>
              </a:rPr>
              <a:t>s</a:t>
            </a:r>
            <a:endParaRPr sz="2400">
              <a:latin typeface="Book Antiqua"/>
              <a:cs typeface="Book Antiqu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469900" algn="l"/>
              </a:tabLst>
            </a:pPr>
            <a:r>
              <a:rPr sz="2400" spc="15" dirty="0">
                <a:latin typeface="Book Antiqua"/>
                <a:cs typeface="Book Antiqua"/>
              </a:rPr>
              <a:t>So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15" dirty="0">
                <a:latin typeface="Book Antiqua"/>
                <a:cs typeface="Book Antiqua"/>
              </a:rPr>
              <a:t>v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Book Antiqua"/>
                <a:cs typeface="Book Antiqua"/>
              </a:rPr>
              <a:t>p</a:t>
            </a:r>
            <a:r>
              <a:rPr sz="2400" spc="80" dirty="0">
                <a:latin typeface="Book Antiqua"/>
                <a:cs typeface="Book Antiqua"/>
              </a:rPr>
              <a:t>r</a:t>
            </a:r>
            <a:r>
              <a:rPr sz="2400" spc="70" dirty="0">
                <a:latin typeface="Book Antiqua"/>
                <a:cs typeface="Book Antiqua"/>
              </a:rPr>
              <a:t>o</a:t>
            </a:r>
            <a:r>
              <a:rPr sz="2400" spc="85" dirty="0">
                <a:latin typeface="Book Antiqua"/>
                <a:cs typeface="Book Antiqua"/>
              </a:rPr>
              <a:t>b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-10" dirty="0">
                <a:latin typeface="Book Antiqua"/>
                <a:cs typeface="Book Antiqua"/>
              </a:rPr>
              <a:t>m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by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com</a:t>
            </a:r>
            <a:r>
              <a:rPr sz="2400" spc="45" dirty="0">
                <a:latin typeface="Book Antiqua"/>
                <a:cs typeface="Book Antiqua"/>
              </a:rPr>
              <a:t>b</a:t>
            </a:r>
            <a:r>
              <a:rPr sz="2400" spc="40" dirty="0">
                <a:latin typeface="Book Antiqua"/>
                <a:cs typeface="Book Antiqua"/>
              </a:rPr>
              <a:t>inin</a:t>
            </a:r>
            <a:r>
              <a:rPr sz="2400" dirty="0">
                <a:latin typeface="Book Antiqua"/>
                <a:cs typeface="Book Antiqua"/>
              </a:rPr>
              <a:t>g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1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ti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spc="-5" dirty="0">
                <a:latin typeface="Book Antiqua"/>
                <a:cs typeface="Book Antiqua"/>
              </a:rPr>
              <a:t>n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u</a:t>
            </a:r>
            <a:r>
              <a:rPr sz="2400" spc="45" dirty="0">
                <a:latin typeface="Book Antiqua"/>
                <a:cs typeface="Book Antiqua"/>
              </a:rPr>
              <a:t>b</a:t>
            </a:r>
            <a:r>
              <a:rPr sz="2400" spc="40" dirty="0">
                <a:latin typeface="Book Antiqua"/>
                <a:cs typeface="Book Antiqua"/>
              </a:rPr>
              <a:t>p</a:t>
            </a:r>
            <a:r>
              <a:rPr sz="2400" spc="55" dirty="0">
                <a:latin typeface="Book Antiqua"/>
                <a:cs typeface="Book Antiqua"/>
              </a:rPr>
              <a:t>r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spc="60" dirty="0">
                <a:latin typeface="Book Antiqua"/>
                <a:cs typeface="Book Antiqua"/>
              </a:rPr>
              <a:t>b</a:t>
            </a:r>
            <a:r>
              <a:rPr sz="2400" spc="20" dirty="0">
                <a:latin typeface="Book Antiqua"/>
                <a:cs typeface="Book Antiqua"/>
              </a:rPr>
              <a:t>l</a:t>
            </a:r>
            <a:r>
              <a:rPr sz="2400" spc="80" dirty="0">
                <a:latin typeface="Book Antiqua"/>
                <a:cs typeface="Book Antiqua"/>
              </a:rPr>
              <a:t>e</a:t>
            </a:r>
            <a:r>
              <a:rPr sz="2400" spc="60" dirty="0">
                <a:latin typeface="Book Antiqua"/>
                <a:cs typeface="Book Antiqua"/>
              </a:rPr>
              <a:t>m</a:t>
            </a:r>
            <a:r>
              <a:rPr sz="2400" spc="75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.</a:t>
            </a:r>
            <a:endParaRPr sz="2400">
              <a:latin typeface="Book Antiqua"/>
              <a:cs typeface="Book Antiqu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469900" algn="l"/>
              </a:tabLst>
            </a:pPr>
            <a:r>
              <a:rPr sz="2400" spc="5" dirty="0">
                <a:latin typeface="Book Antiqua"/>
                <a:cs typeface="Book Antiqua"/>
              </a:rPr>
              <a:t>O</a:t>
            </a:r>
            <a:r>
              <a:rPr sz="2400" spc="-10" dirty="0">
                <a:latin typeface="Book Antiqua"/>
                <a:cs typeface="Book Antiqua"/>
              </a:rPr>
              <a:t>v</a:t>
            </a:r>
            <a:r>
              <a:rPr sz="2400" spc="10" dirty="0">
                <a:latin typeface="Book Antiqua"/>
                <a:cs typeface="Book Antiqua"/>
              </a:rPr>
              <a:t>e</a:t>
            </a:r>
            <a:r>
              <a:rPr sz="2400" spc="5" dirty="0">
                <a:latin typeface="Book Antiqua"/>
                <a:cs typeface="Book Antiqua"/>
              </a:rPr>
              <a:t>rlappi</a:t>
            </a:r>
            <a:r>
              <a:rPr sz="2400" spc="3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g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u</a:t>
            </a:r>
            <a:r>
              <a:rPr sz="2400" spc="45" dirty="0">
                <a:latin typeface="Book Antiqua"/>
                <a:cs typeface="Book Antiqua"/>
              </a:rPr>
              <a:t>b</a:t>
            </a:r>
            <a:r>
              <a:rPr sz="2400" spc="40" dirty="0">
                <a:latin typeface="Book Antiqua"/>
                <a:cs typeface="Book Antiqua"/>
              </a:rPr>
              <a:t>p</a:t>
            </a:r>
            <a:r>
              <a:rPr sz="2400" spc="55" dirty="0">
                <a:latin typeface="Book Antiqua"/>
                <a:cs typeface="Book Antiqua"/>
              </a:rPr>
              <a:t>r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spc="60" dirty="0">
                <a:latin typeface="Book Antiqua"/>
                <a:cs typeface="Book Antiqua"/>
              </a:rPr>
              <a:t>b</a:t>
            </a:r>
            <a:r>
              <a:rPr sz="2400" spc="20" dirty="0">
                <a:latin typeface="Book Antiqua"/>
                <a:cs typeface="Book Antiqua"/>
              </a:rPr>
              <a:t>l</a:t>
            </a:r>
            <a:r>
              <a:rPr sz="2400" spc="80" dirty="0">
                <a:latin typeface="Book Antiqua"/>
                <a:cs typeface="Book Antiqua"/>
              </a:rPr>
              <a:t>e</a:t>
            </a:r>
            <a:r>
              <a:rPr sz="2400" spc="60" dirty="0">
                <a:latin typeface="Book Antiqua"/>
                <a:cs typeface="Book Antiqua"/>
              </a:rPr>
              <a:t>m</a:t>
            </a:r>
            <a:r>
              <a:rPr sz="2400" spc="-15" dirty="0">
                <a:latin typeface="Book Antiqua"/>
                <a:cs typeface="Book Antiqua"/>
              </a:rPr>
              <a:t>s</a:t>
            </a:r>
            <a:endParaRPr sz="2400">
              <a:latin typeface="Book Antiqua"/>
              <a:cs typeface="Book Antiqu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469900" algn="l"/>
              </a:tabLst>
            </a:pPr>
            <a:r>
              <a:rPr sz="2400" spc="20" dirty="0">
                <a:latin typeface="Book Antiqua"/>
                <a:cs typeface="Book Antiqua"/>
              </a:rPr>
              <a:t>Ca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215" dirty="0">
                <a:latin typeface="Book Antiqua"/>
                <a:cs typeface="Book Antiqua"/>
              </a:rPr>
              <a:t>b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90" dirty="0">
                <a:latin typeface="Book Antiqua"/>
                <a:cs typeface="Book Antiqua"/>
              </a:rPr>
              <a:t>p</a:t>
            </a:r>
            <a:r>
              <a:rPr sz="2400" spc="5" dirty="0">
                <a:latin typeface="Book Antiqua"/>
                <a:cs typeface="Book Antiqua"/>
              </a:rPr>
              <a:t>pli</a:t>
            </a:r>
            <a:r>
              <a:rPr sz="2400" spc="10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d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Book Antiqua"/>
                <a:cs typeface="Book Antiqua"/>
              </a:rPr>
              <a:t>p</a:t>
            </a:r>
            <a:r>
              <a:rPr sz="2400" spc="-5" dirty="0">
                <a:latin typeface="Book Antiqua"/>
                <a:cs typeface="Book Antiqua"/>
              </a:rPr>
              <a:t>r</a:t>
            </a:r>
            <a:r>
              <a:rPr sz="2400" spc="90" dirty="0">
                <a:latin typeface="Book Antiqua"/>
                <a:cs typeface="Book Antiqua"/>
              </a:rPr>
              <a:t>o</a:t>
            </a:r>
            <a:r>
              <a:rPr sz="2400" spc="100" dirty="0">
                <a:latin typeface="Book Antiqua"/>
                <a:cs typeface="Book Antiqua"/>
              </a:rPr>
              <a:t>b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80" dirty="0">
                <a:latin typeface="Book Antiqua"/>
                <a:cs typeface="Book Antiqua"/>
              </a:rPr>
              <a:t>em</a:t>
            </a:r>
            <a:r>
              <a:rPr sz="2400" dirty="0">
                <a:latin typeface="Book Antiqua"/>
                <a:cs typeface="Book Antiqua"/>
              </a:rPr>
              <a:t>s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Book Antiqua"/>
                <a:cs typeface="Book Antiqua"/>
              </a:rPr>
              <a:t>th</a:t>
            </a:r>
            <a:r>
              <a:rPr sz="2400" spc="2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r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30" dirty="0">
                <a:latin typeface="Book Antiqua"/>
                <a:cs typeface="Book Antiqua"/>
              </a:rPr>
              <a:t>q</a:t>
            </a:r>
            <a:r>
              <a:rPr sz="2400" spc="35" dirty="0">
                <a:latin typeface="Book Antiqua"/>
                <a:cs typeface="Book Antiqua"/>
              </a:rPr>
              <a:t>u</a:t>
            </a:r>
            <a:r>
              <a:rPr sz="2400" spc="30" dirty="0">
                <a:latin typeface="Book Antiqua"/>
                <a:cs typeface="Book Antiqua"/>
              </a:rPr>
              <a:t>ir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s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Book Antiqua"/>
                <a:cs typeface="Book Antiqua"/>
              </a:rPr>
              <a:t>t</a:t>
            </a:r>
            <a:r>
              <a:rPr sz="2400" spc="85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spc="90" dirty="0">
                <a:latin typeface="Book Antiqua"/>
                <a:cs typeface="Book Antiqua"/>
              </a:rPr>
              <a:t>re</a:t>
            </a:r>
            <a:r>
              <a:rPr sz="2400" spc="100" dirty="0">
                <a:latin typeface="Book Antiqua"/>
                <a:cs typeface="Book Antiqua"/>
              </a:rPr>
              <a:t>co</a:t>
            </a:r>
            <a:r>
              <a:rPr sz="2400" spc="35" dirty="0">
                <a:latin typeface="Book Antiqua"/>
                <a:cs typeface="Book Antiqua"/>
              </a:rPr>
              <a:t>m</a:t>
            </a:r>
            <a:r>
              <a:rPr sz="2400" spc="30" dirty="0">
                <a:latin typeface="Book Antiqua"/>
                <a:cs typeface="Book Antiqua"/>
              </a:rPr>
              <a:t>p</a:t>
            </a:r>
            <a:r>
              <a:rPr sz="2400" spc="-60" dirty="0">
                <a:latin typeface="Book Antiqua"/>
                <a:cs typeface="Book Antiqua"/>
              </a:rPr>
              <a:t>u</a:t>
            </a:r>
            <a:r>
              <a:rPr sz="2400" spc="-50" dirty="0">
                <a:latin typeface="Book Antiqua"/>
                <a:cs typeface="Book Antiqua"/>
              </a:rPr>
              <a:t>t</a:t>
            </a:r>
            <a:r>
              <a:rPr sz="2400" spc="70" dirty="0">
                <a:latin typeface="Book Antiqua"/>
                <a:cs typeface="Book Antiqua"/>
              </a:rPr>
              <a:t>a</a:t>
            </a:r>
            <a:r>
              <a:rPr sz="2400" spc="-5" dirty="0">
                <a:latin typeface="Book Antiqua"/>
                <a:cs typeface="Book Antiqua"/>
              </a:rPr>
              <a:t>tio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f</a:t>
            </a:r>
            <a:endParaRPr sz="2400">
              <a:latin typeface="Book Antiqua"/>
              <a:cs typeface="Book Antiqua"/>
            </a:endParaRPr>
          </a:p>
          <a:p>
            <a:pPr marL="469265">
              <a:lnSpc>
                <a:spcPct val="100000"/>
              </a:lnSpc>
            </a:pP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Book Antiqua"/>
                <a:cs typeface="Book Antiqua"/>
              </a:rPr>
              <a:t>g</a:t>
            </a:r>
            <a:r>
              <a:rPr sz="2400" spc="130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Book Antiqua"/>
                <a:cs typeface="Book Antiqua"/>
              </a:rPr>
              <a:t>f</a:t>
            </a:r>
            <a:r>
              <a:rPr sz="2400" spc="-55" dirty="0">
                <a:latin typeface="Book Antiqua"/>
                <a:cs typeface="Book Antiqua"/>
              </a:rPr>
              <a:t>in</a:t>
            </a:r>
            <a:r>
              <a:rPr sz="2400" spc="-5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1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ti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spc="-3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.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6266" y="3671822"/>
            <a:ext cx="8896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65" dirty="0">
                <a:latin typeface="Book Antiqua"/>
                <a:cs typeface="Book Antiqua"/>
              </a:rPr>
              <a:t>va</a:t>
            </a:r>
            <a:r>
              <a:rPr sz="2400" spc="20" dirty="0">
                <a:latin typeface="Book Antiqua"/>
                <a:cs typeface="Book Antiqua"/>
              </a:rPr>
              <a:t>l</a:t>
            </a:r>
            <a:r>
              <a:rPr sz="2400" spc="25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es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11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-65" dirty="0"/>
              <a:t>D</a:t>
            </a:r>
            <a:r>
              <a:rPr spc="-40" dirty="0"/>
              <a:t>y</a:t>
            </a:r>
            <a:r>
              <a:rPr spc="-55" dirty="0"/>
              <a:t>na</a:t>
            </a:r>
            <a:r>
              <a:rPr spc="-70" dirty="0"/>
              <a:t>m</a:t>
            </a:r>
            <a:r>
              <a:rPr spc="-20" dirty="0"/>
              <a:t>ic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60" dirty="0"/>
              <a:t>P</a:t>
            </a:r>
            <a:r>
              <a:rPr spc="-40" dirty="0"/>
              <a:t>r</a:t>
            </a:r>
            <a:r>
              <a:rPr spc="-55" dirty="0"/>
              <a:t>og</a:t>
            </a:r>
            <a:r>
              <a:rPr spc="-40" dirty="0"/>
              <a:t>r</a:t>
            </a:r>
            <a:r>
              <a:rPr spc="-55" dirty="0"/>
              <a:t>a</a:t>
            </a:r>
            <a:r>
              <a:rPr spc="-70" dirty="0"/>
              <a:t>mm</a:t>
            </a:r>
            <a:r>
              <a:rPr spc="-25" dirty="0"/>
              <a:t>i</a:t>
            </a:r>
            <a:r>
              <a:rPr spc="-55" dirty="0"/>
              <a:t>n</a:t>
            </a:r>
            <a:r>
              <a:rPr spc="-25" dirty="0"/>
              <a:t>g</a:t>
            </a:r>
            <a:r>
              <a:rPr spc="170" dirty="0">
                <a:latin typeface="Times New Roman"/>
                <a:cs typeface="Times New Roman"/>
              </a:rPr>
              <a:t> </a:t>
            </a:r>
            <a:r>
              <a:rPr spc="-55" dirty="0"/>
              <a:t>App</a:t>
            </a:r>
            <a:r>
              <a:rPr spc="-40" dirty="0"/>
              <a:t>r</a:t>
            </a:r>
            <a:r>
              <a:rPr spc="-55" dirty="0"/>
              <a:t>oa</a:t>
            </a:r>
            <a:r>
              <a:rPr spc="-40" dirty="0"/>
              <a:t>c</a:t>
            </a:r>
            <a:r>
              <a:rPr spc="-55" dirty="0"/>
              <a:t>he</a:t>
            </a:r>
            <a:r>
              <a:rPr spc="-2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1094" y="1441198"/>
            <a:ext cx="10386695" cy="2308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buFont typeface="Wingdings"/>
              <a:buChar char=""/>
              <a:tabLst>
                <a:tab pos="469900" algn="l"/>
              </a:tabLst>
            </a:pPr>
            <a:r>
              <a:rPr sz="2400" b="1" spc="-15" dirty="0">
                <a:latin typeface="Calibri"/>
                <a:cs typeface="Calibri"/>
              </a:rPr>
              <a:t>T</a:t>
            </a:r>
            <a:r>
              <a:rPr sz="2400" b="1" spc="190" dirty="0">
                <a:latin typeface="Calibri"/>
                <a:cs typeface="Calibri"/>
              </a:rPr>
              <a:t>o</a:t>
            </a:r>
            <a:r>
              <a:rPr sz="2400" b="1" spc="-15" dirty="0">
                <a:latin typeface="Calibri"/>
                <a:cs typeface="Calibri"/>
              </a:rPr>
              <a:t>p</a:t>
            </a:r>
            <a:r>
              <a:rPr sz="2400" b="1" spc="270" dirty="0">
                <a:latin typeface="Times New Roman"/>
                <a:cs typeface="Times New Roman"/>
              </a:rPr>
              <a:t> </a:t>
            </a:r>
            <a:r>
              <a:rPr sz="2400" b="1" spc="200" dirty="0">
                <a:latin typeface="Calibri"/>
                <a:cs typeface="Calibri"/>
              </a:rPr>
              <a:t>d</a:t>
            </a:r>
            <a:r>
              <a:rPr sz="2400" b="1" spc="220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w</a:t>
            </a:r>
            <a:r>
              <a:rPr sz="2400" b="1" spc="-290" dirty="0">
                <a:latin typeface="Times New Roman"/>
                <a:cs typeface="Times New Roman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n</a:t>
            </a:r>
            <a:r>
              <a:rPr sz="2400" b="1" spc="140" dirty="0">
                <a:latin typeface="Times New Roman"/>
                <a:cs typeface="Times New Roman"/>
              </a:rPr>
              <a:t> </a:t>
            </a:r>
            <a:r>
              <a:rPr sz="2400" b="1" spc="200" dirty="0">
                <a:latin typeface="Calibri"/>
                <a:cs typeface="Calibri"/>
              </a:rPr>
              <a:t>a</a:t>
            </a:r>
            <a:r>
              <a:rPr sz="2400" b="1" spc="195" dirty="0">
                <a:latin typeface="Calibri"/>
                <a:cs typeface="Calibri"/>
              </a:rPr>
              <a:t>p</a:t>
            </a:r>
            <a:r>
              <a:rPr sz="2400" b="1" spc="200" dirty="0">
                <a:latin typeface="Calibri"/>
                <a:cs typeface="Calibri"/>
              </a:rPr>
              <a:t>p</a:t>
            </a:r>
            <a:r>
              <a:rPr sz="2400" b="1" spc="114" dirty="0">
                <a:latin typeface="Calibri"/>
                <a:cs typeface="Calibri"/>
              </a:rPr>
              <a:t>r</a:t>
            </a:r>
            <a:r>
              <a:rPr sz="2400" b="1" spc="190" dirty="0">
                <a:latin typeface="Calibri"/>
                <a:cs typeface="Calibri"/>
              </a:rPr>
              <a:t>o</a:t>
            </a:r>
            <a:r>
              <a:rPr sz="2400" b="1" spc="165" dirty="0">
                <a:latin typeface="Calibri"/>
                <a:cs typeface="Calibri"/>
              </a:rPr>
              <a:t>a</a:t>
            </a:r>
            <a:r>
              <a:rPr sz="2400" b="1" spc="195" dirty="0">
                <a:latin typeface="Calibri"/>
                <a:cs typeface="Calibri"/>
              </a:rPr>
              <a:t>ch</a:t>
            </a:r>
            <a:endParaRPr sz="2400" dirty="0">
              <a:latin typeface="Calibri"/>
              <a:cs typeface="Calibri"/>
            </a:endParaRPr>
          </a:p>
          <a:p>
            <a:pPr marL="926465" lvl="1" indent="-456565">
              <a:spcBef>
                <a:spcPts val="1190"/>
              </a:spcBef>
              <a:buFont typeface="Wingdings"/>
              <a:buChar char=""/>
              <a:tabLst>
                <a:tab pos="469900" algn="l"/>
              </a:tabLst>
            </a:pPr>
            <a:r>
              <a:rPr sz="2400" spc="-45" dirty="0">
                <a:latin typeface="Book Antiqua"/>
                <a:cs typeface="Book Antiqua"/>
              </a:rPr>
              <a:t>D</a:t>
            </a:r>
            <a:r>
              <a:rPr sz="2400" spc="-30" dirty="0">
                <a:latin typeface="Book Antiqua"/>
                <a:cs typeface="Book Antiqua"/>
              </a:rPr>
              <a:t>i</a:t>
            </a:r>
            <a:r>
              <a:rPr sz="2400" spc="-40" dirty="0">
                <a:latin typeface="Book Antiqua"/>
                <a:cs typeface="Book Antiqua"/>
              </a:rPr>
              <a:t>v</a:t>
            </a:r>
            <a:r>
              <a:rPr sz="2400" spc="-30" dirty="0">
                <a:latin typeface="Book Antiqua"/>
                <a:cs typeface="Book Antiqua"/>
              </a:rPr>
              <a:t>i</a:t>
            </a:r>
            <a:r>
              <a:rPr sz="2400" spc="-45" dirty="0">
                <a:latin typeface="Book Antiqua"/>
                <a:cs typeface="Book Antiqua"/>
              </a:rPr>
              <a:t>d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Book Antiqua"/>
                <a:cs typeface="Book Antiqua"/>
              </a:rPr>
              <a:t>in</a:t>
            </a:r>
            <a:r>
              <a:rPr sz="2400" spc="-55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Book Antiqua"/>
                <a:cs typeface="Book Antiqua"/>
              </a:rPr>
              <a:t>s</a:t>
            </a:r>
            <a:r>
              <a:rPr sz="2400" spc="15" dirty="0">
                <a:latin typeface="Book Antiqua"/>
                <a:cs typeface="Book Antiqua"/>
              </a:rPr>
              <a:t>m</a:t>
            </a:r>
            <a:r>
              <a:rPr sz="2400" spc="20" dirty="0">
                <a:latin typeface="Book Antiqua"/>
                <a:cs typeface="Book Antiqua"/>
              </a:rPr>
              <a:t>a</a:t>
            </a:r>
            <a:r>
              <a:rPr sz="2400" spc="-10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su</a:t>
            </a:r>
            <a:r>
              <a:rPr sz="2400" spc="60" dirty="0">
                <a:latin typeface="Book Antiqua"/>
                <a:cs typeface="Book Antiqua"/>
              </a:rPr>
              <a:t>b-</a:t>
            </a:r>
            <a:r>
              <a:rPr sz="2400" spc="55" dirty="0">
                <a:latin typeface="Book Antiqua"/>
                <a:cs typeface="Book Antiqua"/>
              </a:rPr>
              <a:t>pr</a:t>
            </a:r>
            <a:r>
              <a:rPr sz="2400" spc="40" dirty="0">
                <a:latin typeface="Book Antiqua"/>
                <a:cs typeface="Book Antiqua"/>
              </a:rPr>
              <a:t>o</a:t>
            </a:r>
            <a:r>
              <a:rPr sz="2400" spc="60" dirty="0">
                <a:latin typeface="Book Antiqua"/>
                <a:cs typeface="Book Antiqua"/>
              </a:rPr>
              <a:t>b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-5" dirty="0">
                <a:latin typeface="Book Antiqua"/>
                <a:cs typeface="Book Antiqua"/>
              </a:rPr>
              <a:t>ms</a:t>
            </a:r>
            <a:endParaRPr sz="2400" dirty="0">
              <a:latin typeface="Book Antiqua"/>
              <a:cs typeface="Book Antiqua"/>
            </a:endParaRPr>
          </a:p>
          <a:p>
            <a:pPr marL="926465" lvl="1" indent="-456565">
              <a:spcBef>
                <a:spcPts val="1200"/>
              </a:spcBef>
              <a:buFont typeface="Wingdings"/>
              <a:buChar char=""/>
              <a:tabLst>
                <a:tab pos="469900" algn="l"/>
              </a:tabLst>
            </a:pPr>
            <a:r>
              <a:rPr sz="2400" spc="-160" dirty="0">
                <a:latin typeface="Book Antiqua"/>
                <a:cs typeface="Book Antiqua"/>
              </a:rPr>
              <a:t>I</a:t>
            </a:r>
            <a:r>
              <a:rPr sz="2400" spc="-10" dirty="0">
                <a:latin typeface="Book Antiqua"/>
                <a:cs typeface="Book Antiqua"/>
              </a:rPr>
              <a:t>f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u</a:t>
            </a:r>
            <a:r>
              <a:rPr sz="2400" spc="45" dirty="0">
                <a:latin typeface="Book Antiqua"/>
                <a:cs typeface="Book Antiqua"/>
              </a:rPr>
              <a:t>b</a:t>
            </a:r>
            <a:r>
              <a:rPr sz="2400" spc="40" dirty="0">
                <a:latin typeface="Book Antiqua"/>
                <a:cs typeface="Book Antiqua"/>
              </a:rPr>
              <a:t>p</a:t>
            </a:r>
            <a:r>
              <a:rPr sz="2400" spc="60" dirty="0">
                <a:latin typeface="Book Antiqua"/>
                <a:cs typeface="Book Antiqua"/>
              </a:rPr>
              <a:t>r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spc="60" dirty="0">
                <a:latin typeface="Book Antiqua"/>
                <a:cs typeface="Book Antiqua"/>
              </a:rPr>
              <a:t>b</a:t>
            </a:r>
            <a:r>
              <a:rPr sz="2400" spc="20" dirty="0">
                <a:latin typeface="Book Antiqua"/>
                <a:cs typeface="Book Antiqua"/>
              </a:rPr>
              <a:t>l</a:t>
            </a:r>
            <a:r>
              <a:rPr sz="2400" spc="75" dirty="0">
                <a:latin typeface="Book Antiqua"/>
                <a:cs typeface="Book Antiqua"/>
              </a:rPr>
              <a:t>e</a:t>
            </a:r>
            <a:r>
              <a:rPr sz="2400" spc="-25" dirty="0">
                <a:latin typeface="Book Antiqua"/>
                <a:cs typeface="Book Antiqua"/>
              </a:rPr>
              <a:t>m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Book Antiqua"/>
                <a:cs typeface="Book Antiqua"/>
              </a:rPr>
              <a:t>a</a:t>
            </a:r>
            <a:r>
              <a:rPr sz="2400" spc="15" dirty="0">
                <a:latin typeface="Book Antiqua"/>
                <a:cs typeface="Book Antiqua"/>
              </a:rPr>
              <a:t>l</a:t>
            </a:r>
            <a:r>
              <a:rPr sz="2400" spc="20" dirty="0">
                <a:latin typeface="Book Antiqua"/>
                <a:cs typeface="Book Antiqua"/>
              </a:rPr>
              <a:t>r</a:t>
            </a:r>
            <a:r>
              <a:rPr sz="2400" spc="30" dirty="0">
                <a:latin typeface="Book Antiqua"/>
                <a:cs typeface="Book Antiqua"/>
              </a:rPr>
              <a:t>e</a:t>
            </a:r>
            <a:r>
              <a:rPr sz="2400" spc="-40" dirty="0">
                <a:latin typeface="Book Antiqua"/>
                <a:cs typeface="Book Antiqua"/>
              </a:rPr>
              <a:t>a</a:t>
            </a:r>
            <a:r>
              <a:rPr sz="2400" spc="-45" dirty="0">
                <a:latin typeface="Book Antiqua"/>
                <a:cs typeface="Book Antiqua"/>
              </a:rPr>
              <a:t>d</a:t>
            </a:r>
            <a:r>
              <a:rPr sz="2400" dirty="0">
                <a:latin typeface="Book Antiqua"/>
                <a:cs typeface="Book Antiqua"/>
              </a:rPr>
              <a:t>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0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15" dirty="0">
                <a:latin typeface="Book Antiqua"/>
                <a:cs typeface="Book Antiqua"/>
              </a:rPr>
              <a:t>l</a:t>
            </a:r>
            <a:r>
              <a:rPr sz="2400" spc="0" dirty="0">
                <a:latin typeface="Book Antiqua"/>
                <a:cs typeface="Book Antiqua"/>
              </a:rPr>
              <a:t>v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-5" dirty="0">
                <a:latin typeface="Book Antiqua"/>
                <a:cs typeface="Book Antiqua"/>
              </a:rPr>
              <a:t>d</a:t>
            </a:r>
            <a:r>
              <a:rPr sz="2400" spc="-10" dirty="0">
                <a:latin typeface="Book Antiqua"/>
                <a:cs typeface="Book Antiqua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Book Antiqua"/>
                <a:cs typeface="Book Antiqua"/>
              </a:rPr>
              <a:t>u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spc="-10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at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15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ti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</a:p>
          <a:p>
            <a:pPr marL="926465" lvl="1" indent="-456565">
              <a:spcBef>
                <a:spcPts val="1200"/>
              </a:spcBef>
              <a:buFont typeface="Wingdings"/>
              <a:buChar char=""/>
              <a:tabLst>
                <a:tab pos="469900" algn="l"/>
                <a:tab pos="2127885" algn="l"/>
                <a:tab pos="2737485" algn="l"/>
                <a:tab pos="4007485" algn="l"/>
                <a:tab pos="4380865" algn="l"/>
                <a:tab pos="6101715" algn="l"/>
                <a:tab pos="6548120" algn="l"/>
                <a:tab pos="7576820" algn="l"/>
                <a:tab pos="8108950" algn="l"/>
                <a:tab pos="10033635" algn="l"/>
              </a:tabLst>
            </a:pPr>
            <a:r>
              <a:rPr sz="2400" spc="-5" dirty="0">
                <a:latin typeface="Book Antiqua"/>
                <a:cs typeface="Book Antiqua"/>
              </a:rPr>
              <a:t>Ot</a:t>
            </a:r>
            <a:r>
              <a:rPr sz="2400" spc="-10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er</a:t>
            </a:r>
            <a:r>
              <a:rPr sz="2400" spc="-30" dirty="0">
                <a:latin typeface="Book Antiqua"/>
                <a:cs typeface="Book Antiqua"/>
              </a:rPr>
              <a:t>w</a:t>
            </a:r>
            <a:r>
              <a:rPr sz="2400" spc="30" dirty="0">
                <a:latin typeface="Book Antiqua"/>
                <a:cs typeface="Book Antiqua"/>
              </a:rPr>
              <a:t>i</a:t>
            </a:r>
            <a:r>
              <a:rPr sz="2400" spc="20" dirty="0">
                <a:latin typeface="Book Antiqua"/>
                <a:cs typeface="Book Antiqua"/>
              </a:rPr>
              <a:t>s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spc="60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1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ut</a:t>
            </a:r>
            <a:r>
              <a:rPr sz="2400" spc="5" dirty="0">
                <a:latin typeface="Book Antiqua"/>
                <a:cs typeface="Book Antiqua"/>
              </a:rPr>
              <a:t>i</a:t>
            </a:r>
            <a:r>
              <a:rPr sz="2400" spc="-15" dirty="0">
                <a:latin typeface="Book Antiqua"/>
                <a:cs typeface="Book Antiqua"/>
              </a:rPr>
              <a:t>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Book Antiqua"/>
                <a:cs typeface="Book Antiqua"/>
              </a:rPr>
              <a:t>i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0" dirty="0">
                <a:latin typeface="Book Antiqua"/>
                <a:cs typeface="Book Antiqua"/>
              </a:rPr>
              <a:t>m</a:t>
            </a:r>
            <a:r>
              <a:rPr sz="2400" spc="45" dirty="0">
                <a:latin typeface="Book Antiqua"/>
                <a:cs typeface="Book Antiqua"/>
              </a:rPr>
              <a:t>e</a:t>
            </a:r>
            <a:r>
              <a:rPr sz="2400" spc="10" dirty="0">
                <a:latin typeface="Book Antiqua"/>
                <a:cs typeface="Book Antiqua"/>
              </a:rPr>
              <a:t>m</a:t>
            </a:r>
            <a:r>
              <a:rPr sz="2400" spc="25" dirty="0">
                <a:latin typeface="Book Antiqua"/>
                <a:cs typeface="Book Antiqua"/>
              </a:rPr>
              <a:t>o</a:t>
            </a:r>
            <a:r>
              <a:rPr sz="2400" spc="30" dirty="0">
                <a:latin typeface="Book Antiqua"/>
                <a:cs typeface="Book Antiqua"/>
              </a:rPr>
              <a:t>i</a:t>
            </a:r>
            <a:r>
              <a:rPr sz="2400" spc="45" dirty="0">
                <a:latin typeface="Book Antiqua"/>
                <a:cs typeface="Book Antiqua"/>
              </a:rPr>
              <a:t>z</a:t>
            </a:r>
            <a:r>
              <a:rPr sz="2400" spc="25" dirty="0">
                <a:latin typeface="Book Antiqua"/>
                <a:cs typeface="Book Antiqua"/>
              </a:rPr>
              <a:t>e</a:t>
            </a:r>
            <a:r>
              <a:rPr sz="2400" spc="40" dirty="0">
                <a:latin typeface="Book Antiqua"/>
                <a:cs typeface="Book Antiqua"/>
              </a:rPr>
              <a:t>d</a:t>
            </a:r>
            <a:r>
              <a:rPr sz="2400" dirty="0">
                <a:latin typeface="Book Antiqua"/>
                <a:cs typeface="Book Antiqua"/>
              </a:rPr>
              <a:t>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55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14" dirty="0">
                <a:latin typeface="Book Antiqua"/>
                <a:cs typeface="Book Antiqua"/>
              </a:rPr>
              <a:t>s</a:t>
            </a:r>
            <a:r>
              <a:rPr sz="2400" spc="135" dirty="0">
                <a:latin typeface="Book Antiqua"/>
                <a:cs typeface="Book Antiqua"/>
              </a:rPr>
              <a:t>p</a:t>
            </a:r>
            <a:r>
              <a:rPr sz="2400" spc="150" dirty="0">
                <a:latin typeface="Book Antiqua"/>
                <a:cs typeface="Book Antiqua"/>
              </a:rPr>
              <a:t>e</a:t>
            </a:r>
            <a:r>
              <a:rPr sz="2400" spc="12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Book Antiqua"/>
                <a:cs typeface="Book Antiqua"/>
              </a:rPr>
              <a:t>up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20" dirty="0">
                <a:latin typeface="Book Antiqua"/>
                <a:cs typeface="Book Antiqua"/>
              </a:rPr>
              <a:t>c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spc="10" dirty="0">
                <a:latin typeface="Book Antiqua"/>
                <a:cs typeface="Book Antiqua"/>
              </a:rPr>
              <a:t>m</a:t>
            </a:r>
            <a:r>
              <a:rPr sz="2400" spc="30" dirty="0">
                <a:latin typeface="Book Antiqua"/>
                <a:cs typeface="Book Antiqua"/>
              </a:rPr>
              <a:t>p</a:t>
            </a:r>
            <a:r>
              <a:rPr sz="2400" spc="50" dirty="0">
                <a:latin typeface="Book Antiqua"/>
                <a:cs typeface="Book Antiqua"/>
              </a:rPr>
              <a:t>u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5" dirty="0">
                <a:latin typeface="Book Antiqua"/>
                <a:cs typeface="Book Antiqua"/>
              </a:rPr>
              <a:t>a</a:t>
            </a:r>
            <a:r>
              <a:rPr sz="2400" spc="15" dirty="0">
                <a:latin typeface="Book Antiqua"/>
                <a:cs typeface="Book Antiqua"/>
              </a:rPr>
              <a:t>t</a:t>
            </a:r>
            <a:r>
              <a:rPr sz="2400" spc="5" dirty="0">
                <a:latin typeface="Book Antiqua"/>
                <a:cs typeface="Book Antiqua"/>
              </a:rPr>
              <a:t>i</a:t>
            </a:r>
            <a:r>
              <a:rPr sz="2400" spc="1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Book Antiqua"/>
                <a:cs typeface="Book Antiqua"/>
              </a:rPr>
              <a:t>by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8296" y="3720397"/>
            <a:ext cx="7050299" cy="178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265">
              <a:lnSpc>
                <a:spcPct val="100000"/>
              </a:lnSpc>
              <a:tabLst>
                <a:tab pos="1596390" algn="l"/>
                <a:tab pos="2205990" algn="l"/>
                <a:tab pos="3265170" algn="l"/>
                <a:tab pos="3955415" algn="l"/>
                <a:tab pos="5401945" algn="l"/>
              </a:tabLst>
            </a:pPr>
            <a:r>
              <a:rPr lang="en-IN" sz="2400" spc="-10" dirty="0">
                <a:latin typeface="Book Antiqua"/>
                <a:cs typeface="Book Antiqua"/>
              </a:rPr>
              <a:t>                 </a:t>
            </a:r>
            <a:r>
              <a:rPr sz="2400" spc="-10" dirty="0">
                <a:latin typeface="Book Antiqua"/>
                <a:cs typeface="Book Antiqua"/>
              </a:rPr>
              <a:t>s</a:t>
            </a:r>
            <a:r>
              <a:rPr sz="2400" spc="-15" dirty="0">
                <a:latin typeface="Book Antiqua"/>
                <a:cs typeface="Book Antiqua"/>
              </a:rPr>
              <a:t>t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-20" dirty="0">
                <a:latin typeface="Book Antiqua"/>
                <a:cs typeface="Book Antiqua"/>
              </a:rPr>
              <a:t>in</a:t>
            </a:r>
            <a:r>
              <a:rPr sz="2400" dirty="0">
                <a:latin typeface="Book Antiqua"/>
                <a:cs typeface="Book Antiqua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Book Antiqua"/>
                <a:cs typeface="Book Antiqua"/>
              </a:rPr>
              <a:t>t</a:t>
            </a:r>
            <a:r>
              <a:rPr sz="2400" spc="-10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Book Antiqua"/>
                <a:cs typeface="Book Antiqua"/>
              </a:rPr>
              <a:t>results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15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5" dirty="0">
                <a:latin typeface="Book Antiqua"/>
                <a:cs typeface="Book Antiqua"/>
              </a:rPr>
              <a:t>r</a:t>
            </a:r>
            <a:r>
              <a:rPr sz="2400" spc="-1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tu</a:t>
            </a:r>
            <a:r>
              <a:rPr sz="2400" spc="-5" dirty="0">
                <a:latin typeface="Book Antiqua"/>
                <a:cs typeface="Book Antiqua"/>
              </a:rPr>
              <a:t>r</a:t>
            </a:r>
            <a:r>
              <a:rPr sz="2400" spc="-80" dirty="0">
                <a:latin typeface="Book Antiqua"/>
                <a:cs typeface="Book Antiqua"/>
              </a:rPr>
              <a:t>n</a:t>
            </a:r>
            <a:r>
              <a:rPr sz="2400" spc="-30" dirty="0">
                <a:latin typeface="Book Antiqua"/>
                <a:cs typeface="Book Antiqua"/>
              </a:rPr>
              <a:t>i</a:t>
            </a:r>
            <a:r>
              <a:rPr sz="2400" spc="65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lang="en-IN" sz="2400" dirty="0">
                <a:latin typeface="Book Antiqua"/>
                <a:cs typeface="Book Antiqua"/>
              </a:rPr>
              <a:t> </a:t>
            </a:r>
            <a:r>
              <a:rPr sz="2400" spc="-30" dirty="0">
                <a:latin typeface="Book Antiqua"/>
                <a:cs typeface="Book Antiqua"/>
              </a:rPr>
              <a:t>inp</a:t>
            </a:r>
            <a:r>
              <a:rPr sz="2400" spc="-20" dirty="0">
                <a:latin typeface="Book Antiqua"/>
                <a:cs typeface="Book Antiqua"/>
              </a:rPr>
              <a:t>u</a:t>
            </a:r>
            <a:r>
              <a:rPr sz="2400" spc="-4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occ</a:t>
            </a:r>
            <a:r>
              <a:rPr sz="2400" spc="50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agai</a:t>
            </a:r>
            <a:r>
              <a:rPr sz="2400" spc="4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.</a:t>
            </a:r>
          </a:p>
          <a:p>
            <a:pPr marL="926465" lvl="1" indent="-456565">
              <a:spcBef>
                <a:spcPts val="1210"/>
              </a:spcBef>
              <a:buFont typeface="Wingdings"/>
              <a:buChar char=""/>
              <a:tabLst>
                <a:tab pos="469900" algn="l"/>
              </a:tabLst>
            </a:pPr>
            <a:r>
              <a:rPr sz="2400" b="1" spc="220" dirty="0">
                <a:latin typeface="Calibri"/>
                <a:cs typeface="Calibri"/>
              </a:rPr>
              <a:t>B</a:t>
            </a:r>
            <a:r>
              <a:rPr sz="2400" b="1" spc="200" dirty="0">
                <a:latin typeface="Calibri"/>
                <a:cs typeface="Calibri"/>
              </a:rPr>
              <a:t>o</a:t>
            </a:r>
            <a:r>
              <a:rPr sz="2400" b="1" spc="5" dirty="0">
                <a:latin typeface="Calibri"/>
                <a:cs typeface="Calibri"/>
              </a:rPr>
              <a:t>t</a:t>
            </a:r>
            <a:r>
              <a:rPr sz="2400" b="1" spc="-5" dirty="0">
                <a:latin typeface="Calibri"/>
                <a:cs typeface="Calibri"/>
              </a:rPr>
              <a:t>t</a:t>
            </a:r>
            <a:r>
              <a:rPr sz="2400" b="1" spc="245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m</a:t>
            </a:r>
            <a:r>
              <a:rPr sz="2400" b="1" spc="245" dirty="0">
                <a:latin typeface="Times New Roman"/>
                <a:cs typeface="Times New Roman"/>
              </a:rPr>
              <a:t> </a:t>
            </a:r>
            <a:r>
              <a:rPr sz="2400" b="1" spc="200" dirty="0">
                <a:latin typeface="Calibri"/>
                <a:cs typeface="Calibri"/>
              </a:rPr>
              <a:t>u</a:t>
            </a:r>
            <a:r>
              <a:rPr sz="2400" b="1" spc="-15" dirty="0">
                <a:latin typeface="Calibri"/>
                <a:cs typeface="Calibri"/>
              </a:rPr>
              <a:t>p</a:t>
            </a:r>
            <a:r>
              <a:rPr sz="2400" b="1" spc="220" dirty="0">
                <a:latin typeface="Times New Roman"/>
                <a:cs typeface="Times New Roman"/>
              </a:rPr>
              <a:t> </a:t>
            </a:r>
            <a:r>
              <a:rPr sz="2400" b="1" spc="200" dirty="0">
                <a:latin typeface="Calibri"/>
                <a:cs typeface="Calibri"/>
              </a:rPr>
              <a:t>a</a:t>
            </a:r>
            <a:r>
              <a:rPr sz="2400" b="1" spc="195" dirty="0">
                <a:latin typeface="Calibri"/>
                <a:cs typeface="Calibri"/>
              </a:rPr>
              <a:t>p</a:t>
            </a:r>
            <a:r>
              <a:rPr sz="2400" b="1" spc="200" dirty="0">
                <a:latin typeface="Calibri"/>
                <a:cs typeface="Calibri"/>
              </a:rPr>
              <a:t>p</a:t>
            </a:r>
            <a:r>
              <a:rPr sz="2400" b="1" spc="114" dirty="0">
                <a:latin typeface="Calibri"/>
                <a:cs typeface="Calibri"/>
              </a:rPr>
              <a:t>r</a:t>
            </a:r>
            <a:r>
              <a:rPr sz="2400" b="1" spc="190" dirty="0">
                <a:latin typeface="Calibri"/>
                <a:cs typeface="Calibri"/>
              </a:rPr>
              <a:t>o</a:t>
            </a:r>
            <a:r>
              <a:rPr sz="2400" b="1" spc="165" dirty="0">
                <a:latin typeface="Calibri"/>
                <a:cs typeface="Calibri"/>
              </a:rPr>
              <a:t>a</a:t>
            </a:r>
            <a:r>
              <a:rPr sz="2400" b="1" spc="195" dirty="0">
                <a:latin typeface="Calibri"/>
                <a:cs typeface="Calibri"/>
              </a:rPr>
              <a:t>ch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2400" spc="-15" dirty="0">
                <a:latin typeface="Wingdings"/>
                <a:cs typeface="Wingdings"/>
              </a:rPr>
              <a:t></a:t>
            </a:r>
            <a:endParaRPr sz="2400" dirty="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67725" y="3770730"/>
            <a:ext cx="436308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83005" algn="l"/>
                <a:tab pos="2113915" algn="l"/>
                <a:tab pos="3030220" algn="l"/>
                <a:tab pos="3641090" algn="l"/>
              </a:tabLst>
            </a:pPr>
            <a:r>
              <a:rPr sz="2400" spc="95" dirty="0">
                <a:latin typeface="Book Antiqua"/>
                <a:cs typeface="Book Antiqua"/>
              </a:rPr>
              <a:t>c</a:t>
            </a:r>
            <a:r>
              <a:rPr sz="2400" spc="114" dirty="0">
                <a:latin typeface="Book Antiqua"/>
                <a:cs typeface="Book Antiqua"/>
              </a:rPr>
              <a:t>a</a:t>
            </a:r>
            <a:r>
              <a:rPr sz="2400" spc="95" dirty="0">
                <a:latin typeface="Book Antiqua"/>
                <a:cs typeface="Book Antiqua"/>
              </a:rPr>
              <a:t>c</a:t>
            </a:r>
            <a:r>
              <a:rPr sz="2400" spc="85" dirty="0">
                <a:latin typeface="Book Antiqua"/>
                <a:cs typeface="Book Antiqua"/>
              </a:rPr>
              <a:t>h</a:t>
            </a:r>
            <a:r>
              <a:rPr sz="2400" spc="90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Book Antiqua"/>
                <a:cs typeface="Book Antiqua"/>
              </a:rPr>
              <a:t>resu</a:t>
            </a:r>
            <a:r>
              <a:rPr sz="2400" spc="1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Book Antiqua"/>
                <a:cs typeface="Book Antiqua"/>
              </a:rPr>
              <a:t>wh</a:t>
            </a:r>
            <a:r>
              <a:rPr sz="2400" spc="-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spc="-10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0" dirty="0">
                <a:latin typeface="Book Antiqua"/>
                <a:cs typeface="Book Antiqua"/>
              </a:rPr>
              <a:t>s</a:t>
            </a:r>
            <a:r>
              <a:rPr sz="2400" spc="20" dirty="0">
                <a:latin typeface="Book Antiqua"/>
                <a:cs typeface="Book Antiqua"/>
              </a:rPr>
              <a:t>a</a:t>
            </a:r>
            <a:r>
              <a:rPr sz="2400" spc="50" dirty="0">
                <a:latin typeface="Book Antiqua"/>
                <a:cs typeface="Book Antiqua"/>
              </a:rPr>
              <a:t>m</a:t>
            </a:r>
            <a:r>
              <a:rPr sz="2400" dirty="0">
                <a:latin typeface="Book Antiqua"/>
                <a:cs typeface="Book Antiqua"/>
              </a:rPr>
              <a:t>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35959" y="4921753"/>
            <a:ext cx="6664325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98600" algn="l"/>
                <a:tab pos="2019935" algn="l"/>
                <a:tab pos="2980055" algn="l"/>
                <a:tab pos="4557395" algn="l"/>
                <a:tab pos="5243195" algn="l"/>
              </a:tabLst>
            </a:pPr>
            <a:r>
              <a:rPr sz="2400" spc="10" dirty="0">
                <a:latin typeface="Book Antiqua"/>
                <a:cs typeface="Book Antiqua"/>
              </a:rPr>
              <a:t>s</a:t>
            </a:r>
            <a:r>
              <a:rPr sz="2400" spc="5" dirty="0">
                <a:latin typeface="Book Antiqua"/>
                <a:cs typeface="Book Antiqua"/>
              </a:rPr>
              <a:t>o</a:t>
            </a:r>
            <a:r>
              <a:rPr sz="2400" spc="1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tion</a:t>
            </a:r>
            <a:r>
              <a:rPr sz="2400" dirty="0">
                <a:latin typeface="Book Antiqua"/>
                <a:cs typeface="Book Antiqua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35" dirty="0">
                <a:latin typeface="Book Antiqua"/>
                <a:cs typeface="Book Antiqua"/>
              </a:rPr>
              <a:t>sm</a:t>
            </a:r>
            <a:r>
              <a:rPr sz="2400" spc="20" dirty="0">
                <a:latin typeface="Book Antiqua"/>
                <a:cs typeface="Book Antiqua"/>
              </a:rPr>
              <a:t>a</a:t>
            </a:r>
            <a:r>
              <a:rPr sz="2400" spc="-10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75" dirty="0">
                <a:latin typeface="Book Antiqua"/>
                <a:cs typeface="Book Antiqua"/>
              </a:rPr>
              <a:t>p</a:t>
            </a:r>
            <a:r>
              <a:rPr sz="2400" spc="80" dirty="0">
                <a:latin typeface="Book Antiqua"/>
                <a:cs typeface="Book Antiqua"/>
              </a:rPr>
              <a:t>r</a:t>
            </a:r>
            <a:r>
              <a:rPr sz="2400" spc="85" dirty="0">
                <a:latin typeface="Book Antiqua"/>
                <a:cs typeface="Book Antiqua"/>
              </a:rPr>
              <a:t>ob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15" dirty="0">
                <a:latin typeface="Book Antiqua"/>
                <a:cs typeface="Book Antiqua"/>
              </a:rPr>
              <a:t>m</a:t>
            </a:r>
            <a:r>
              <a:rPr sz="2400" dirty="0">
                <a:latin typeface="Book Antiqua"/>
                <a:cs typeface="Book Antiqua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55" dirty="0">
                <a:latin typeface="Book Antiqua"/>
                <a:cs typeface="Book Antiqua"/>
              </a:rPr>
              <a:t>ar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60" dirty="0">
                <a:latin typeface="Book Antiqua"/>
                <a:cs typeface="Book Antiqua"/>
              </a:rPr>
              <a:t>c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60" dirty="0">
                <a:latin typeface="Book Antiqua"/>
                <a:cs typeface="Book Antiqua"/>
              </a:rPr>
              <a:t>lc</a:t>
            </a:r>
            <a:r>
              <a:rPr sz="2400" spc="10" dirty="0">
                <a:latin typeface="Book Antiqua"/>
                <a:cs typeface="Book Antiqua"/>
              </a:rPr>
              <a:t>u</a:t>
            </a:r>
            <a:r>
              <a:rPr sz="2400" spc="5" dirty="0">
                <a:latin typeface="Book Antiqua"/>
                <a:cs typeface="Book Antiqua"/>
              </a:rPr>
              <a:t>lat</a:t>
            </a:r>
            <a:r>
              <a:rPr sz="2400" spc="20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d</a:t>
            </a:r>
            <a:endParaRPr sz="2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2400" spc="210" dirty="0">
                <a:latin typeface="Book Antiqua"/>
                <a:cs typeface="Book Antiqua"/>
              </a:rPr>
              <a:t>g</a:t>
            </a:r>
            <a:r>
              <a:rPr sz="2400" spc="170" dirty="0">
                <a:latin typeface="Book Antiqua"/>
                <a:cs typeface="Book Antiqua"/>
              </a:rPr>
              <a:t>e</a:t>
            </a:r>
            <a:r>
              <a:rPr sz="2400" spc="100" dirty="0">
                <a:latin typeface="Book Antiqua"/>
                <a:cs typeface="Book Antiqua"/>
              </a:rPr>
              <a:t>n</a:t>
            </a:r>
            <a:r>
              <a:rPr sz="2400" spc="85" dirty="0">
                <a:latin typeface="Book Antiqua"/>
                <a:cs typeface="Book Antiqua"/>
              </a:rPr>
              <a:t>e</a:t>
            </a:r>
            <a:r>
              <a:rPr sz="2400" spc="30" dirty="0">
                <a:latin typeface="Book Antiqua"/>
                <a:cs typeface="Book Antiqua"/>
              </a:rPr>
              <a:t>rat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1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ti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spc="55" dirty="0">
                <a:latin typeface="Book Antiqua"/>
                <a:cs typeface="Book Antiqua"/>
              </a:rPr>
              <a:t>n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Book Antiqua"/>
                <a:cs typeface="Book Antiqua"/>
              </a:rPr>
              <a:t>p</a:t>
            </a:r>
            <a:r>
              <a:rPr sz="2400" spc="80" dirty="0">
                <a:latin typeface="Book Antiqua"/>
                <a:cs typeface="Book Antiqua"/>
              </a:rPr>
              <a:t>r</a:t>
            </a:r>
            <a:r>
              <a:rPr sz="2400" spc="70" dirty="0">
                <a:latin typeface="Book Antiqua"/>
                <a:cs typeface="Book Antiqua"/>
              </a:rPr>
              <a:t>o</a:t>
            </a:r>
            <a:r>
              <a:rPr sz="2400" spc="85" dirty="0">
                <a:latin typeface="Book Antiqua"/>
                <a:cs typeface="Book Antiqua"/>
              </a:rPr>
              <a:t>b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-45" dirty="0">
                <a:latin typeface="Book Antiqua"/>
                <a:cs typeface="Book Antiqua"/>
              </a:rPr>
              <a:t>m</a:t>
            </a:r>
            <a:r>
              <a:rPr sz="2400" dirty="0">
                <a:latin typeface="Book Antiqua"/>
                <a:cs typeface="Book Antiqua"/>
              </a:rPr>
              <a:t>.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34613" y="4921753"/>
            <a:ext cx="82931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60" dirty="0">
                <a:latin typeface="Book Antiqua"/>
                <a:cs typeface="Book Antiqua"/>
              </a:rPr>
              <a:t>w</a:t>
            </a:r>
            <a:r>
              <a:rPr sz="2400" spc="-105" dirty="0">
                <a:latin typeface="Book Antiqua"/>
                <a:cs typeface="Book Antiqua"/>
              </a:rPr>
              <a:t>h</a:t>
            </a:r>
            <a:r>
              <a:rPr sz="2400" spc="5" dirty="0">
                <a:latin typeface="Book Antiqua"/>
                <a:cs typeface="Book Antiqua"/>
              </a:rPr>
              <a:t>i</a:t>
            </a:r>
            <a:r>
              <a:rPr sz="2400" spc="10" dirty="0">
                <a:latin typeface="Book Antiqua"/>
                <a:cs typeface="Book Antiqua"/>
              </a:rPr>
              <a:t>c</a:t>
            </a:r>
            <a:r>
              <a:rPr sz="2400" dirty="0">
                <a:latin typeface="Book Antiqua"/>
                <a:cs typeface="Book Antiqua"/>
              </a:rPr>
              <a:t>h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87947" y="4921753"/>
            <a:ext cx="19685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75130" algn="l"/>
              </a:tabLst>
            </a:pPr>
            <a:r>
              <a:rPr sz="2400" spc="70" dirty="0">
                <a:latin typeface="Book Antiqua"/>
                <a:cs typeface="Book Antiqua"/>
              </a:rPr>
              <a:t>c</a:t>
            </a:r>
            <a:r>
              <a:rPr sz="2400" spc="65" dirty="0">
                <a:latin typeface="Book Antiqua"/>
                <a:cs typeface="Book Antiqua"/>
              </a:rPr>
              <a:t>o</a:t>
            </a:r>
            <a:r>
              <a:rPr sz="2400" spc="70" dirty="0">
                <a:latin typeface="Book Antiqua"/>
                <a:cs typeface="Book Antiqua"/>
              </a:rPr>
              <a:t>mb</a:t>
            </a:r>
            <a:r>
              <a:rPr sz="2400" spc="65" dirty="0">
                <a:latin typeface="Book Antiqua"/>
                <a:cs typeface="Book Antiqua"/>
              </a:rPr>
              <a:t>i</a:t>
            </a:r>
            <a:r>
              <a:rPr sz="2400" spc="75" dirty="0">
                <a:latin typeface="Book Antiqua"/>
                <a:cs typeface="Book Antiqua"/>
              </a:rPr>
              <a:t>n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55" dirty="0">
                <a:latin typeface="Book Antiqua"/>
                <a:cs typeface="Book Antiqua"/>
              </a:rPr>
              <a:t>to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12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8299" y="416425"/>
            <a:ext cx="399415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5" dirty="0">
                <a:latin typeface="Arial"/>
                <a:cs typeface="Arial"/>
              </a:rPr>
              <a:t>E</a:t>
            </a:r>
            <a:r>
              <a:rPr sz="4000" spc="-40" dirty="0">
                <a:latin typeface="Arial"/>
                <a:cs typeface="Arial"/>
              </a:rPr>
              <a:t>x</a:t>
            </a:r>
            <a:r>
              <a:rPr sz="4000" spc="-50" dirty="0">
                <a:latin typeface="Arial"/>
                <a:cs typeface="Arial"/>
              </a:rPr>
              <a:t>a</a:t>
            </a:r>
            <a:r>
              <a:rPr sz="4000" spc="-65" dirty="0">
                <a:latin typeface="Arial"/>
                <a:cs typeface="Arial"/>
              </a:rPr>
              <a:t>m</a:t>
            </a:r>
            <a:r>
              <a:rPr sz="4000" spc="-45" dirty="0">
                <a:latin typeface="Arial"/>
                <a:cs typeface="Arial"/>
              </a:rPr>
              <a:t>pl</a:t>
            </a:r>
            <a:r>
              <a:rPr sz="4000" spc="-25" dirty="0">
                <a:latin typeface="Arial"/>
                <a:cs typeface="Arial"/>
              </a:rPr>
              <a:t>e</a:t>
            </a:r>
            <a:r>
              <a:rPr sz="4000" spc="110" dirty="0">
                <a:latin typeface="Times New Roman"/>
                <a:cs typeface="Times New Roman"/>
              </a:rPr>
              <a:t> </a:t>
            </a:r>
            <a:r>
              <a:rPr sz="4000" spc="-45" dirty="0">
                <a:latin typeface="Arial"/>
                <a:cs typeface="Arial"/>
              </a:rPr>
              <a:t>Proble</a:t>
            </a:r>
            <a:r>
              <a:rPr sz="4000" spc="-35" dirty="0">
                <a:latin typeface="Arial"/>
                <a:cs typeface="Arial"/>
              </a:rPr>
              <a:t>m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8843" y="1924952"/>
            <a:ext cx="6469380" cy="2773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" indent="-406400">
              <a:lnSpc>
                <a:spcPct val="100000"/>
              </a:lnSpc>
              <a:buFont typeface="Wingdings"/>
              <a:buChar char=""/>
              <a:tabLst>
                <a:tab pos="419734" algn="l"/>
              </a:tabLst>
            </a:pPr>
            <a:r>
              <a:rPr sz="2400" spc="30" dirty="0">
                <a:latin typeface="Book Antiqua"/>
                <a:cs typeface="Book Antiqua"/>
              </a:rPr>
              <a:t>Fi</a:t>
            </a:r>
            <a:r>
              <a:rPr sz="2400" spc="25" dirty="0">
                <a:latin typeface="Book Antiqua"/>
                <a:cs typeface="Book Antiqua"/>
              </a:rPr>
              <a:t>b</a:t>
            </a:r>
            <a:r>
              <a:rPr sz="2400" spc="40" dirty="0">
                <a:latin typeface="Book Antiqua"/>
                <a:cs typeface="Book Antiqua"/>
              </a:rPr>
              <a:t>o</a:t>
            </a:r>
            <a:r>
              <a:rPr sz="2400" spc="50" dirty="0">
                <a:latin typeface="Book Antiqua"/>
                <a:cs typeface="Book Antiqua"/>
              </a:rPr>
              <a:t>n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45" dirty="0">
                <a:latin typeface="Book Antiqua"/>
                <a:cs typeface="Book Antiqua"/>
              </a:rPr>
              <a:t>cc</a:t>
            </a:r>
            <a:r>
              <a:rPr sz="2400" dirty="0">
                <a:latin typeface="Book Antiqua"/>
                <a:cs typeface="Book Antiqua"/>
              </a:rPr>
              <a:t>i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n</a:t>
            </a:r>
            <a:r>
              <a:rPr sz="2400" spc="60" dirty="0">
                <a:latin typeface="Book Antiqua"/>
                <a:cs typeface="Book Antiqua"/>
              </a:rPr>
              <a:t>u</a:t>
            </a:r>
            <a:r>
              <a:rPr sz="2400" spc="35" dirty="0">
                <a:latin typeface="Book Antiqua"/>
                <a:cs typeface="Book Antiqua"/>
              </a:rPr>
              <a:t>m</a:t>
            </a:r>
            <a:r>
              <a:rPr sz="2400" spc="70" dirty="0">
                <a:latin typeface="Book Antiqua"/>
                <a:cs typeface="Book Antiqua"/>
              </a:rPr>
              <a:t>b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-35" dirty="0">
                <a:latin typeface="Book Antiqua"/>
                <a:cs typeface="Book Antiqua"/>
              </a:rPr>
              <a:t>rs</a:t>
            </a:r>
            <a:r>
              <a:rPr sz="2400" dirty="0">
                <a:latin typeface="Book Antiqua"/>
                <a:cs typeface="Book Antiqua"/>
              </a:rPr>
              <a:t>:</a:t>
            </a:r>
            <a:endParaRPr sz="2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  <a:tabLst>
                <a:tab pos="419100" algn="l"/>
              </a:tabLst>
            </a:pPr>
            <a:r>
              <a:rPr sz="2400" spc="-15" dirty="0">
                <a:latin typeface="Wingdings"/>
                <a:cs typeface="Wingdings"/>
              </a:rPr>
              <a:t></a:t>
            </a:r>
            <a:r>
              <a:rPr sz="2400" spc="-15" dirty="0">
                <a:latin typeface="Times New Roman"/>
                <a:cs typeface="Times New Roman"/>
              </a:rPr>
              <a:t>	</a:t>
            </a:r>
            <a:r>
              <a:rPr sz="2400" spc="-65" dirty="0">
                <a:latin typeface="Book Antiqua"/>
                <a:cs typeface="Book Antiqua"/>
              </a:rPr>
              <a:t>F</a:t>
            </a:r>
            <a:r>
              <a:rPr sz="2400" spc="-35" dirty="0">
                <a:latin typeface="Book Antiqua"/>
                <a:cs typeface="Book Antiqua"/>
              </a:rPr>
              <a:t>(</a:t>
            </a:r>
            <a:r>
              <a:rPr sz="2400" spc="60" dirty="0">
                <a:latin typeface="Book Antiqua"/>
                <a:cs typeface="Book Antiqua"/>
              </a:rPr>
              <a:t>0</a:t>
            </a:r>
            <a:r>
              <a:rPr sz="2400" dirty="0">
                <a:latin typeface="Book Antiqua"/>
                <a:cs typeface="Book Antiqua"/>
              </a:rPr>
              <a:t>)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=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Book Antiqua"/>
                <a:cs typeface="Book Antiqua"/>
              </a:rPr>
              <a:t>0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Book Antiqua"/>
                <a:cs typeface="Book Antiqua"/>
              </a:rPr>
              <a:t>F</a:t>
            </a:r>
            <a:r>
              <a:rPr sz="2400" spc="-35" dirty="0">
                <a:latin typeface="Book Antiqua"/>
                <a:cs typeface="Book Antiqua"/>
              </a:rPr>
              <a:t>(</a:t>
            </a:r>
            <a:r>
              <a:rPr sz="2400" spc="60" dirty="0">
                <a:latin typeface="Book Antiqua"/>
                <a:cs typeface="Book Antiqua"/>
              </a:rPr>
              <a:t>1</a:t>
            </a:r>
            <a:r>
              <a:rPr sz="2400" dirty="0">
                <a:latin typeface="Book Antiqua"/>
                <a:cs typeface="Book Antiqua"/>
              </a:rPr>
              <a:t>)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=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1</a:t>
            </a:r>
            <a:endParaRPr sz="2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  <a:tabLst>
                <a:tab pos="419100" algn="l"/>
              </a:tabLst>
            </a:pPr>
            <a:r>
              <a:rPr sz="2400" spc="-15" dirty="0">
                <a:latin typeface="Wingdings"/>
                <a:cs typeface="Wingdings"/>
              </a:rPr>
              <a:t></a:t>
            </a:r>
            <a:r>
              <a:rPr sz="2400" spc="-15" dirty="0">
                <a:latin typeface="Times New Roman"/>
                <a:cs typeface="Times New Roman"/>
              </a:rPr>
              <a:t>	</a:t>
            </a:r>
            <a:r>
              <a:rPr sz="2400" spc="120" dirty="0">
                <a:latin typeface="Book Antiqua"/>
                <a:cs typeface="Book Antiqua"/>
              </a:rPr>
              <a:t>0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Book Antiqua"/>
                <a:cs typeface="Book Antiqua"/>
              </a:rPr>
              <a:t>1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Book Antiqua"/>
                <a:cs typeface="Book Antiqua"/>
              </a:rPr>
              <a:t>1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Book Antiqua"/>
                <a:cs typeface="Book Antiqua"/>
              </a:rPr>
              <a:t>2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Book Antiqua"/>
                <a:cs typeface="Book Antiqua"/>
              </a:rPr>
              <a:t>3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Book Antiqua"/>
                <a:cs typeface="Book Antiqua"/>
              </a:rPr>
              <a:t>4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190" dirty="0">
                <a:latin typeface="Book Antiqua"/>
                <a:cs typeface="Book Antiqua"/>
              </a:rPr>
              <a:t>5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Book Antiqua"/>
                <a:cs typeface="Book Antiqua"/>
              </a:rPr>
              <a:t>8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155" dirty="0">
                <a:latin typeface="Book Antiqua"/>
                <a:cs typeface="Book Antiqua"/>
              </a:rPr>
              <a:t>13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155" dirty="0">
                <a:latin typeface="Book Antiqua"/>
                <a:cs typeface="Book Antiqua"/>
              </a:rPr>
              <a:t>21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155" dirty="0">
                <a:latin typeface="Book Antiqua"/>
                <a:cs typeface="Book Antiqua"/>
              </a:rPr>
              <a:t>34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180" dirty="0">
                <a:latin typeface="Book Antiqua"/>
                <a:cs typeface="Book Antiqua"/>
              </a:rPr>
              <a:t>5</a:t>
            </a:r>
            <a:r>
              <a:rPr sz="2400" spc="190" dirty="0">
                <a:latin typeface="Book Antiqua"/>
                <a:cs typeface="Book Antiqua"/>
              </a:rPr>
              <a:t>5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155" dirty="0">
                <a:latin typeface="Book Antiqua"/>
                <a:cs typeface="Book Antiqua"/>
              </a:rPr>
              <a:t>89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155" dirty="0">
                <a:latin typeface="Book Antiqua"/>
                <a:cs typeface="Book Antiqua"/>
              </a:rPr>
              <a:t>144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  <a:tabLst>
                <a:tab pos="419100" algn="l"/>
              </a:tabLst>
            </a:pPr>
            <a:r>
              <a:rPr sz="2400" spc="-15" dirty="0">
                <a:latin typeface="Wingdings"/>
                <a:cs typeface="Wingdings"/>
              </a:rPr>
              <a:t></a:t>
            </a:r>
            <a:r>
              <a:rPr sz="2400" spc="-15" dirty="0">
                <a:latin typeface="Times New Roman"/>
                <a:cs typeface="Times New Roman"/>
              </a:rPr>
              <a:t>	</a:t>
            </a:r>
            <a:r>
              <a:rPr sz="2400" spc="-65" dirty="0">
                <a:latin typeface="Book Antiqua"/>
                <a:cs typeface="Book Antiqua"/>
              </a:rPr>
              <a:t>F</a:t>
            </a:r>
            <a:r>
              <a:rPr sz="2400" spc="-35" dirty="0">
                <a:latin typeface="Book Antiqua"/>
                <a:cs typeface="Book Antiqua"/>
              </a:rPr>
              <a:t>(</a:t>
            </a:r>
            <a:r>
              <a:rPr sz="2400" spc="60" dirty="0">
                <a:latin typeface="Book Antiqua"/>
                <a:cs typeface="Book Antiqua"/>
              </a:rPr>
              <a:t>4</a:t>
            </a:r>
            <a:r>
              <a:rPr sz="2400" dirty="0">
                <a:latin typeface="Book Antiqua"/>
                <a:cs typeface="Book Antiqua"/>
              </a:rPr>
              <a:t>)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=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Book Antiqua"/>
                <a:cs typeface="Book Antiqua"/>
              </a:rPr>
              <a:t>F</a:t>
            </a:r>
            <a:r>
              <a:rPr sz="2400" spc="-35" dirty="0">
                <a:latin typeface="Book Antiqua"/>
                <a:cs typeface="Book Antiqua"/>
              </a:rPr>
              <a:t>(</a:t>
            </a:r>
            <a:r>
              <a:rPr sz="2400" spc="60" dirty="0">
                <a:latin typeface="Book Antiqua"/>
                <a:cs typeface="Book Antiqua"/>
              </a:rPr>
              <a:t>3</a:t>
            </a:r>
            <a:r>
              <a:rPr sz="2400" dirty="0">
                <a:latin typeface="Book Antiqua"/>
                <a:cs typeface="Book Antiqua"/>
              </a:rPr>
              <a:t>)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+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Book Antiqua"/>
                <a:cs typeface="Book Antiqua"/>
              </a:rPr>
              <a:t>F</a:t>
            </a:r>
            <a:r>
              <a:rPr sz="2400" spc="-35" dirty="0">
                <a:latin typeface="Book Antiqua"/>
                <a:cs typeface="Book Antiqua"/>
              </a:rPr>
              <a:t>(</a:t>
            </a:r>
            <a:r>
              <a:rPr sz="2400" spc="190" dirty="0">
                <a:latin typeface="Book Antiqua"/>
                <a:cs typeface="Book Antiqua"/>
              </a:rPr>
              <a:t>2</a:t>
            </a:r>
            <a:r>
              <a:rPr sz="2400" dirty="0">
                <a:latin typeface="Book Antiqua"/>
                <a:cs typeface="Book Antiqua"/>
              </a:rPr>
              <a:t>)</a:t>
            </a:r>
            <a:endParaRPr sz="2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  <a:tabLst>
                <a:tab pos="419100" algn="l"/>
              </a:tabLst>
            </a:pPr>
            <a:r>
              <a:rPr sz="2400" spc="-15" dirty="0">
                <a:latin typeface="Wingdings"/>
                <a:cs typeface="Wingdings"/>
              </a:rPr>
              <a:t></a:t>
            </a:r>
            <a:r>
              <a:rPr sz="2400" spc="-15" dirty="0">
                <a:latin typeface="Times New Roman"/>
                <a:cs typeface="Times New Roman"/>
              </a:rPr>
              <a:t>	</a:t>
            </a:r>
            <a:r>
              <a:rPr sz="2400" spc="-55" dirty="0">
                <a:latin typeface="Book Antiqua"/>
                <a:cs typeface="Book Antiqua"/>
              </a:rPr>
              <a:t>F</a:t>
            </a:r>
            <a:r>
              <a:rPr sz="2400" spc="-45" dirty="0">
                <a:latin typeface="Book Antiqua"/>
                <a:cs typeface="Book Antiqua"/>
              </a:rPr>
              <a:t>(</a:t>
            </a:r>
            <a:r>
              <a:rPr sz="2400" spc="-55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=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Book Antiqua"/>
                <a:cs typeface="Book Antiqua"/>
              </a:rPr>
              <a:t>F</a:t>
            </a:r>
            <a:r>
              <a:rPr sz="2400" spc="-20" dirty="0">
                <a:latin typeface="Book Antiqua"/>
                <a:cs typeface="Book Antiqua"/>
              </a:rPr>
              <a:t>(</a:t>
            </a:r>
            <a:r>
              <a:rPr sz="2400" spc="-45" dirty="0">
                <a:latin typeface="Book Antiqua"/>
                <a:cs typeface="Book Antiqua"/>
              </a:rPr>
              <a:t>n</a:t>
            </a:r>
            <a:r>
              <a:rPr sz="2400" spc="15" dirty="0">
                <a:latin typeface="Book Antiqua"/>
                <a:cs typeface="Book Antiqua"/>
              </a:rPr>
              <a:t>-</a:t>
            </a:r>
            <a:r>
              <a:rPr sz="2400" spc="10" dirty="0">
                <a:latin typeface="Book Antiqua"/>
                <a:cs typeface="Book Antiqua"/>
              </a:rPr>
              <a:t>2</a:t>
            </a:r>
            <a:r>
              <a:rPr sz="2400" dirty="0">
                <a:latin typeface="Book Antiqua"/>
                <a:cs typeface="Book Antiqua"/>
              </a:rPr>
              <a:t>)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+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Book Antiqua"/>
                <a:cs typeface="Book Antiqua"/>
              </a:rPr>
              <a:t>F</a:t>
            </a:r>
            <a:r>
              <a:rPr sz="2400" spc="-20" dirty="0">
                <a:latin typeface="Book Antiqua"/>
                <a:cs typeface="Book Antiqua"/>
              </a:rPr>
              <a:t>(</a:t>
            </a:r>
            <a:r>
              <a:rPr sz="2400" spc="-45" dirty="0">
                <a:latin typeface="Book Antiqua"/>
                <a:cs typeface="Book Antiqua"/>
              </a:rPr>
              <a:t>n</a:t>
            </a:r>
            <a:r>
              <a:rPr sz="2400" spc="15" dirty="0">
                <a:latin typeface="Book Antiqua"/>
                <a:cs typeface="Book Antiqua"/>
              </a:rPr>
              <a:t>-</a:t>
            </a:r>
            <a:r>
              <a:rPr sz="2400" spc="10" dirty="0">
                <a:latin typeface="Book Antiqua"/>
                <a:cs typeface="Book Antiqua"/>
              </a:rPr>
              <a:t>1)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13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08047" y="494403"/>
            <a:ext cx="451993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60" dirty="0">
                <a:latin typeface="Arial"/>
                <a:cs typeface="Arial"/>
              </a:rPr>
              <a:t>R</a:t>
            </a:r>
            <a:r>
              <a:rPr sz="4000" spc="-50" dirty="0">
                <a:latin typeface="Arial"/>
                <a:cs typeface="Arial"/>
              </a:rPr>
              <a:t>e</a:t>
            </a:r>
            <a:r>
              <a:rPr sz="4000" spc="-40" dirty="0">
                <a:latin typeface="Arial"/>
                <a:cs typeface="Arial"/>
              </a:rPr>
              <a:t>c</a:t>
            </a:r>
            <a:r>
              <a:rPr sz="4000" spc="-45" dirty="0">
                <a:latin typeface="Arial"/>
                <a:cs typeface="Arial"/>
              </a:rPr>
              <a:t>ur</a:t>
            </a:r>
            <a:r>
              <a:rPr sz="4000" spc="-40" dirty="0">
                <a:latin typeface="Arial"/>
                <a:cs typeface="Arial"/>
              </a:rPr>
              <a:t>s</a:t>
            </a:r>
            <a:r>
              <a:rPr sz="4000" spc="-35" dirty="0">
                <a:latin typeface="Arial"/>
                <a:cs typeface="Arial"/>
              </a:rPr>
              <a:t>i</a:t>
            </a:r>
            <a:r>
              <a:rPr sz="4000" spc="-40" dirty="0">
                <a:latin typeface="Arial"/>
                <a:cs typeface="Arial"/>
              </a:rPr>
              <a:t>v</a:t>
            </a:r>
            <a:r>
              <a:rPr sz="4000" spc="-25" dirty="0">
                <a:latin typeface="Arial"/>
                <a:cs typeface="Arial"/>
              </a:rPr>
              <a:t>e</a:t>
            </a:r>
            <a:r>
              <a:rPr sz="4000" spc="120" dirty="0">
                <a:latin typeface="Times New Roman"/>
                <a:cs typeface="Times New Roman"/>
              </a:rPr>
              <a:t> </a:t>
            </a:r>
            <a:r>
              <a:rPr sz="4000" spc="-45" dirty="0">
                <a:latin typeface="Arial"/>
                <a:cs typeface="Arial"/>
              </a:rPr>
              <a:t>Algori</a:t>
            </a:r>
            <a:r>
              <a:rPr sz="4000" spc="-35" dirty="0">
                <a:latin typeface="Arial"/>
                <a:cs typeface="Arial"/>
              </a:rPr>
              <a:t>t</a:t>
            </a:r>
            <a:r>
              <a:rPr sz="4000" spc="-50" dirty="0">
                <a:latin typeface="Arial"/>
                <a:cs typeface="Arial"/>
              </a:rPr>
              <a:t>h</a:t>
            </a:r>
            <a:r>
              <a:rPr sz="4000" spc="-35" dirty="0">
                <a:latin typeface="Arial"/>
                <a:cs typeface="Arial"/>
              </a:rPr>
              <a:t>m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7318" y="1664273"/>
            <a:ext cx="4165600" cy="425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0" dirty="0">
                <a:latin typeface="Book Antiqua"/>
                <a:cs typeface="Book Antiqua"/>
              </a:rPr>
              <a:t>Fi</a:t>
            </a:r>
            <a:r>
              <a:rPr sz="2800" spc="-10" dirty="0">
                <a:latin typeface="Book Antiqua"/>
                <a:cs typeface="Book Antiqua"/>
              </a:rPr>
              <a:t>b(</a:t>
            </a:r>
            <a:r>
              <a:rPr sz="2800" spc="-30" dirty="0">
                <a:latin typeface="Book Antiqua"/>
                <a:cs typeface="Book Antiqua"/>
              </a:rPr>
              <a:t>n</a:t>
            </a:r>
            <a:r>
              <a:rPr sz="2800" spc="-10" dirty="0">
                <a:latin typeface="Book Antiqua"/>
                <a:cs typeface="Book Antiqua"/>
              </a:rPr>
              <a:t>)</a:t>
            </a:r>
            <a:endParaRPr sz="2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Book Antiqua"/>
                <a:cs typeface="Book Antiqua"/>
              </a:rPr>
              <a:t>{</a:t>
            </a:r>
            <a:endParaRPr sz="2800">
              <a:latin typeface="Book Antiqua"/>
              <a:cs typeface="Book Antiqua"/>
            </a:endParaRPr>
          </a:p>
          <a:p>
            <a:pPr marL="367665">
              <a:lnSpc>
                <a:spcPct val="100000"/>
              </a:lnSpc>
              <a:spcBef>
                <a:spcPts val="25"/>
              </a:spcBef>
            </a:pPr>
            <a:r>
              <a:rPr sz="2800" spc="-120" dirty="0">
                <a:latin typeface="Book Antiqua"/>
                <a:cs typeface="Book Antiqua"/>
              </a:rPr>
              <a:t>i</a:t>
            </a:r>
            <a:r>
              <a:rPr sz="2800" spc="-10" dirty="0">
                <a:latin typeface="Book Antiqua"/>
                <a:cs typeface="Book Antiqua"/>
              </a:rPr>
              <a:t>f</a:t>
            </a:r>
            <a:r>
              <a:rPr sz="2800" spc="-229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Book Antiqua"/>
                <a:cs typeface="Book Antiqua"/>
              </a:rPr>
              <a:t>(</a:t>
            </a:r>
            <a:r>
              <a:rPr sz="2800" spc="-20" dirty="0">
                <a:latin typeface="Book Antiqua"/>
                <a:cs typeface="Book Antiqua"/>
              </a:rPr>
              <a:t>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120" dirty="0">
                <a:latin typeface="Book Antiqua"/>
                <a:cs typeface="Book Antiqua"/>
              </a:rPr>
              <a:t>=</a:t>
            </a:r>
            <a:r>
              <a:rPr sz="2800" spc="-20" dirty="0">
                <a:latin typeface="Book Antiqua"/>
                <a:cs typeface="Book Antiqua"/>
              </a:rPr>
              <a:t>=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spc="35" dirty="0">
                <a:latin typeface="Book Antiqua"/>
                <a:cs typeface="Book Antiqua"/>
              </a:rPr>
              <a:t>0)</a:t>
            </a:r>
            <a:endParaRPr sz="2800">
              <a:latin typeface="Book Antiqua"/>
              <a:cs typeface="Book Antiqua"/>
            </a:endParaRPr>
          </a:p>
          <a:p>
            <a:pPr marL="367665" indent="356235">
              <a:lnSpc>
                <a:spcPct val="100000"/>
              </a:lnSpc>
            </a:pPr>
            <a:r>
              <a:rPr sz="2800" spc="-30" dirty="0">
                <a:latin typeface="Book Antiqua"/>
                <a:cs typeface="Book Antiqua"/>
              </a:rPr>
              <a:t>r</a:t>
            </a:r>
            <a:r>
              <a:rPr sz="2800" spc="-15" dirty="0">
                <a:latin typeface="Book Antiqua"/>
                <a:cs typeface="Book Antiqua"/>
              </a:rPr>
              <a:t>e</a:t>
            </a:r>
            <a:r>
              <a:rPr sz="2800" spc="-30" dirty="0">
                <a:latin typeface="Book Antiqua"/>
                <a:cs typeface="Book Antiqua"/>
              </a:rPr>
              <a:t>t</a:t>
            </a:r>
            <a:r>
              <a:rPr sz="2800" spc="-20" dirty="0">
                <a:latin typeface="Book Antiqua"/>
                <a:cs typeface="Book Antiqua"/>
              </a:rPr>
              <a:t>u</a:t>
            </a:r>
            <a:r>
              <a:rPr sz="2800" spc="-35" dirty="0">
                <a:latin typeface="Book Antiqua"/>
                <a:cs typeface="Book Antiqua"/>
              </a:rPr>
              <a:t>r</a:t>
            </a:r>
            <a:r>
              <a:rPr sz="2800" spc="-20" dirty="0">
                <a:latin typeface="Book Antiqua"/>
                <a:cs typeface="Book Antiqua"/>
              </a:rPr>
              <a:t>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150" dirty="0">
                <a:latin typeface="Book Antiqua"/>
                <a:cs typeface="Book Antiqua"/>
              </a:rPr>
              <a:t>0;</a:t>
            </a:r>
            <a:endParaRPr sz="28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300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</a:pPr>
            <a:r>
              <a:rPr sz="2800" spc="-120" dirty="0">
                <a:latin typeface="Book Antiqua"/>
                <a:cs typeface="Book Antiqua"/>
              </a:rPr>
              <a:t>i</a:t>
            </a:r>
            <a:r>
              <a:rPr sz="2800" spc="-10" dirty="0">
                <a:latin typeface="Book Antiqua"/>
                <a:cs typeface="Book Antiqua"/>
              </a:rPr>
              <a:t>f</a:t>
            </a:r>
            <a:r>
              <a:rPr sz="2800" spc="-229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Book Antiqua"/>
                <a:cs typeface="Book Antiqua"/>
              </a:rPr>
              <a:t>(</a:t>
            </a:r>
            <a:r>
              <a:rPr sz="2800" spc="-20" dirty="0">
                <a:latin typeface="Book Antiqua"/>
                <a:cs typeface="Book Antiqua"/>
              </a:rPr>
              <a:t>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120" dirty="0">
                <a:latin typeface="Book Antiqua"/>
                <a:cs typeface="Book Antiqua"/>
              </a:rPr>
              <a:t>=</a:t>
            </a:r>
            <a:r>
              <a:rPr sz="2800" spc="-20" dirty="0">
                <a:latin typeface="Book Antiqua"/>
                <a:cs typeface="Book Antiqua"/>
              </a:rPr>
              <a:t>=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spc="35" dirty="0">
                <a:latin typeface="Book Antiqua"/>
                <a:cs typeface="Book Antiqua"/>
              </a:rPr>
              <a:t>1)</a:t>
            </a:r>
            <a:endParaRPr sz="2800">
              <a:latin typeface="Book Antiqua"/>
              <a:cs typeface="Book Antiqua"/>
            </a:endParaRPr>
          </a:p>
          <a:p>
            <a:pPr marL="723900">
              <a:lnSpc>
                <a:spcPct val="100000"/>
              </a:lnSpc>
            </a:pPr>
            <a:r>
              <a:rPr sz="2800" spc="-30" dirty="0">
                <a:latin typeface="Book Antiqua"/>
                <a:cs typeface="Book Antiqua"/>
              </a:rPr>
              <a:t>r</a:t>
            </a:r>
            <a:r>
              <a:rPr sz="2800" spc="-15" dirty="0">
                <a:latin typeface="Book Antiqua"/>
                <a:cs typeface="Book Antiqua"/>
              </a:rPr>
              <a:t>e</a:t>
            </a:r>
            <a:r>
              <a:rPr sz="2800" spc="-30" dirty="0">
                <a:latin typeface="Book Antiqua"/>
                <a:cs typeface="Book Antiqua"/>
              </a:rPr>
              <a:t>t</a:t>
            </a:r>
            <a:r>
              <a:rPr sz="2800" spc="-20" dirty="0">
                <a:latin typeface="Book Antiqua"/>
                <a:cs typeface="Book Antiqua"/>
              </a:rPr>
              <a:t>u</a:t>
            </a:r>
            <a:r>
              <a:rPr sz="2800" spc="-35" dirty="0">
                <a:latin typeface="Book Antiqua"/>
                <a:cs typeface="Book Antiqua"/>
              </a:rPr>
              <a:t>r</a:t>
            </a:r>
            <a:r>
              <a:rPr sz="2800" spc="-20" dirty="0">
                <a:latin typeface="Book Antiqua"/>
                <a:cs typeface="Book Antiqua"/>
              </a:rPr>
              <a:t>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150" dirty="0">
                <a:latin typeface="Book Antiqua"/>
                <a:cs typeface="Book Antiqua"/>
              </a:rPr>
              <a:t>1;</a:t>
            </a:r>
            <a:endParaRPr sz="28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50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</a:pPr>
            <a:r>
              <a:rPr sz="2800" spc="-55" dirty="0">
                <a:latin typeface="Book Antiqua"/>
                <a:cs typeface="Book Antiqua"/>
              </a:rPr>
              <a:t>Re</a:t>
            </a:r>
            <a:r>
              <a:rPr sz="2800" spc="-50" dirty="0">
                <a:latin typeface="Book Antiqua"/>
                <a:cs typeface="Book Antiqua"/>
              </a:rPr>
              <a:t>t</a:t>
            </a:r>
            <a:r>
              <a:rPr sz="2800" spc="-55" dirty="0">
                <a:latin typeface="Book Antiqua"/>
                <a:cs typeface="Book Antiqua"/>
              </a:rPr>
              <a:t>ur</a:t>
            </a:r>
            <a:r>
              <a:rPr sz="2800" spc="-20" dirty="0">
                <a:latin typeface="Book Antiqua"/>
                <a:cs typeface="Book Antiqua"/>
              </a:rPr>
              <a:t>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Book Antiqua"/>
                <a:cs typeface="Book Antiqua"/>
              </a:rPr>
              <a:t>Fib</a:t>
            </a:r>
            <a:r>
              <a:rPr sz="2800" dirty="0">
                <a:latin typeface="Book Antiqua"/>
                <a:cs typeface="Book Antiqua"/>
              </a:rPr>
              <a:t>(</a:t>
            </a:r>
            <a:r>
              <a:rPr sz="2800" spc="-20" dirty="0">
                <a:latin typeface="Book Antiqua"/>
                <a:cs typeface="Book Antiqua"/>
              </a:rPr>
              <a:t>n</a:t>
            </a:r>
            <a:r>
              <a:rPr sz="2800" spc="-55" dirty="0">
                <a:latin typeface="Book Antiqua"/>
                <a:cs typeface="Book Antiqua"/>
              </a:rPr>
              <a:t>-</a:t>
            </a:r>
            <a:r>
              <a:rPr sz="2800" spc="45" dirty="0">
                <a:latin typeface="Book Antiqua"/>
                <a:cs typeface="Book Antiqua"/>
              </a:rPr>
              <a:t>1)</a:t>
            </a:r>
            <a:r>
              <a:rPr sz="2800" spc="30" dirty="0">
                <a:latin typeface="Book Antiqua"/>
                <a:cs typeface="Book Antiqua"/>
              </a:rPr>
              <a:t>+</a:t>
            </a:r>
            <a:r>
              <a:rPr sz="2800" spc="40" dirty="0">
                <a:latin typeface="Book Antiqua"/>
                <a:cs typeface="Book Antiqua"/>
              </a:rPr>
              <a:t>F</a:t>
            </a:r>
            <a:r>
              <a:rPr sz="2800" spc="55" dirty="0">
                <a:latin typeface="Book Antiqua"/>
                <a:cs typeface="Book Antiqua"/>
              </a:rPr>
              <a:t>i</a:t>
            </a:r>
            <a:r>
              <a:rPr sz="2800" spc="35" dirty="0">
                <a:latin typeface="Book Antiqua"/>
                <a:cs typeface="Book Antiqua"/>
              </a:rPr>
              <a:t>b</a:t>
            </a:r>
            <a:r>
              <a:rPr sz="2800" spc="-70" dirty="0">
                <a:latin typeface="Book Antiqua"/>
                <a:cs typeface="Book Antiqua"/>
              </a:rPr>
              <a:t>(</a:t>
            </a:r>
            <a:r>
              <a:rPr sz="2800" spc="-75" dirty="0">
                <a:latin typeface="Book Antiqua"/>
                <a:cs typeface="Book Antiqua"/>
              </a:rPr>
              <a:t>n</a:t>
            </a:r>
            <a:r>
              <a:rPr sz="2800" spc="-55" dirty="0">
                <a:latin typeface="Book Antiqua"/>
                <a:cs typeface="Book Antiqua"/>
              </a:rPr>
              <a:t>-</a:t>
            </a:r>
            <a:r>
              <a:rPr sz="2800" spc="35" dirty="0">
                <a:latin typeface="Book Antiqua"/>
                <a:cs typeface="Book Antiqua"/>
              </a:rPr>
              <a:t>2)</a:t>
            </a:r>
            <a:endParaRPr sz="2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800" spc="-10" dirty="0">
                <a:latin typeface="Book Antiqua"/>
                <a:cs typeface="Book Antiqua"/>
              </a:rPr>
              <a:t>}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24250" y="3119231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0" y="0"/>
                </a:moveTo>
                <a:lnTo>
                  <a:pt x="0" y="161940"/>
                </a:lnTo>
                <a:lnTo>
                  <a:pt x="499475" y="161940"/>
                </a:lnTo>
                <a:lnTo>
                  <a:pt x="499475" y="237743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24743" y="3119231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499506" y="0"/>
                </a:moveTo>
                <a:lnTo>
                  <a:pt x="499506" y="161940"/>
                </a:lnTo>
                <a:lnTo>
                  <a:pt x="0" y="161940"/>
                </a:lnTo>
                <a:lnTo>
                  <a:pt x="0" y="237743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24743" y="2362443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0" y="0"/>
                </a:moveTo>
                <a:lnTo>
                  <a:pt x="0" y="162062"/>
                </a:lnTo>
                <a:lnTo>
                  <a:pt x="499506" y="162062"/>
                </a:lnTo>
                <a:lnTo>
                  <a:pt x="499506" y="237743"/>
                </a:lnTo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25267" y="2362443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499475" y="0"/>
                </a:moveTo>
                <a:lnTo>
                  <a:pt x="499475" y="162062"/>
                </a:lnTo>
                <a:lnTo>
                  <a:pt x="0" y="162062"/>
                </a:lnTo>
                <a:lnTo>
                  <a:pt x="0" y="237743"/>
                </a:lnTo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6069" y="1605777"/>
            <a:ext cx="1249045" cy="238125"/>
          </a:xfrm>
          <a:custGeom>
            <a:avLst/>
            <a:gdLst/>
            <a:ahLst/>
            <a:cxnLst/>
            <a:rect l="l" t="t" r="r" b="b"/>
            <a:pathLst>
              <a:path w="1249045" h="238125">
                <a:moveTo>
                  <a:pt x="0" y="0"/>
                </a:moveTo>
                <a:lnTo>
                  <a:pt x="0" y="161940"/>
                </a:lnTo>
                <a:lnTo>
                  <a:pt x="1248674" y="161940"/>
                </a:lnTo>
                <a:lnTo>
                  <a:pt x="1248674" y="237743"/>
                </a:lnTo>
              </a:path>
            </a:pathLst>
          </a:custGeom>
          <a:ln w="9523">
            <a:solidFill>
              <a:srgbClr val="ED7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026286" y="3119231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0" y="0"/>
                </a:moveTo>
                <a:lnTo>
                  <a:pt x="0" y="161940"/>
                </a:lnTo>
                <a:lnTo>
                  <a:pt x="499475" y="161940"/>
                </a:lnTo>
                <a:lnTo>
                  <a:pt x="499475" y="237743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526779" y="3119231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499506" y="0"/>
                </a:moveTo>
                <a:lnTo>
                  <a:pt x="499506" y="161940"/>
                </a:lnTo>
                <a:lnTo>
                  <a:pt x="0" y="161940"/>
                </a:lnTo>
                <a:lnTo>
                  <a:pt x="0" y="237743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27303" y="2362443"/>
            <a:ext cx="999490" cy="238125"/>
          </a:xfrm>
          <a:custGeom>
            <a:avLst/>
            <a:gdLst/>
            <a:ahLst/>
            <a:cxnLst/>
            <a:rect l="l" t="t" r="r" b="b"/>
            <a:pathLst>
              <a:path w="999490" h="238125">
                <a:moveTo>
                  <a:pt x="0" y="0"/>
                </a:moveTo>
                <a:lnTo>
                  <a:pt x="0" y="162062"/>
                </a:lnTo>
                <a:lnTo>
                  <a:pt x="998981" y="162062"/>
                </a:lnTo>
                <a:lnTo>
                  <a:pt x="998981" y="237743"/>
                </a:lnTo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28322" y="3119231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0" y="0"/>
                </a:moveTo>
                <a:lnTo>
                  <a:pt x="0" y="161940"/>
                </a:lnTo>
                <a:lnTo>
                  <a:pt x="499475" y="161940"/>
                </a:lnTo>
                <a:lnTo>
                  <a:pt x="499475" y="237743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28816" y="3875913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0" y="0"/>
                </a:moveTo>
                <a:lnTo>
                  <a:pt x="0" y="162056"/>
                </a:lnTo>
                <a:lnTo>
                  <a:pt x="499506" y="162056"/>
                </a:lnTo>
                <a:lnTo>
                  <a:pt x="499506" y="237743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29340" y="3875913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499475" y="0"/>
                </a:moveTo>
                <a:lnTo>
                  <a:pt x="499475" y="162056"/>
                </a:lnTo>
                <a:lnTo>
                  <a:pt x="0" y="162056"/>
                </a:lnTo>
                <a:lnTo>
                  <a:pt x="0" y="237743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28816" y="3119231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499506" y="0"/>
                </a:moveTo>
                <a:lnTo>
                  <a:pt x="499506" y="161940"/>
                </a:lnTo>
                <a:lnTo>
                  <a:pt x="0" y="161940"/>
                </a:lnTo>
                <a:lnTo>
                  <a:pt x="0" y="237743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28322" y="2362443"/>
            <a:ext cx="999490" cy="238125"/>
          </a:xfrm>
          <a:custGeom>
            <a:avLst/>
            <a:gdLst/>
            <a:ahLst/>
            <a:cxnLst/>
            <a:rect l="l" t="t" r="r" b="b"/>
            <a:pathLst>
              <a:path w="999490" h="238125">
                <a:moveTo>
                  <a:pt x="998981" y="0"/>
                </a:moveTo>
                <a:lnTo>
                  <a:pt x="998981" y="162062"/>
                </a:lnTo>
                <a:lnTo>
                  <a:pt x="0" y="162062"/>
                </a:lnTo>
                <a:lnTo>
                  <a:pt x="0" y="237743"/>
                </a:lnTo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27303" y="1605777"/>
            <a:ext cx="1249045" cy="238125"/>
          </a:xfrm>
          <a:custGeom>
            <a:avLst/>
            <a:gdLst/>
            <a:ahLst/>
            <a:cxnLst/>
            <a:rect l="l" t="t" r="r" b="b"/>
            <a:pathLst>
              <a:path w="1249045" h="238125">
                <a:moveTo>
                  <a:pt x="1248765" y="0"/>
                </a:moveTo>
                <a:lnTo>
                  <a:pt x="1248765" y="161940"/>
                </a:lnTo>
                <a:lnTo>
                  <a:pt x="0" y="161940"/>
                </a:lnTo>
                <a:lnTo>
                  <a:pt x="0" y="237743"/>
                </a:lnTo>
              </a:path>
            </a:pathLst>
          </a:custGeom>
          <a:ln w="9523">
            <a:solidFill>
              <a:srgbClr val="ED7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823959" y="1066800"/>
            <a:ext cx="903731" cy="6050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67393" y="1086727"/>
            <a:ext cx="817385" cy="5190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958193" y="1172961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765444" y="0"/>
                </a:moveTo>
                <a:lnTo>
                  <a:pt x="40660" y="1280"/>
                </a:lnTo>
                <a:lnTo>
                  <a:pt x="7619" y="24902"/>
                </a:lnTo>
                <a:lnTo>
                  <a:pt x="0" y="51937"/>
                </a:lnTo>
                <a:lnTo>
                  <a:pt x="1280" y="478414"/>
                </a:lnTo>
                <a:lnTo>
                  <a:pt x="24902" y="511423"/>
                </a:lnTo>
                <a:lnTo>
                  <a:pt x="51937" y="519043"/>
                </a:lnTo>
                <a:lnTo>
                  <a:pt x="776752" y="517794"/>
                </a:lnTo>
                <a:lnTo>
                  <a:pt x="809762" y="494294"/>
                </a:lnTo>
                <a:lnTo>
                  <a:pt x="817382" y="467227"/>
                </a:lnTo>
                <a:lnTo>
                  <a:pt x="816101" y="40660"/>
                </a:lnTo>
                <a:lnTo>
                  <a:pt x="792479" y="7619"/>
                </a:lnTo>
                <a:lnTo>
                  <a:pt x="7654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958193" y="1172961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0" y="51937"/>
                </a:moveTo>
                <a:lnTo>
                  <a:pt x="16276" y="14234"/>
                </a:lnTo>
                <a:lnTo>
                  <a:pt x="765444" y="0"/>
                </a:lnTo>
                <a:lnTo>
                  <a:pt x="779800" y="2042"/>
                </a:lnTo>
                <a:lnTo>
                  <a:pt x="811286" y="27431"/>
                </a:lnTo>
                <a:lnTo>
                  <a:pt x="817382" y="467227"/>
                </a:lnTo>
                <a:lnTo>
                  <a:pt x="815339" y="481462"/>
                </a:lnTo>
                <a:lnTo>
                  <a:pt x="789828" y="512947"/>
                </a:lnTo>
                <a:lnTo>
                  <a:pt x="51937" y="519043"/>
                </a:lnTo>
                <a:lnTo>
                  <a:pt x="37612" y="517032"/>
                </a:lnTo>
                <a:lnTo>
                  <a:pt x="6095" y="491611"/>
                </a:lnTo>
                <a:lnTo>
                  <a:pt x="0" y="51937"/>
                </a:lnTo>
                <a:close/>
              </a:path>
            </a:pathLst>
          </a:custGeom>
          <a:ln w="9523">
            <a:solidFill>
              <a:srgbClr val="4470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039867" y="1325068"/>
            <a:ext cx="64706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</a:t>
            </a:r>
            <a:r>
              <a:rPr sz="1900" spc="-25" dirty="0">
                <a:latin typeface="Arial"/>
                <a:cs typeface="Arial"/>
              </a:rPr>
              <a:t>5)</a:t>
            </a:r>
            <a:endParaRPr sz="1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575804" y="1824227"/>
            <a:ext cx="902207" cy="6035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618597" y="1843521"/>
            <a:ext cx="817385" cy="5189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709397" y="192974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765566" y="0"/>
                </a:moveTo>
                <a:lnTo>
                  <a:pt x="40660" y="1280"/>
                </a:lnTo>
                <a:lnTo>
                  <a:pt x="7619" y="24902"/>
                </a:lnTo>
                <a:lnTo>
                  <a:pt x="0" y="51968"/>
                </a:lnTo>
                <a:lnTo>
                  <a:pt x="1280" y="478414"/>
                </a:lnTo>
                <a:lnTo>
                  <a:pt x="24902" y="511454"/>
                </a:lnTo>
                <a:lnTo>
                  <a:pt x="51968" y="519074"/>
                </a:lnTo>
                <a:lnTo>
                  <a:pt x="776752" y="517794"/>
                </a:lnTo>
                <a:lnTo>
                  <a:pt x="809762" y="494172"/>
                </a:lnTo>
                <a:lnTo>
                  <a:pt x="817382" y="467105"/>
                </a:lnTo>
                <a:lnTo>
                  <a:pt x="816101" y="40660"/>
                </a:lnTo>
                <a:lnTo>
                  <a:pt x="792632" y="7619"/>
                </a:lnTo>
                <a:lnTo>
                  <a:pt x="765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09397" y="192974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0" y="51968"/>
                </a:moveTo>
                <a:lnTo>
                  <a:pt x="16276" y="14234"/>
                </a:lnTo>
                <a:lnTo>
                  <a:pt x="765566" y="0"/>
                </a:lnTo>
                <a:lnTo>
                  <a:pt x="779800" y="2042"/>
                </a:lnTo>
                <a:lnTo>
                  <a:pt x="811286" y="27584"/>
                </a:lnTo>
                <a:lnTo>
                  <a:pt x="817382" y="467105"/>
                </a:lnTo>
                <a:lnTo>
                  <a:pt x="815339" y="481462"/>
                </a:lnTo>
                <a:lnTo>
                  <a:pt x="789950" y="512978"/>
                </a:lnTo>
                <a:lnTo>
                  <a:pt x="51968" y="519074"/>
                </a:lnTo>
                <a:lnTo>
                  <a:pt x="37612" y="517032"/>
                </a:lnTo>
                <a:lnTo>
                  <a:pt x="6095" y="491642"/>
                </a:lnTo>
                <a:lnTo>
                  <a:pt x="0" y="51968"/>
                </a:lnTo>
                <a:close/>
              </a:path>
            </a:pathLst>
          </a:custGeom>
          <a:ln w="9523">
            <a:solidFill>
              <a:srgbClr val="ED7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790821" y="2082750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ib(4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577583" y="2580132"/>
            <a:ext cx="902207" cy="6050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619616" y="2600181"/>
            <a:ext cx="817385" cy="5190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710415" y="2686415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765566" y="0"/>
                </a:moveTo>
                <a:lnTo>
                  <a:pt x="40660" y="1280"/>
                </a:lnTo>
                <a:lnTo>
                  <a:pt x="7619" y="24902"/>
                </a:lnTo>
                <a:lnTo>
                  <a:pt x="0" y="51968"/>
                </a:lnTo>
                <a:lnTo>
                  <a:pt x="1280" y="478414"/>
                </a:lnTo>
                <a:lnTo>
                  <a:pt x="24902" y="511454"/>
                </a:lnTo>
                <a:lnTo>
                  <a:pt x="51968" y="519074"/>
                </a:lnTo>
                <a:lnTo>
                  <a:pt x="776752" y="517794"/>
                </a:lnTo>
                <a:lnTo>
                  <a:pt x="809762" y="494172"/>
                </a:lnTo>
                <a:lnTo>
                  <a:pt x="817382" y="467105"/>
                </a:lnTo>
                <a:lnTo>
                  <a:pt x="816101" y="40660"/>
                </a:lnTo>
                <a:lnTo>
                  <a:pt x="792632" y="7619"/>
                </a:lnTo>
                <a:lnTo>
                  <a:pt x="765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10415" y="2686415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0" y="51968"/>
                </a:moveTo>
                <a:lnTo>
                  <a:pt x="16276" y="14234"/>
                </a:lnTo>
                <a:lnTo>
                  <a:pt x="765566" y="0"/>
                </a:lnTo>
                <a:lnTo>
                  <a:pt x="779800" y="2042"/>
                </a:lnTo>
                <a:lnTo>
                  <a:pt x="811286" y="27584"/>
                </a:lnTo>
                <a:lnTo>
                  <a:pt x="817382" y="467105"/>
                </a:lnTo>
                <a:lnTo>
                  <a:pt x="815339" y="481462"/>
                </a:lnTo>
                <a:lnTo>
                  <a:pt x="789950" y="512978"/>
                </a:lnTo>
                <a:lnTo>
                  <a:pt x="51968" y="519074"/>
                </a:lnTo>
                <a:lnTo>
                  <a:pt x="37612" y="517032"/>
                </a:lnTo>
                <a:lnTo>
                  <a:pt x="6095" y="491642"/>
                </a:lnTo>
                <a:lnTo>
                  <a:pt x="0" y="51968"/>
                </a:lnTo>
                <a:close/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791711" y="2839544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ib(3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077711" y="3337559"/>
            <a:ext cx="902208" cy="6035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20139" y="3356978"/>
            <a:ext cx="817345" cy="51893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211061" y="344323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44" y="0"/>
                </a:moveTo>
                <a:lnTo>
                  <a:pt x="40629" y="1249"/>
                </a:lnTo>
                <a:lnTo>
                  <a:pt x="7619" y="24871"/>
                </a:lnTo>
                <a:lnTo>
                  <a:pt x="0" y="51937"/>
                </a:lnTo>
                <a:lnTo>
                  <a:pt x="1280" y="478267"/>
                </a:lnTo>
                <a:lnTo>
                  <a:pt x="24780" y="511414"/>
                </a:lnTo>
                <a:lnTo>
                  <a:pt x="51815" y="519034"/>
                </a:lnTo>
                <a:lnTo>
                  <a:pt x="776599" y="517772"/>
                </a:lnTo>
                <a:lnTo>
                  <a:pt x="809640" y="494150"/>
                </a:lnTo>
                <a:lnTo>
                  <a:pt x="817260" y="467099"/>
                </a:lnTo>
                <a:lnTo>
                  <a:pt x="816101" y="40751"/>
                </a:lnTo>
                <a:lnTo>
                  <a:pt x="792479" y="7619"/>
                </a:lnTo>
                <a:lnTo>
                  <a:pt x="7654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11061" y="344323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937"/>
                </a:moveTo>
                <a:lnTo>
                  <a:pt x="16245" y="14081"/>
                </a:lnTo>
                <a:lnTo>
                  <a:pt x="765444" y="0"/>
                </a:lnTo>
                <a:lnTo>
                  <a:pt x="779647" y="2011"/>
                </a:lnTo>
                <a:lnTo>
                  <a:pt x="811164" y="27553"/>
                </a:lnTo>
                <a:lnTo>
                  <a:pt x="817260" y="467099"/>
                </a:lnTo>
                <a:lnTo>
                  <a:pt x="815218" y="481446"/>
                </a:lnTo>
                <a:lnTo>
                  <a:pt x="789828" y="512938"/>
                </a:lnTo>
                <a:lnTo>
                  <a:pt x="51815" y="519034"/>
                </a:lnTo>
                <a:lnTo>
                  <a:pt x="37459" y="517010"/>
                </a:lnTo>
                <a:lnTo>
                  <a:pt x="6095" y="491483"/>
                </a:lnTo>
                <a:lnTo>
                  <a:pt x="0" y="51937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291839" y="3596719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ib(2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577840" y="4093464"/>
            <a:ext cx="902208" cy="60502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20634" y="4113657"/>
            <a:ext cx="817385" cy="5190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11586" y="4199894"/>
            <a:ext cx="817244" cy="519430"/>
          </a:xfrm>
          <a:custGeom>
            <a:avLst/>
            <a:gdLst/>
            <a:ahLst/>
            <a:cxnLst/>
            <a:rect l="l" t="t" r="r" b="b"/>
            <a:pathLst>
              <a:path w="817245" h="519429">
                <a:moveTo>
                  <a:pt x="765413" y="0"/>
                </a:moveTo>
                <a:lnTo>
                  <a:pt x="40629" y="1261"/>
                </a:lnTo>
                <a:lnTo>
                  <a:pt x="7619" y="24883"/>
                </a:lnTo>
                <a:lnTo>
                  <a:pt x="0" y="51934"/>
                </a:lnTo>
                <a:lnTo>
                  <a:pt x="1249" y="478273"/>
                </a:lnTo>
                <a:lnTo>
                  <a:pt x="24749" y="511420"/>
                </a:lnTo>
                <a:lnTo>
                  <a:pt x="51815" y="519040"/>
                </a:lnTo>
                <a:lnTo>
                  <a:pt x="776599" y="517778"/>
                </a:lnTo>
                <a:lnTo>
                  <a:pt x="809609" y="494156"/>
                </a:lnTo>
                <a:lnTo>
                  <a:pt x="817229" y="467105"/>
                </a:lnTo>
                <a:lnTo>
                  <a:pt x="815949" y="40635"/>
                </a:lnTo>
                <a:lnTo>
                  <a:pt x="792479" y="7619"/>
                </a:lnTo>
                <a:lnTo>
                  <a:pt x="765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711586" y="4199894"/>
            <a:ext cx="817244" cy="519430"/>
          </a:xfrm>
          <a:custGeom>
            <a:avLst/>
            <a:gdLst/>
            <a:ahLst/>
            <a:cxnLst/>
            <a:rect l="l" t="t" r="r" b="b"/>
            <a:pathLst>
              <a:path w="817245" h="519429">
                <a:moveTo>
                  <a:pt x="0" y="51934"/>
                </a:moveTo>
                <a:lnTo>
                  <a:pt x="16245" y="14096"/>
                </a:lnTo>
                <a:lnTo>
                  <a:pt x="765413" y="0"/>
                </a:lnTo>
                <a:lnTo>
                  <a:pt x="779647" y="2023"/>
                </a:lnTo>
                <a:lnTo>
                  <a:pt x="811133" y="27550"/>
                </a:lnTo>
                <a:lnTo>
                  <a:pt x="817229" y="467105"/>
                </a:lnTo>
                <a:lnTo>
                  <a:pt x="815187" y="481452"/>
                </a:lnTo>
                <a:lnTo>
                  <a:pt x="789797" y="512944"/>
                </a:lnTo>
                <a:lnTo>
                  <a:pt x="51815" y="519040"/>
                </a:lnTo>
                <a:lnTo>
                  <a:pt x="37459" y="517016"/>
                </a:lnTo>
                <a:lnTo>
                  <a:pt x="6095" y="491489"/>
                </a:lnTo>
                <a:lnTo>
                  <a:pt x="0" y="51934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792220" y="4353766"/>
            <a:ext cx="64706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</a:t>
            </a:r>
            <a:r>
              <a:rPr sz="1900" spc="-25" dirty="0">
                <a:latin typeface="Arial"/>
                <a:cs typeface="Arial"/>
              </a:rPr>
              <a:t>1)</a:t>
            </a:r>
            <a:endParaRPr sz="19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577583" y="4093464"/>
            <a:ext cx="902207" cy="60502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619616" y="4113657"/>
            <a:ext cx="817385" cy="5190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710415" y="419989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566" y="0"/>
                </a:moveTo>
                <a:lnTo>
                  <a:pt x="40660" y="1261"/>
                </a:lnTo>
                <a:lnTo>
                  <a:pt x="7619" y="24883"/>
                </a:lnTo>
                <a:lnTo>
                  <a:pt x="0" y="51934"/>
                </a:lnTo>
                <a:lnTo>
                  <a:pt x="1280" y="478404"/>
                </a:lnTo>
                <a:lnTo>
                  <a:pt x="24902" y="511420"/>
                </a:lnTo>
                <a:lnTo>
                  <a:pt x="51968" y="519040"/>
                </a:lnTo>
                <a:lnTo>
                  <a:pt x="776752" y="517778"/>
                </a:lnTo>
                <a:lnTo>
                  <a:pt x="809762" y="494156"/>
                </a:lnTo>
                <a:lnTo>
                  <a:pt x="817382" y="467105"/>
                </a:lnTo>
                <a:lnTo>
                  <a:pt x="816101" y="40635"/>
                </a:lnTo>
                <a:lnTo>
                  <a:pt x="792632" y="7619"/>
                </a:lnTo>
                <a:lnTo>
                  <a:pt x="765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710415" y="419989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934"/>
                </a:moveTo>
                <a:lnTo>
                  <a:pt x="16276" y="14215"/>
                </a:lnTo>
                <a:lnTo>
                  <a:pt x="765566" y="0"/>
                </a:lnTo>
                <a:lnTo>
                  <a:pt x="779800" y="2023"/>
                </a:lnTo>
                <a:lnTo>
                  <a:pt x="811286" y="27550"/>
                </a:lnTo>
                <a:lnTo>
                  <a:pt x="817382" y="467105"/>
                </a:lnTo>
                <a:lnTo>
                  <a:pt x="815339" y="481452"/>
                </a:lnTo>
                <a:lnTo>
                  <a:pt x="789950" y="512944"/>
                </a:lnTo>
                <a:lnTo>
                  <a:pt x="51968" y="519040"/>
                </a:lnTo>
                <a:lnTo>
                  <a:pt x="37612" y="517016"/>
                </a:lnTo>
                <a:lnTo>
                  <a:pt x="6095" y="491608"/>
                </a:lnTo>
                <a:lnTo>
                  <a:pt x="0" y="51934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791711" y="4353766"/>
            <a:ext cx="64706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</a:t>
            </a:r>
            <a:r>
              <a:rPr sz="1900" spc="-25" dirty="0">
                <a:latin typeface="Arial"/>
                <a:cs typeface="Arial"/>
              </a:rPr>
              <a:t>0)</a:t>
            </a:r>
            <a:endParaRPr sz="19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075931" y="3337559"/>
            <a:ext cx="903731" cy="6035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119122" y="3356978"/>
            <a:ext cx="817345" cy="51893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209921" y="344323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566" y="0"/>
                </a:moveTo>
                <a:lnTo>
                  <a:pt x="40629" y="1249"/>
                </a:lnTo>
                <a:lnTo>
                  <a:pt x="7619" y="24871"/>
                </a:lnTo>
                <a:lnTo>
                  <a:pt x="0" y="51937"/>
                </a:lnTo>
                <a:lnTo>
                  <a:pt x="1280" y="478398"/>
                </a:lnTo>
                <a:lnTo>
                  <a:pt x="24902" y="511414"/>
                </a:lnTo>
                <a:lnTo>
                  <a:pt x="51937" y="519034"/>
                </a:lnTo>
                <a:lnTo>
                  <a:pt x="776721" y="517772"/>
                </a:lnTo>
                <a:lnTo>
                  <a:pt x="809762" y="494150"/>
                </a:lnTo>
                <a:lnTo>
                  <a:pt x="817382" y="467099"/>
                </a:lnTo>
                <a:lnTo>
                  <a:pt x="816223" y="40751"/>
                </a:lnTo>
                <a:lnTo>
                  <a:pt x="792601" y="7619"/>
                </a:lnTo>
                <a:lnTo>
                  <a:pt x="765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209921" y="344323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937"/>
                </a:moveTo>
                <a:lnTo>
                  <a:pt x="16245" y="14203"/>
                </a:lnTo>
                <a:lnTo>
                  <a:pt x="765566" y="0"/>
                </a:lnTo>
                <a:lnTo>
                  <a:pt x="779769" y="2011"/>
                </a:lnTo>
                <a:lnTo>
                  <a:pt x="811286" y="27553"/>
                </a:lnTo>
                <a:lnTo>
                  <a:pt x="817382" y="467099"/>
                </a:lnTo>
                <a:lnTo>
                  <a:pt x="815339" y="481446"/>
                </a:lnTo>
                <a:lnTo>
                  <a:pt x="789950" y="512938"/>
                </a:lnTo>
                <a:lnTo>
                  <a:pt x="51937" y="519034"/>
                </a:lnTo>
                <a:lnTo>
                  <a:pt x="37581" y="517010"/>
                </a:lnTo>
                <a:lnTo>
                  <a:pt x="6095" y="491602"/>
                </a:lnTo>
                <a:lnTo>
                  <a:pt x="0" y="51937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7290948" y="3596719"/>
            <a:ext cx="6496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15" dirty="0">
                <a:latin typeface="Arial"/>
                <a:cs typeface="Arial"/>
              </a:rPr>
              <a:t>F</a:t>
            </a:r>
            <a:r>
              <a:rPr sz="1900" spc="-25" dirty="0">
                <a:latin typeface="Arial"/>
                <a:cs typeface="Arial"/>
              </a:rPr>
              <a:t>ib</a:t>
            </a:r>
            <a:r>
              <a:rPr sz="1900" spc="-10" dirty="0">
                <a:latin typeface="Arial"/>
                <a:cs typeface="Arial"/>
              </a:rPr>
              <a:t>(</a:t>
            </a:r>
            <a:r>
              <a:rPr sz="1900" spc="-30" dirty="0">
                <a:latin typeface="Arial"/>
                <a:cs typeface="Arial"/>
              </a:rPr>
              <a:t>1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8575547" y="2580132"/>
            <a:ext cx="902207" cy="60502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617580" y="2600181"/>
            <a:ext cx="817385" cy="5190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708379" y="2686415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765566" y="0"/>
                </a:moveTo>
                <a:lnTo>
                  <a:pt x="40660" y="1280"/>
                </a:lnTo>
                <a:lnTo>
                  <a:pt x="7619" y="24902"/>
                </a:lnTo>
                <a:lnTo>
                  <a:pt x="0" y="51968"/>
                </a:lnTo>
                <a:lnTo>
                  <a:pt x="1280" y="478414"/>
                </a:lnTo>
                <a:lnTo>
                  <a:pt x="24902" y="511454"/>
                </a:lnTo>
                <a:lnTo>
                  <a:pt x="51968" y="519074"/>
                </a:lnTo>
                <a:lnTo>
                  <a:pt x="776752" y="517794"/>
                </a:lnTo>
                <a:lnTo>
                  <a:pt x="809762" y="494172"/>
                </a:lnTo>
                <a:lnTo>
                  <a:pt x="817382" y="467105"/>
                </a:lnTo>
                <a:lnTo>
                  <a:pt x="816101" y="40660"/>
                </a:lnTo>
                <a:lnTo>
                  <a:pt x="792632" y="7619"/>
                </a:lnTo>
                <a:lnTo>
                  <a:pt x="765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708379" y="2686415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0" y="51968"/>
                </a:moveTo>
                <a:lnTo>
                  <a:pt x="16276" y="14234"/>
                </a:lnTo>
                <a:lnTo>
                  <a:pt x="765566" y="0"/>
                </a:lnTo>
                <a:lnTo>
                  <a:pt x="779800" y="2042"/>
                </a:lnTo>
                <a:lnTo>
                  <a:pt x="811286" y="27584"/>
                </a:lnTo>
                <a:lnTo>
                  <a:pt x="817382" y="467105"/>
                </a:lnTo>
                <a:lnTo>
                  <a:pt x="815339" y="481462"/>
                </a:lnTo>
                <a:lnTo>
                  <a:pt x="789950" y="512978"/>
                </a:lnTo>
                <a:lnTo>
                  <a:pt x="51968" y="519074"/>
                </a:lnTo>
                <a:lnTo>
                  <a:pt x="37612" y="517032"/>
                </a:lnTo>
                <a:lnTo>
                  <a:pt x="6095" y="491642"/>
                </a:lnTo>
                <a:lnTo>
                  <a:pt x="0" y="51968"/>
                </a:lnTo>
                <a:close/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8789930" y="2839544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ib(2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8075676" y="3337559"/>
            <a:ext cx="902207" cy="6035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118104" y="3356978"/>
            <a:ext cx="817345" cy="51893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208903" y="344323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566" y="0"/>
                </a:moveTo>
                <a:lnTo>
                  <a:pt x="40629" y="1249"/>
                </a:lnTo>
                <a:lnTo>
                  <a:pt x="7619" y="24871"/>
                </a:lnTo>
                <a:lnTo>
                  <a:pt x="0" y="51937"/>
                </a:lnTo>
                <a:lnTo>
                  <a:pt x="1280" y="478398"/>
                </a:lnTo>
                <a:lnTo>
                  <a:pt x="24902" y="511414"/>
                </a:lnTo>
                <a:lnTo>
                  <a:pt x="51937" y="519034"/>
                </a:lnTo>
                <a:lnTo>
                  <a:pt x="776721" y="517772"/>
                </a:lnTo>
                <a:lnTo>
                  <a:pt x="809762" y="494150"/>
                </a:lnTo>
                <a:lnTo>
                  <a:pt x="817382" y="467099"/>
                </a:lnTo>
                <a:lnTo>
                  <a:pt x="816223" y="40751"/>
                </a:lnTo>
                <a:lnTo>
                  <a:pt x="792601" y="7619"/>
                </a:lnTo>
                <a:lnTo>
                  <a:pt x="765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208903" y="344323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937"/>
                </a:moveTo>
                <a:lnTo>
                  <a:pt x="16245" y="14203"/>
                </a:lnTo>
                <a:lnTo>
                  <a:pt x="765566" y="0"/>
                </a:lnTo>
                <a:lnTo>
                  <a:pt x="779769" y="2011"/>
                </a:lnTo>
                <a:lnTo>
                  <a:pt x="811286" y="27553"/>
                </a:lnTo>
                <a:lnTo>
                  <a:pt x="817382" y="467099"/>
                </a:lnTo>
                <a:lnTo>
                  <a:pt x="815339" y="481446"/>
                </a:lnTo>
                <a:lnTo>
                  <a:pt x="789950" y="512938"/>
                </a:lnTo>
                <a:lnTo>
                  <a:pt x="51937" y="519034"/>
                </a:lnTo>
                <a:lnTo>
                  <a:pt x="37581" y="517010"/>
                </a:lnTo>
                <a:lnTo>
                  <a:pt x="6095" y="491602"/>
                </a:lnTo>
                <a:lnTo>
                  <a:pt x="0" y="51937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8290312" y="3596719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ib(1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9073895" y="3337559"/>
            <a:ext cx="903731" cy="6035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117086" y="3356978"/>
            <a:ext cx="817345" cy="51893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207886" y="344323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566" y="0"/>
                </a:moveTo>
                <a:lnTo>
                  <a:pt x="40629" y="1249"/>
                </a:lnTo>
                <a:lnTo>
                  <a:pt x="7619" y="24871"/>
                </a:lnTo>
                <a:lnTo>
                  <a:pt x="0" y="51937"/>
                </a:lnTo>
                <a:lnTo>
                  <a:pt x="1280" y="478398"/>
                </a:lnTo>
                <a:lnTo>
                  <a:pt x="24902" y="511414"/>
                </a:lnTo>
                <a:lnTo>
                  <a:pt x="51937" y="519034"/>
                </a:lnTo>
                <a:lnTo>
                  <a:pt x="776721" y="517772"/>
                </a:lnTo>
                <a:lnTo>
                  <a:pt x="809762" y="494150"/>
                </a:lnTo>
                <a:lnTo>
                  <a:pt x="817382" y="467099"/>
                </a:lnTo>
                <a:lnTo>
                  <a:pt x="816223" y="40751"/>
                </a:lnTo>
                <a:lnTo>
                  <a:pt x="792601" y="7619"/>
                </a:lnTo>
                <a:lnTo>
                  <a:pt x="765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9207886" y="344323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937"/>
                </a:moveTo>
                <a:lnTo>
                  <a:pt x="16245" y="14203"/>
                </a:lnTo>
                <a:lnTo>
                  <a:pt x="765566" y="0"/>
                </a:lnTo>
                <a:lnTo>
                  <a:pt x="779769" y="2011"/>
                </a:lnTo>
                <a:lnTo>
                  <a:pt x="811286" y="27553"/>
                </a:lnTo>
                <a:lnTo>
                  <a:pt x="817382" y="467099"/>
                </a:lnTo>
                <a:lnTo>
                  <a:pt x="815339" y="481446"/>
                </a:lnTo>
                <a:lnTo>
                  <a:pt x="789950" y="512938"/>
                </a:lnTo>
                <a:lnTo>
                  <a:pt x="51937" y="519034"/>
                </a:lnTo>
                <a:lnTo>
                  <a:pt x="37581" y="517010"/>
                </a:lnTo>
                <a:lnTo>
                  <a:pt x="6095" y="491602"/>
                </a:lnTo>
                <a:lnTo>
                  <a:pt x="0" y="51937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9289803" y="3596719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ib(0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0073640" y="1824227"/>
            <a:ext cx="902207" cy="60350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116067" y="1843521"/>
            <a:ext cx="817345" cy="5189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0206867" y="192974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765413" y="0"/>
                </a:moveTo>
                <a:lnTo>
                  <a:pt x="40629" y="1280"/>
                </a:lnTo>
                <a:lnTo>
                  <a:pt x="7619" y="24902"/>
                </a:lnTo>
                <a:lnTo>
                  <a:pt x="0" y="51968"/>
                </a:lnTo>
                <a:lnTo>
                  <a:pt x="1280" y="478414"/>
                </a:lnTo>
                <a:lnTo>
                  <a:pt x="24902" y="511454"/>
                </a:lnTo>
                <a:lnTo>
                  <a:pt x="51937" y="519074"/>
                </a:lnTo>
                <a:lnTo>
                  <a:pt x="776721" y="517794"/>
                </a:lnTo>
                <a:lnTo>
                  <a:pt x="809762" y="494172"/>
                </a:lnTo>
                <a:lnTo>
                  <a:pt x="817382" y="467105"/>
                </a:lnTo>
                <a:lnTo>
                  <a:pt x="816101" y="40660"/>
                </a:lnTo>
                <a:lnTo>
                  <a:pt x="792479" y="7619"/>
                </a:lnTo>
                <a:lnTo>
                  <a:pt x="765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0206867" y="192974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0" y="51968"/>
                </a:moveTo>
                <a:lnTo>
                  <a:pt x="16245" y="14234"/>
                </a:lnTo>
                <a:lnTo>
                  <a:pt x="765413" y="0"/>
                </a:lnTo>
                <a:lnTo>
                  <a:pt x="779769" y="2042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340"/>
                </a:lnTo>
                <a:lnTo>
                  <a:pt x="789950" y="512978"/>
                </a:lnTo>
                <a:lnTo>
                  <a:pt x="51937" y="519074"/>
                </a:lnTo>
                <a:lnTo>
                  <a:pt x="37581" y="517032"/>
                </a:lnTo>
                <a:lnTo>
                  <a:pt x="6095" y="491642"/>
                </a:lnTo>
                <a:lnTo>
                  <a:pt x="0" y="51968"/>
                </a:lnTo>
                <a:close/>
              </a:path>
            </a:pathLst>
          </a:custGeom>
          <a:ln w="9523">
            <a:solidFill>
              <a:srgbClr val="ED7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10288913" y="2082750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ib(3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9573768" y="2580132"/>
            <a:ext cx="902207" cy="60502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9616561" y="2600181"/>
            <a:ext cx="817385" cy="5190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9707361" y="2686415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765566" y="0"/>
                </a:moveTo>
                <a:lnTo>
                  <a:pt x="40660" y="1280"/>
                </a:lnTo>
                <a:lnTo>
                  <a:pt x="7619" y="24902"/>
                </a:lnTo>
                <a:lnTo>
                  <a:pt x="0" y="51968"/>
                </a:lnTo>
                <a:lnTo>
                  <a:pt x="1280" y="478414"/>
                </a:lnTo>
                <a:lnTo>
                  <a:pt x="24902" y="511454"/>
                </a:lnTo>
                <a:lnTo>
                  <a:pt x="51968" y="519074"/>
                </a:lnTo>
                <a:lnTo>
                  <a:pt x="776752" y="517794"/>
                </a:lnTo>
                <a:lnTo>
                  <a:pt x="809762" y="494172"/>
                </a:lnTo>
                <a:lnTo>
                  <a:pt x="817382" y="467105"/>
                </a:lnTo>
                <a:lnTo>
                  <a:pt x="816101" y="40660"/>
                </a:lnTo>
                <a:lnTo>
                  <a:pt x="792632" y="7619"/>
                </a:lnTo>
                <a:lnTo>
                  <a:pt x="765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9707361" y="2686415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0" y="51968"/>
                </a:moveTo>
                <a:lnTo>
                  <a:pt x="16276" y="14234"/>
                </a:lnTo>
                <a:lnTo>
                  <a:pt x="765566" y="0"/>
                </a:lnTo>
                <a:lnTo>
                  <a:pt x="779800" y="2042"/>
                </a:lnTo>
                <a:lnTo>
                  <a:pt x="811286" y="27584"/>
                </a:lnTo>
                <a:lnTo>
                  <a:pt x="817382" y="467105"/>
                </a:lnTo>
                <a:lnTo>
                  <a:pt x="815339" y="481462"/>
                </a:lnTo>
                <a:lnTo>
                  <a:pt x="789950" y="512978"/>
                </a:lnTo>
                <a:lnTo>
                  <a:pt x="51968" y="519074"/>
                </a:lnTo>
                <a:lnTo>
                  <a:pt x="37612" y="517032"/>
                </a:lnTo>
                <a:lnTo>
                  <a:pt x="6095" y="491642"/>
                </a:lnTo>
                <a:lnTo>
                  <a:pt x="0" y="51968"/>
                </a:lnTo>
                <a:close/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9789421" y="2839544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ib(1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0573511" y="2580132"/>
            <a:ext cx="902207" cy="60502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0615544" y="2600181"/>
            <a:ext cx="817385" cy="5190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0706343" y="2686415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765444" y="0"/>
                </a:moveTo>
                <a:lnTo>
                  <a:pt x="40660" y="1280"/>
                </a:lnTo>
                <a:lnTo>
                  <a:pt x="7619" y="24902"/>
                </a:lnTo>
                <a:lnTo>
                  <a:pt x="0" y="51968"/>
                </a:lnTo>
                <a:lnTo>
                  <a:pt x="1280" y="478414"/>
                </a:lnTo>
                <a:lnTo>
                  <a:pt x="24902" y="511454"/>
                </a:lnTo>
                <a:lnTo>
                  <a:pt x="51968" y="519074"/>
                </a:lnTo>
                <a:lnTo>
                  <a:pt x="776752" y="517794"/>
                </a:lnTo>
                <a:lnTo>
                  <a:pt x="809762" y="494172"/>
                </a:lnTo>
                <a:lnTo>
                  <a:pt x="817382" y="467105"/>
                </a:lnTo>
                <a:lnTo>
                  <a:pt x="816101" y="40660"/>
                </a:lnTo>
                <a:lnTo>
                  <a:pt x="792479" y="7619"/>
                </a:lnTo>
                <a:lnTo>
                  <a:pt x="7654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0706343" y="2686415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0" y="51968"/>
                </a:moveTo>
                <a:lnTo>
                  <a:pt x="16276" y="14234"/>
                </a:lnTo>
                <a:lnTo>
                  <a:pt x="765444" y="0"/>
                </a:lnTo>
                <a:lnTo>
                  <a:pt x="779800" y="2042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62"/>
                </a:lnTo>
                <a:lnTo>
                  <a:pt x="789950" y="512978"/>
                </a:lnTo>
                <a:lnTo>
                  <a:pt x="51968" y="519074"/>
                </a:lnTo>
                <a:lnTo>
                  <a:pt x="37612" y="517032"/>
                </a:lnTo>
                <a:lnTo>
                  <a:pt x="6095" y="491642"/>
                </a:lnTo>
                <a:lnTo>
                  <a:pt x="0" y="51968"/>
                </a:lnTo>
                <a:close/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10788531" y="2839544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ib(2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10073640" y="3337559"/>
            <a:ext cx="902207" cy="6035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0116067" y="3356978"/>
            <a:ext cx="817345" cy="51893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0206867" y="344323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13" y="0"/>
                </a:moveTo>
                <a:lnTo>
                  <a:pt x="40629" y="1249"/>
                </a:lnTo>
                <a:lnTo>
                  <a:pt x="7619" y="24871"/>
                </a:lnTo>
                <a:lnTo>
                  <a:pt x="0" y="51937"/>
                </a:lnTo>
                <a:lnTo>
                  <a:pt x="1280" y="478398"/>
                </a:lnTo>
                <a:lnTo>
                  <a:pt x="24902" y="511414"/>
                </a:lnTo>
                <a:lnTo>
                  <a:pt x="51937" y="519034"/>
                </a:lnTo>
                <a:lnTo>
                  <a:pt x="776721" y="517772"/>
                </a:lnTo>
                <a:lnTo>
                  <a:pt x="809762" y="494150"/>
                </a:lnTo>
                <a:lnTo>
                  <a:pt x="817382" y="467099"/>
                </a:lnTo>
                <a:lnTo>
                  <a:pt x="816101" y="40629"/>
                </a:lnTo>
                <a:lnTo>
                  <a:pt x="792479" y="7619"/>
                </a:lnTo>
                <a:lnTo>
                  <a:pt x="765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0206867" y="344323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937"/>
                </a:moveTo>
                <a:lnTo>
                  <a:pt x="16245" y="14203"/>
                </a:lnTo>
                <a:lnTo>
                  <a:pt x="765413" y="0"/>
                </a:lnTo>
                <a:lnTo>
                  <a:pt x="779769" y="2011"/>
                </a:lnTo>
                <a:lnTo>
                  <a:pt x="811286" y="27431"/>
                </a:lnTo>
                <a:lnTo>
                  <a:pt x="817382" y="467099"/>
                </a:lnTo>
                <a:lnTo>
                  <a:pt x="815339" y="481446"/>
                </a:lnTo>
                <a:lnTo>
                  <a:pt x="789950" y="512938"/>
                </a:lnTo>
                <a:lnTo>
                  <a:pt x="51937" y="519034"/>
                </a:lnTo>
                <a:lnTo>
                  <a:pt x="37581" y="517010"/>
                </a:lnTo>
                <a:lnTo>
                  <a:pt x="6095" y="491602"/>
                </a:lnTo>
                <a:lnTo>
                  <a:pt x="0" y="51937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10288913" y="3596719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ib(1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11071859" y="3337559"/>
            <a:ext cx="903731" cy="6035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1115050" y="3356978"/>
            <a:ext cx="817345" cy="51893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1205850" y="344323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13" y="0"/>
                </a:moveTo>
                <a:lnTo>
                  <a:pt x="40629" y="1249"/>
                </a:lnTo>
                <a:lnTo>
                  <a:pt x="7619" y="24871"/>
                </a:lnTo>
                <a:lnTo>
                  <a:pt x="0" y="51937"/>
                </a:lnTo>
                <a:lnTo>
                  <a:pt x="1280" y="478398"/>
                </a:lnTo>
                <a:lnTo>
                  <a:pt x="24902" y="511414"/>
                </a:lnTo>
                <a:lnTo>
                  <a:pt x="51937" y="519034"/>
                </a:lnTo>
                <a:lnTo>
                  <a:pt x="776721" y="517772"/>
                </a:lnTo>
                <a:lnTo>
                  <a:pt x="809762" y="494150"/>
                </a:lnTo>
                <a:lnTo>
                  <a:pt x="817382" y="467099"/>
                </a:lnTo>
                <a:lnTo>
                  <a:pt x="816101" y="40629"/>
                </a:lnTo>
                <a:lnTo>
                  <a:pt x="792479" y="7619"/>
                </a:lnTo>
                <a:lnTo>
                  <a:pt x="765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1205850" y="344323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937"/>
                </a:moveTo>
                <a:lnTo>
                  <a:pt x="16245" y="14203"/>
                </a:lnTo>
                <a:lnTo>
                  <a:pt x="765413" y="0"/>
                </a:lnTo>
                <a:lnTo>
                  <a:pt x="779769" y="2011"/>
                </a:lnTo>
                <a:lnTo>
                  <a:pt x="811286" y="27431"/>
                </a:lnTo>
                <a:lnTo>
                  <a:pt x="817382" y="467099"/>
                </a:lnTo>
                <a:lnTo>
                  <a:pt x="815339" y="481446"/>
                </a:lnTo>
                <a:lnTo>
                  <a:pt x="789950" y="512938"/>
                </a:lnTo>
                <a:lnTo>
                  <a:pt x="51937" y="519034"/>
                </a:lnTo>
                <a:lnTo>
                  <a:pt x="37581" y="517010"/>
                </a:lnTo>
                <a:lnTo>
                  <a:pt x="6095" y="491602"/>
                </a:lnTo>
                <a:lnTo>
                  <a:pt x="0" y="51937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11288023" y="3596719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ib(0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774821" y="5055869"/>
            <a:ext cx="5619750" cy="1062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30" dirty="0">
                <a:solidFill>
                  <a:srgbClr val="ED7B2F"/>
                </a:solidFill>
                <a:latin typeface="Book Antiqua"/>
                <a:cs typeface="Book Antiqua"/>
              </a:rPr>
              <a:t>F</a:t>
            </a:r>
            <a:r>
              <a:rPr sz="2400" spc="40" dirty="0">
                <a:solidFill>
                  <a:srgbClr val="ED7B2F"/>
                </a:solidFill>
                <a:latin typeface="Book Antiqua"/>
                <a:cs typeface="Book Antiqua"/>
              </a:rPr>
              <a:t>(</a:t>
            </a:r>
            <a:r>
              <a:rPr sz="2400" spc="20" dirty="0">
                <a:solidFill>
                  <a:srgbClr val="ED7B2F"/>
                </a:solidFill>
                <a:latin typeface="Book Antiqua"/>
                <a:cs typeface="Book Antiqua"/>
              </a:rPr>
              <a:t>4</a:t>
            </a:r>
            <a:r>
              <a:rPr sz="2400" dirty="0">
                <a:solidFill>
                  <a:srgbClr val="ED7B2F"/>
                </a:solidFill>
                <a:latin typeface="Book Antiqua"/>
                <a:cs typeface="Book Antiqua"/>
              </a:rPr>
              <a:t>)</a:t>
            </a:r>
            <a:r>
              <a:rPr sz="2400" spc="-80" dirty="0">
                <a:solidFill>
                  <a:srgbClr val="ED7B2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=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F</a:t>
            </a:r>
            <a:r>
              <a:rPr sz="2400" dirty="0">
                <a:latin typeface="Book Antiqua"/>
                <a:cs typeface="Book Antiqua"/>
              </a:rPr>
              <a:t>(3)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+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F</a:t>
            </a:r>
            <a:r>
              <a:rPr sz="2400" spc="40" dirty="0">
                <a:latin typeface="Book Antiqua"/>
                <a:cs typeface="Book Antiqua"/>
              </a:rPr>
              <a:t>(</a:t>
            </a:r>
            <a:r>
              <a:rPr sz="2400" spc="20" dirty="0">
                <a:latin typeface="Book Antiqua"/>
                <a:cs typeface="Book Antiqua"/>
              </a:rPr>
              <a:t>2</a:t>
            </a:r>
            <a:r>
              <a:rPr sz="2400" dirty="0">
                <a:latin typeface="Book Antiqua"/>
                <a:cs typeface="Book Antiqua"/>
              </a:rPr>
              <a:t>)</a:t>
            </a:r>
            <a:endParaRPr sz="2400">
              <a:latin typeface="Book Antiqua"/>
              <a:cs typeface="Book Antiqua"/>
            </a:endParaRPr>
          </a:p>
          <a:p>
            <a:pPr marL="698500">
              <a:lnSpc>
                <a:spcPct val="100000"/>
              </a:lnSpc>
            </a:pPr>
            <a:r>
              <a:rPr sz="2400" spc="-15" dirty="0">
                <a:latin typeface="Book Antiqua"/>
                <a:cs typeface="Book Antiqua"/>
              </a:rPr>
              <a:t>=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Book Antiqua"/>
                <a:cs typeface="Book Antiqua"/>
              </a:rPr>
              <a:t>((</a:t>
            </a:r>
            <a:r>
              <a:rPr sz="2400" spc="5" dirty="0">
                <a:solidFill>
                  <a:srgbClr val="FFC000"/>
                </a:solidFill>
                <a:latin typeface="Book Antiqua"/>
                <a:cs typeface="Book Antiqua"/>
              </a:rPr>
              <a:t>F</a:t>
            </a:r>
            <a:r>
              <a:rPr sz="2400" spc="10" dirty="0">
                <a:solidFill>
                  <a:srgbClr val="FFC000"/>
                </a:solidFill>
                <a:latin typeface="Book Antiqua"/>
                <a:cs typeface="Book Antiqua"/>
              </a:rPr>
              <a:t>(</a:t>
            </a:r>
            <a:r>
              <a:rPr sz="2400" spc="5" dirty="0">
                <a:solidFill>
                  <a:srgbClr val="FFC000"/>
                </a:solidFill>
                <a:latin typeface="Book Antiqua"/>
                <a:cs typeface="Book Antiqua"/>
              </a:rPr>
              <a:t>2</a:t>
            </a:r>
            <a:r>
              <a:rPr sz="2400" dirty="0">
                <a:solidFill>
                  <a:srgbClr val="FFC000"/>
                </a:solidFill>
                <a:latin typeface="Book Antiqua"/>
                <a:cs typeface="Book Antiqua"/>
              </a:rPr>
              <a:t>)</a:t>
            </a:r>
            <a:r>
              <a:rPr sz="2400" spc="3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FFC000"/>
                </a:solidFill>
                <a:latin typeface="Book Antiqua"/>
                <a:cs typeface="Book Antiqua"/>
              </a:rPr>
              <a:t>+</a:t>
            </a:r>
            <a:r>
              <a:rPr sz="2400" spc="12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FFC000"/>
                </a:solidFill>
                <a:latin typeface="Book Antiqua"/>
                <a:cs typeface="Book Antiqua"/>
              </a:rPr>
              <a:t>F</a:t>
            </a:r>
            <a:r>
              <a:rPr sz="2400" spc="10" dirty="0">
                <a:solidFill>
                  <a:srgbClr val="FFC000"/>
                </a:solidFill>
                <a:latin typeface="Book Antiqua"/>
                <a:cs typeface="Book Antiqua"/>
              </a:rPr>
              <a:t>(</a:t>
            </a:r>
            <a:r>
              <a:rPr sz="2400" spc="15" dirty="0">
                <a:solidFill>
                  <a:srgbClr val="FFC000"/>
                </a:solidFill>
                <a:latin typeface="Book Antiqua"/>
                <a:cs typeface="Book Antiqua"/>
              </a:rPr>
              <a:t>1</a:t>
            </a:r>
            <a:r>
              <a:rPr sz="2400" dirty="0">
                <a:solidFill>
                  <a:srgbClr val="FFC000"/>
                </a:solidFill>
                <a:latin typeface="Book Antiqua"/>
                <a:cs typeface="Book Antiqua"/>
              </a:rPr>
              <a:t>)</a:t>
            </a:r>
            <a:r>
              <a:rPr sz="2400" dirty="0">
                <a:latin typeface="Book Antiqua"/>
                <a:cs typeface="Book Antiqua"/>
              </a:rPr>
              <a:t>)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+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Book Antiqua"/>
                <a:cs typeface="Book Antiqua"/>
              </a:rPr>
              <a:t>F</a:t>
            </a:r>
            <a:r>
              <a:rPr sz="2400" spc="10" dirty="0">
                <a:latin typeface="Book Antiqua"/>
                <a:cs typeface="Book Antiqua"/>
              </a:rPr>
              <a:t>(</a:t>
            </a:r>
            <a:r>
              <a:rPr sz="2400" spc="5" dirty="0">
                <a:latin typeface="Book Antiqua"/>
                <a:cs typeface="Book Antiqua"/>
              </a:rPr>
              <a:t>2</a:t>
            </a:r>
            <a:r>
              <a:rPr sz="2400" dirty="0">
                <a:latin typeface="Book Antiqua"/>
                <a:cs typeface="Book Antiqua"/>
              </a:rPr>
              <a:t>)</a:t>
            </a:r>
            <a:endParaRPr sz="2400">
              <a:latin typeface="Book Antiqua"/>
              <a:cs typeface="Book Antiqua"/>
            </a:endParaRPr>
          </a:p>
          <a:p>
            <a:pPr marL="698500">
              <a:lnSpc>
                <a:spcPct val="100000"/>
              </a:lnSpc>
            </a:pPr>
            <a:r>
              <a:rPr sz="2400" spc="-15" dirty="0">
                <a:latin typeface="Book Antiqua"/>
                <a:cs typeface="Book Antiqua"/>
              </a:rPr>
              <a:t>=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Book Antiqua"/>
                <a:cs typeface="Book Antiqua"/>
              </a:rPr>
              <a:t>((</a:t>
            </a:r>
            <a:r>
              <a:rPr sz="2400" spc="5" dirty="0">
                <a:solidFill>
                  <a:srgbClr val="6EAC46"/>
                </a:solidFill>
                <a:latin typeface="Book Antiqua"/>
                <a:cs typeface="Book Antiqua"/>
              </a:rPr>
              <a:t>F</a:t>
            </a:r>
            <a:r>
              <a:rPr sz="2400" spc="10" dirty="0">
                <a:solidFill>
                  <a:srgbClr val="6EAC46"/>
                </a:solidFill>
                <a:latin typeface="Book Antiqua"/>
                <a:cs typeface="Book Antiqua"/>
              </a:rPr>
              <a:t>(</a:t>
            </a:r>
            <a:r>
              <a:rPr sz="2400" spc="5" dirty="0">
                <a:solidFill>
                  <a:srgbClr val="6EAC46"/>
                </a:solidFill>
                <a:latin typeface="Book Antiqua"/>
                <a:cs typeface="Book Antiqua"/>
              </a:rPr>
              <a:t>1</a:t>
            </a:r>
            <a:r>
              <a:rPr sz="2400" dirty="0">
                <a:solidFill>
                  <a:srgbClr val="6EAC46"/>
                </a:solidFill>
                <a:latin typeface="Book Antiqua"/>
                <a:cs typeface="Book Antiqua"/>
              </a:rPr>
              <a:t>)</a:t>
            </a:r>
            <a:r>
              <a:rPr sz="2400" spc="35" dirty="0">
                <a:solidFill>
                  <a:srgbClr val="6EAC46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6EAC46"/>
                </a:solidFill>
                <a:latin typeface="Book Antiqua"/>
                <a:cs typeface="Book Antiqua"/>
              </a:rPr>
              <a:t>+</a:t>
            </a:r>
            <a:r>
              <a:rPr sz="2400" spc="125" dirty="0">
                <a:solidFill>
                  <a:srgbClr val="6EAC46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6EAC46"/>
                </a:solidFill>
                <a:latin typeface="Book Antiqua"/>
                <a:cs typeface="Book Antiqua"/>
              </a:rPr>
              <a:t>F</a:t>
            </a:r>
            <a:r>
              <a:rPr sz="2400" spc="10" dirty="0">
                <a:solidFill>
                  <a:srgbClr val="6EAC46"/>
                </a:solidFill>
                <a:latin typeface="Book Antiqua"/>
                <a:cs typeface="Book Antiqua"/>
              </a:rPr>
              <a:t>(</a:t>
            </a:r>
            <a:r>
              <a:rPr sz="2400" spc="15" dirty="0">
                <a:solidFill>
                  <a:srgbClr val="6EAC46"/>
                </a:solidFill>
                <a:latin typeface="Book Antiqua"/>
                <a:cs typeface="Book Antiqua"/>
              </a:rPr>
              <a:t>0</a:t>
            </a:r>
            <a:r>
              <a:rPr sz="2400" dirty="0">
                <a:solidFill>
                  <a:srgbClr val="6EAC46"/>
                </a:solidFill>
                <a:latin typeface="Book Antiqua"/>
                <a:cs typeface="Book Antiqua"/>
              </a:rPr>
              <a:t>)</a:t>
            </a:r>
            <a:r>
              <a:rPr sz="2400" dirty="0">
                <a:latin typeface="Book Antiqua"/>
                <a:cs typeface="Book Antiqua"/>
              </a:rPr>
              <a:t>)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+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FFC000"/>
                </a:solidFill>
                <a:latin typeface="Book Antiqua"/>
                <a:cs typeface="Book Antiqua"/>
              </a:rPr>
              <a:t>F</a:t>
            </a:r>
            <a:r>
              <a:rPr sz="2400" spc="10" dirty="0">
                <a:solidFill>
                  <a:srgbClr val="FFC000"/>
                </a:solidFill>
                <a:latin typeface="Book Antiqua"/>
                <a:cs typeface="Book Antiqua"/>
              </a:rPr>
              <a:t>(</a:t>
            </a:r>
            <a:r>
              <a:rPr sz="2400" spc="15" dirty="0">
                <a:solidFill>
                  <a:srgbClr val="FFC000"/>
                </a:solidFill>
                <a:latin typeface="Book Antiqua"/>
                <a:cs typeface="Book Antiqua"/>
              </a:rPr>
              <a:t>1</a:t>
            </a:r>
            <a:r>
              <a:rPr sz="2400" dirty="0">
                <a:solidFill>
                  <a:srgbClr val="FFC000"/>
                </a:solidFill>
                <a:latin typeface="Book Antiqua"/>
                <a:cs typeface="Book Antiqua"/>
              </a:rPr>
              <a:t>)</a:t>
            </a:r>
            <a:r>
              <a:rPr sz="2400" dirty="0">
                <a:latin typeface="Book Antiqua"/>
                <a:cs typeface="Book Antiqua"/>
              </a:rPr>
              <a:t>)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+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Book Antiqua"/>
                <a:cs typeface="Book Antiqua"/>
              </a:rPr>
              <a:t>(</a:t>
            </a:r>
            <a:r>
              <a:rPr sz="2400" spc="-65" dirty="0">
                <a:latin typeface="Book Antiqua"/>
                <a:cs typeface="Book Antiqua"/>
              </a:rPr>
              <a:t>F</a:t>
            </a:r>
            <a:r>
              <a:rPr sz="2400" dirty="0">
                <a:latin typeface="Book Antiqua"/>
                <a:cs typeface="Book Antiqua"/>
              </a:rPr>
              <a:t>(1)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+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F</a:t>
            </a:r>
            <a:r>
              <a:rPr sz="2400" dirty="0">
                <a:latin typeface="Book Antiqua"/>
                <a:cs typeface="Book Antiqua"/>
              </a:rPr>
              <a:t>(</a:t>
            </a:r>
            <a:r>
              <a:rPr sz="2400" spc="-20" dirty="0">
                <a:latin typeface="Book Antiqua"/>
                <a:cs typeface="Book Antiqua"/>
              </a:rPr>
              <a:t>0</a:t>
            </a:r>
            <a:r>
              <a:rPr sz="2400" dirty="0">
                <a:latin typeface="Book Antiqua"/>
                <a:cs typeface="Book Antiqua"/>
              </a:rPr>
              <a:t>))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0">
              <a:lnSpc>
                <a:spcPct val="100000"/>
              </a:lnSpc>
            </a:pPr>
            <a:r>
              <a:rPr dirty="0">
                <a:latin typeface="Arial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45587" y="412495"/>
            <a:ext cx="322770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-70" dirty="0">
                <a:latin typeface="Arial"/>
                <a:cs typeface="Arial"/>
              </a:rPr>
              <a:t>M</a:t>
            </a:r>
            <a:r>
              <a:rPr sz="4000" b="1" spc="-55" dirty="0">
                <a:latin typeface="Arial"/>
                <a:cs typeface="Arial"/>
              </a:rPr>
              <a:t>e</a:t>
            </a:r>
            <a:r>
              <a:rPr sz="4000" b="1" spc="-105" dirty="0">
                <a:latin typeface="Arial"/>
                <a:cs typeface="Arial"/>
              </a:rPr>
              <a:t>m</a:t>
            </a:r>
            <a:r>
              <a:rPr sz="4000" b="1" spc="-60" dirty="0">
                <a:latin typeface="Arial"/>
                <a:cs typeface="Arial"/>
              </a:rPr>
              <a:t>o</a:t>
            </a:r>
            <a:r>
              <a:rPr sz="4000" b="1" spc="-40" dirty="0">
                <a:latin typeface="Arial"/>
                <a:cs typeface="Arial"/>
              </a:rPr>
              <a:t>iz</a:t>
            </a:r>
            <a:r>
              <a:rPr sz="4000" b="1" spc="-55" dirty="0">
                <a:latin typeface="Arial"/>
                <a:cs typeface="Arial"/>
              </a:rPr>
              <a:t>a</a:t>
            </a:r>
            <a:r>
              <a:rPr sz="4000" b="1" spc="-40" dirty="0">
                <a:latin typeface="Arial"/>
                <a:cs typeface="Arial"/>
              </a:rPr>
              <a:t>t</a:t>
            </a:r>
            <a:r>
              <a:rPr sz="4000" b="1" spc="-35" dirty="0">
                <a:latin typeface="Arial"/>
                <a:cs typeface="Arial"/>
              </a:rPr>
              <a:t>i</a:t>
            </a:r>
            <a:r>
              <a:rPr sz="4000" b="1" spc="-50" dirty="0">
                <a:latin typeface="Arial"/>
                <a:cs typeface="Arial"/>
              </a:rPr>
              <a:t>o</a:t>
            </a:r>
            <a:r>
              <a:rPr sz="4000" b="1" spc="-70" dirty="0">
                <a:latin typeface="Arial"/>
                <a:cs typeface="Arial"/>
              </a:rPr>
              <a:t>n</a:t>
            </a:r>
            <a:r>
              <a:rPr sz="4000" b="1" spc="-15" dirty="0">
                <a:latin typeface="Arial"/>
                <a:cs typeface="Arial"/>
              </a:rPr>
              <a:t>: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pc="30" dirty="0"/>
              <a:t>Fi</a:t>
            </a:r>
            <a:r>
              <a:rPr spc="25" dirty="0"/>
              <a:t>b</a:t>
            </a:r>
            <a:r>
              <a:rPr spc="-35" dirty="0"/>
              <a:t>(</a:t>
            </a:r>
            <a:r>
              <a:rPr spc="-45" dirty="0"/>
              <a:t>n</a:t>
            </a:r>
            <a:r>
              <a:rPr dirty="0"/>
              <a:t>,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35" dirty="0"/>
              <a:t>mem</a:t>
            </a:r>
            <a:r>
              <a:rPr dirty="0"/>
              <a:t>)</a:t>
            </a:r>
          </a:p>
          <a:p>
            <a:pPr marL="12700">
              <a:lnSpc>
                <a:spcPts val="2875"/>
              </a:lnSpc>
            </a:pPr>
            <a:r>
              <a:rPr dirty="0"/>
              <a:t>{</a:t>
            </a:r>
          </a:p>
          <a:p>
            <a:pPr marL="165100">
              <a:lnSpc>
                <a:spcPct val="100000"/>
              </a:lnSpc>
              <a:spcBef>
                <a:spcPts val="10"/>
              </a:spcBef>
            </a:pPr>
            <a:r>
              <a:rPr spc="-100" dirty="0"/>
              <a:t>i</a:t>
            </a:r>
            <a:r>
              <a:rPr dirty="0"/>
              <a:t>f</a:t>
            </a:r>
            <a:r>
              <a:rPr spc="-200" dirty="0">
                <a:latin typeface="Times New Roman"/>
                <a:cs typeface="Times New Roman"/>
              </a:rPr>
              <a:t> </a:t>
            </a:r>
            <a:r>
              <a:rPr spc="-15" dirty="0"/>
              <a:t>m</a:t>
            </a:r>
            <a:r>
              <a:rPr spc="10" dirty="0"/>
              <a:t>e</a:t>
            </a:r>
            <a:r>
              <a:rPr spc="-15" dirty="0"/>
              <a:t>m</a:t>
            </a:r>
            <a:r>
              <a:rPr spc="20" dirty="0"/>
              <a:t>[</a:t>
            </a:r>
            <a:r>
              <a:rPr spc="-5" dirty="0"/>
              <a:t>n</a:t>
            </a:r>
            <a:r>
              <a:rPr dirty="0"/>
              <a:t>]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65" dirty="0"/>
              <a:t>!</a:t>
            </a:r>
            <a:r>
              <a:rPr spc="-15" dirty="0"/>
              <a:t>=</a:t>
            </a:r>
            <a:r>
              <a:rPr spc="150" dirty="0">
                <a:latin typeface="Times New Roman"/>
                <a:cs typeface="Times New Roman"/>
              </a:rPr>
              <a:t> </a:t>
            </a:r>
            <a:r>
              <a:rPr spc="-45" dirty="0"/>
              <a:t>n</a:t>
            </a:r>
            <a:r>
              <a:rPr spc="-35" dirty="0"/>
              <a:t>u</a:t>
            </a:r>
            <a:r>
              <a:rPr spc="-100" dirty="0"/>
              <a:t>l</a:t>
            </a:r>
            <a:r>
              <a:rPr spc="-114" dirty="0"/>
              <a:t>l</a:t>
            </a:r>
            <a:r>
              <a:rPr dirty="0"/>
              <a:t>:</a:t>
            </a:r>
          </a:p>
          <a:p>
            <a:pPr marL="164465" marR="935990" indent="152400">
              <a:lnSpc>
                <a:spcPct val="100000"/>
              </a:lnSpc>
            </a:pPr>
            <a:r>
              <a:rPr spc="35" dirty="0"/>
              <a:t>re</a:t>
            </a:r>
            <a:r>
              <a:rPr spc="20" dirty="0"/>
              <a:t>t</a:t>
            </a:r>
            <a:r>
              <a:rPr spc="-60" dirty="0"/>
              <a:t>u</a:t>
            </a:r>
            <a:r>
              <a:rPr spc="-65" dirty="0"/>
              <a:t>r</a:t>
            </a:r>
            <a:r>
              <a:rPr dirty="0"/>
              <a:t>n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mem</a:t>
            </a:r>
            <a:r>
              <a:rPr spc="5" dirty="0"/>
              <a:t>[</a:t>
            </a:r>
            <a:r>
              <a:rPr dirty="0"/>
              <a:t>n]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100" dirty="0"/>
              <a:t>i</a:t>
            </a:r>
            <a:r>
              <a:rPr dirty="0"/>
              <a:t>f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/>
              <a:t>n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114" dirty="0"/>
              <a:t>&lt;</a:t>
            </a:r>
            <a:r>
              <a:rPr spc="-15" dirty="0"/>
              <a:t>=</a:t>
            </a:r>
            <a:r>
              <a:rPr spc="114" dirty="0">
                <a:latin typeface="Times New Roman"/>
                <a:cs typeface="Times New Roman"/>
              </a:rPr>
              <a:t> </a:t>
            </a:r>
            <a:r>
              <a:rPr spc="140" dirty="0"/>
              <a:t>1: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35" dirty="0"/>
              <a:t>re</a:t>
            </a:r>
            <a:r>
              <a:rPr spc="20" dirty="0"/>
              <a:t>t</a:t>
            </a:r>
            <a:r>
              <a:rPr spc="-60" dirty="0"/>
              <a:t>ur</a:t>
            </a:r>
            <a:r>
              <a:rPr dirty="0"/>
              <a:t>n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n</a:t>
            </a:r>
          </a:p>
          <a:p>
            <a:pPr marL="164465">
              <a:lnSpc>
                <a:spcPts val="2870"/>
              </a:lnSpc>
            </a:pPr>
            <a:r>
              <a:rPr spc="85" dirty="0"/>
              <a:t>e</a:t>
            </a:r>
            <a:r>
              <a:rPr spc="30" dirty="0"/>
              <a:t>l</a:t>
            </a:r>
            <a:r>
              <a:rPr spc="105" dirty="0"/>
              <a:t>se:</a:t>
            </a:r>
          </a:p>
          <a:p>
            <a:pPr marL="317500">
              <a:lnSpc>
                <a:spcPct val="100000"/>
              </a:lnSpc>
              <a:spcBef>
                <a:spcPts val="15"/>
              </a:spcBef>
            </a:pPr>
            <a:r>
              <a:rPr dirty="0"/>
              <a:t>f</a:t>
            </a:r>
            <a:r>
              <a:rPr spc="-200" dirty="0">
                <a:latin typeface="Times New Roman"/>
                <a:cs typeface="Times New Roman"/>
              </a:rPr>
              <a:t> </a:t>
            </a:r>
            <a:r>
              <a:rPr dirty="0"/>
              <a:t>=</a:t>
            </a:r>
            <a:r>
              <a:rPr spc="125" dirty="0">
                <a:latin typeface="Times New Roman"/>
                <a:cs typeface="Times New Roman"/>
              </a:rPr>
              <a:t> </a:t>
            </a:r>
            <a:r>
              <a:rPr spc="30" dirty="0"/>
              <a:t>Fi</a:t>
            </a:r>
            <a:r>
              <a:rPr spc="25" dirty="0"/>
              <a:t>b</a:t>
            </a:r>
            <a:r>
              <a:rPr spc="-10" dirty="0"/>
              <a:t>(</a:t>
            </a:r>
            <a:r>
              <a:rPr spc="-20" dirty="0"/>
              <a:t>n</a:t>
            </a:r>
            <a:r>
              <a:rPr spc="-10" dirty="0"/>
              <a:t>-</a:t>
            </a:r>
            <a:r>
              <a:rPr spc="-15" dirty="0"/>
              <a:t>1</a:t>
            </a:r>
            <a:r>
              <a:rPr dirty="0"/>
              <a:t>)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+</a:t>
            </a:r>
            <a:r>
              <a:rPr spc="125" dirty="0">
                <a:latin typeface="Times New Roman"/>
                <a:cs typeface="Times New Roman"/>
              </a:rPr>
              <a:t> </a:t>
            </a:r>
            <a:r>
              <a:rPr spc="30" dirty="0"/>
              <a:t>Fi</a:t>
            </a:r>
            <a:r>
              <a:rPr spc="25" dirty="0"/>
              <a:t>b</a:t>
            </a:r>
            <a:r>
              <a:rPr spc="-45" dirty="0"/>
              <a:t>(</a:t>
            </a:r>
            <a:r>
              <a:rPr spc="-55" dirty="0"/>
              <a:t>n</a:t>
            </a:r>
            <a:r>
              <a:rPr spc="15" dirty="0"/>
              <a:t>-</a:t>
            </a:r>
            <a:r>
              <a:rPr spc="10" dirty="0"/>
              <a:t>2)</a:t>
            </a:r>
          </a:p>
          <a:p>
            <a:pPr marL="317500" marR="1396365">
              <a:lnSpc>
                <a:spcPct val="100000"/>
              </a:lnSpc>
            </a:pPr>
            <a:r>
              <a:rPr spc="-20" dirty="0"/>
              <a:t>mem</a:t>
            </a:r>
            <a:r>
              <a:rPr spc="-5" dirty="0"/>
              <a:t>[</a:t>
            </a:r>
            <a:r>
              <a:rPr dirty="0"/>
              <a:t>n]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-15" dirty="0"/>
              <a:t>=</a:t>
            </a:r>
            <a:r>
              <a:rPr spc="125" dirty="0">
                <a:latin typeface="Times New Roman"/>
                <a:cs typeface="Times New Roman"/>
              </a:rPr>
              <a:t> </a:t>
            </a:r>
            <a:r>
              <a:rPr dirty="0"/>
              <a:t>f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35" dirty="0"/>
              <a:t>re</a:t>
            </a:r>
            <a:r>
              <a:rPr spc="20" dirty="0"/>
              <a:t>t</a:t>
            </a:r>
            <a:r>
              <a:rPr spc="-60" dirty="0"/>
              <a:t>ur</a:t>
            </a:r>
            <a:r>
              <a:rPr dirty="0"/>
              <a:t>n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f</a:t>
            </a:r>
          </a:p>
        </p:txBody>
      </p:sp>
      <p:sp>
        <p:nvSpPr>
          <p:cNvPr id="4" name="object 4"/>
          <p:cNvSpPr/>
          <p:nvPr/>
        </p:nvSpPr>
        <p:spPr>
          <a:xfrm>
            <a:off x="10978895" y="3645408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0" y="0"/>
                </a:moveTo>
                <a:lnTo>
                  <a:pt x="0" y="161909"/>
                </a:lnTo>
                <a:lnTo>
                  <a:pt x="499506" y="161909"/>
                </a:lnTo>
                <a:lnTo>
                  <a:pt x="499506" y="237612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79420" y="3645408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499475" y="0"/>
                </a:moveTo>
                <a:lnTo>
                  <a:pt x="499475" y="161909"/>
                </a:lnTo>
                <a:lnTo>
                  <a:pt x="0" y="161909"/>
                </a:lnTo>
                <a:lnTo>
                  <a:pt x="0" y="237612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479420" y="2888620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0" y="0"/>
                </a:moveTo>
                <a:lnTo>
                  <a:pt x="0" y="162031"/>
                </a:lnTo>
                <a:lnTo>
                  <a:pt x="499475" y="162031"/>
                </a:lnTo>
                <a:lnTo>
                  <a:pt x="499475" y="237743"/>
                </a:lnTo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979914" y="2888620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499506" y="0"/>
                </a:moveTo>
                <a:lnTo>
                  <a:pt x="499506" y="162031"/>
                </a:lnTo>
                <a:lnTo>
                  <a:pt x="0" y="162031"/>
                </a:lnTo>
                <a:lnTo>
                  <a:pt x="0" y="237743"/>
                </a:lnTo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30745" y="2131954"/>
            <a:ext cx="1249045" cy="238125"/>
          </a:xfrm>
          <a:custGeom>
            <a:avLst/>
            <a:gdLst/>
            <a:ahLst/>
            <a:cxnLst/>
            <a:rect l="l" t="t" r="r" b="b"/>
            <a:pathLst>
              <a:path w="1249045" h="238125">
                <a:moveTo>
                  <a:pt x="0" y="0"/>
                </a:moveTo>
                <a:lnTo>
                  <a:pt x="0" y="161909"/>
                </a:lnTo>
                <a:lnTo>
                  <a:pt x="1248674" y="161909"/>
                </a:lnTo>
                <a:lnTo>
                  <a:pt x="1248674" y="237622"/>
                </a:lnTo>
              </a:path>
            </a:pathLst>
          </a:custGeom>
          <a:ln w="9523">
            <a:solidFill>
              <a:srgbClr val="ED7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80931" y="3645408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0" y="0"/>
                </a:moveTo>
                <a:lnTo>
                  <a:pt x="0" y="161909"/>
                </a:lnTo>
                <a:lnTo>
                  <a:pt x="499506" y="161909"/>
                </a:lnTo>
                <a:lnTo>
                  <a:pt x="499506" y="237612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481455" y="3645408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499475" y="0"/>
                </a:moveTo>
                <a:lnTo>
                  <a:pt x="499475" y="161909"/>
                </a:lnTo>
                <a:lnTo>
                  <a:pt x="0" y="161909"/>
                </a:lnTo>
                <a:lnTo>
                  <a:pt x="0" y="237612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81950" y="2888620"/>
            <a:ext cx="999490" cy="238125"/>
          </a:xfrm>
          <a:custGeom>
            <a:avLst/>
            <a:gdLst/>
            <a:ahLst/>
            <a:cxnLst/>
            <a:rect l="l" t="t" r="r" b="b"/>
            <a:pathLst>
              <a:path w="999490" h="238125">
                <a:moveTo>
                  <a:pt x="0" y="0"/>
                </a:moveTo>
                <a:lnTo>
                  <a:pt x="0" y="162031"/>
                </a:lnTo>
                <a:lnTo>
                  <a:pt x="998981" y="162031"/>
                </a:lnTo>
                <a:lnTo>
                  <a:pt x="998981" y="237743"/>
                </a:lnTo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982967" y="3645408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0" y="0"/>
                </a:moveTo>
                <a:lnTo>
                  <a:pt x="0" y="161909"/>
                </a:lnTo>
                <a:lnTo>
                  <a:pt x="499506" y="161909"/>
                </a:lnTo>
                <a:lnTo>
                  <a:pt x="499506" y="237612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83492" y="4402073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0" y="0"/>
                </a:moveTo>
                <a:lnTo>
                  <a:pt x="0" y="162056"/>
                </a:lnTo>
                <a:lnTo>
                  <a:pt x="499475" y="162056"/>
                </a:lnTo>
                <a:lnTo>
                  <a:pt x="499475" y="237743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83985" y="4402073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499506" y="0"/>
                </a:moveTo>
                <a:lnTo>
                  <a:pt x="499506" y="162056"/>
                </a:lnTo>
                <a:lnTo>
                  <a:pt x="0" y="162056"/>
                </a:lnTo>
                <a:lnTo>
                  <a:pt x="0" y="237743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83492" y="3645408"/>
            <a:ext cx="499745" cy="238125"/>
          </a:xfrm>
          <a:custGeom>
            <a:avLst/>
            <a:gdLst/>
            <a:ahLst/>
            <a:cxnLst/>
            <a:rect l="l" t="t" r="r" b="b"/>
            <a:pathLst>
              <a:path w="499745" h="238125">
                <a:moveTo>
                  <a:pt x="499475" y="0"/>
                </a:moveTo>
                <a:lnTo>
                  <a:pt x="499475" y="161909"/>
                </a:lnTo>
                <a:lnTo>
                  <a:pt x="0" y="161909"/>
                </a:lnTo>
                <a:lnTo>
                  <a:pt x="0" y="237612"/>
                </a:lnTo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82967" y="2888620"/>
            <a:ext cx="999490" cy="238125"/>
          </a:xfrm>
          <a:custGeom>
            <a:avLst/>
            <a:gdLst/>
            <a:ahLst/>
            <a:cxnLst/>
            <a:rect l="l" t="t" r="r" b="b"/>
            <a:pathLst>
              <a:path w="999490" h="238125">
                <a:moveTo>
                  <a:pt x="998981" y="0"/>
                </a:moveTo>
                <a:lnTo>
                  <a:pt x="998981" y="162031"/>
                </a:lnTo>
                <a:lnTo>
                  <a:pt x="0" y="162031"/>
                </a:lnTo>
                <a:lnTo>
                  <a:pt x="0" y="237743"/>
                </a:lnTo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81950" y="2131954"/>
            <a:ext cx="1249045" cy="238125"/>
          </a:xfrm>
          <a:custGeom>
            <a:avLst/>
            <a:gdLst/>
            <a:ahLst/>
            <a:cxnLst/>
            <a:rect l="l" t="t" r="r" b="b"/>
            <a:pathLst>
              <a:path w="1249045" h="238125">
                <a:moveTo>
                  <a:pt x="1248796" y="0"/>
                </a:moveTo>
                <a:lnTo>
                  <a:pt x="1248796" y="161909"/>
                </a:lnTo>
                <a:lnTo>
                  <a:pt x="0" y="161909"/>
                </a:lnTo>
                <a:lnTo>
                  <a:pt x="0" y="237622"/>
                </a:lnTo>
              </a:path>
            </a:pathLst>
          </a:custGeom>
          <a:ln w="9523">
            <a:solidFill>
              <a:srgbClr val="ED7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79764" y="1592580"/>
            <a:ext cx="902207" cy="6050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22070" y="1612904"/>
            <a:ext cx="817232" cy="5190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912869" y="1699138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765413" y="0"/>
                </a:moveTo>
                <a:lnTo>
                  <a:pt x="40629" y="1249"/>
                </a:lnTo>
                <a:lnTo>
                  <a:pt x="7619" y="24871"/>
                </a:lnTo>
                <a:lnTo>
                  <a:pt x="0" y="51937"/>
                </a:lnTo>
                <a:lnTo>
                  <a:pt x="1249" y="478261"/>
                </a:lnTo>
                <a:lnTo>
                  <a:pt x="24749" y="511423"/>
                </a:lnTo>
                <a:lnTo>
                  <a:pt x="51815" y="519043"/>
                </a:lnTo>
                <a:lnTo>
                  <a:pt x="776721" y="517763"/>
                </a:lnTo>
                <a:lnTo>
                  <a:pt x="809731" y="494141"/>
                </a:lnTo>
                <a:lnTo>
                  <a:pt x="817351" y="467105"/>
                </a:lnTo>
                <a:lnTo>
                  <a:pt x="816101" y="40629"/>
                </a:lnTo>
                <a:lnTo>
                  <a:pt x="792479" y="7619"/>
                </a:lnTo>
                <a:lnTo>
                  <a:pt x="765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912869" y="1699138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0" y="51937"/>
                </a:moveTo>
                <a:lnTo>
                  <a:pt x="16245" y="14081"/>
                </a:lnTo>
                <a:lnTo>
                  <a:pt x="765413" y="0"/>
                </a:lnTo>
                <a:lnTo>
                  <a:pt x="779769" y="2011"/>
                </a:lnTo>
                <a:lnTo>
                  <a:pt x="811255" y="27431"/>
                </a:lnTo>
                <a:lnTo>
                  <a:pt x="817351" y="467105"/>
                </a:lnTo>
                <a:lnTo>
                  <a:pt x="815339" y="481462"/>
                </a:lnTo>
                <a:lnTo>
                  <a:pt x="789919" y="512947"/>
                </a:lnTo>
                <a:lnTo>
                  <a:pt x="51815" y="519043"/>
                </a:lnTo>
                <a:lnTo>
                  <a:pt x="37581" y="517001"/>
                </a:lnTo>
                <a:lnTo>
                  <a:pt x="6095" y="491489"/>
                </a:lnTo>
                <a:lnTo>
                  <a:pt x="0" y="51937"/>
                </a:lnTo>
                <a:close/>
              </a:path>
            </a:pathLst>
          </a:custGeom>
          <a:ln w="9523">
            <a:solidFill>
              <a:srgbClr val="4470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994147" y="1851744"/>
            <a:ext cx="64897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Fib</a:t>
            </a:r>
            <a:r>
              <a:rPr sz="1900" spc="-20" dirty="0">
                <a:latin typeface="Arial"/>
                <a:cs typeface="Arial"/>
              </a:rPr>
              <a:t>(</a:t>
            </a:r>
            <a:r>
              <a:rPr sz="1900" spc="-30" dirty="0">
                <a:latin typeface="Arial"/>
                <a:cs typeface="Arial"/>
              </a:rPr>
              <a:t>5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530083" y="2350007"/>
            <a:ext cx="903731" cy="6050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573274" y="2369570"/>
            <a:ext cx="817345" cy="5190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64074" y="2455926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765413" y="0"/>
                </a:moveTo>
                <a:lnTo>
                  <a:pt x="40629" y="1280"/>
                </a:lnTo>
                <a:lnTo>
                  <a:pt x="7619" y="24749"/>
                </a:lnTo>
                <a:lnTo>
                  <a:pt x="0" y="51815"/>
                </a:lnTo>
                <a:lnTo>
                  <a:pt x="1280" y="478414"/>
                </a:lnTo>
                <a:lnTo>
                  <a:pt x="24902" y="511423"/>
                </a:lnTo>
                <a:lnTo>
                  <a:pt x="51937" y="519043"/>
                </a:lnTo>
                <a:lnTo>
                  <a:pt x="776721" y="517763"/>
                </a:lnTo>
                <a:lnTo>
                  <a:pt x="809762" y="494141"/>
                </a:lnTo>
                <a:lnTo>
                  <a:pt x="817382" y="467105"/>
                </a:lnTo>
                <a:lnTo>
                  <a:pt x="816101" y="40629"/>
                </a:lnTo>
                <a:lnTo>
                  <a:pt x="792479" y="7619"/>
                </a:lnTo>
                <a:lnTo>
                  <a:pt x="765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664074" y="2455926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0" y="51815"/>
                </a:moveTo>
                <a:lnTo>
                  <a:pt x="16245" y="14081"/>
                </a:lnTo>
                <a:lnTo>
                  <a:pt x="765413" y="0"/>
                </a:lnTo>
                <a:lnTo>
                  <a:pt x="779769" y="2042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62"/>
                </a:lnTo>
                <a:lnTo>
                  <a:pt x="789950" y="512947"/>
                </a:lnTo>
                <a:lnTo>
                  <a:pt x="51937" y="519043"/>
                </a:lnTo>
                <a:lnTo>
                  <a:pt x="37581" y="517001"/>
                </a:lnTo>
                <a:lnTo>
                  <a:pt x="6095" y="491611"/>
                </a:lnTo>
                <a:lnTo>
                  <a:pt x="0" y="51815"/>
                </a:lnTo>
                <a:close/>
              </a:path>
            </a:pathLst>
          </a:custGeom>
          <a:ln w="9523">
            <a:solidFill>
              <a:srgbClr val="ED7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745355" y="2608785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ib(4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531864" y="3107435"/>
            <a:ext cx="902207" cy="6035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74292" y="3126358"/>
            <a:ext cx="817345" cy="5190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665091" y="3212592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13" y="0"/>
                </a:moveTo>
                <a:lnTo>
                  <a:pt x="40629" y="1280"/>
                </a:lnTo>
                <a:lnTo>
                  <a:pt x="7619" y="24902"/>
                </a:lnTo>
                <a:lnTo>
                  <a:pt x="0" y="51937"/>
                </a:lnTo>
                <a:lnTo>
                  <a:pt x="1280" y="478414"/>
                </a:lnTo>
                <a:lnTo>
                  <a:pt x="24902" y="511423"/>
                </a:lnTo>
                <a:lnTo>
                  <a:pt x="51937" y="519043"/>
                </a:lnTo>
                <a:lnTo>
                  <a:pt x="776721" y="517763"/>
                </a:lnTo>
                <a:lnTo>
                  <a:pt x="809762" y="494141"/>
                </a:lnTo>
                <a:lnTo>
                  <a:pt x="817382" y="467105"/>
                </a:lnTo>
                <a:lnTo>
                  <a:pt x="816101" y="40629"/>
                </a:lnTo>
                <a:lnTo>
                  <a:pt x="792479" y="7619"/>
                </a:lnTo>
                <a:lnTo>
                  <a:pt x="765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665091" y="3212592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937"/>
                </a:moveTo>
                <a:lnTo>
                  <a:pt x="16245" y="14234"/>
                </a:lnTo>
                <a:lnTo>
                  <a:pt x="765413" y="0"/>
                </a:lnTo>
                <a:lnTo>
                  <a:pt x="779769" y="2042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62"/>
                </a:lnTo>
                <a:lnTo>
                  <a:pt x="789950" y="512947"/>
                </a:lnTo>
                <a:lnTo>
                  <a:pt x="51937" y="519043"/>
                </a:lnTo>
                <a:lnTo>
                  <a:pt x="37581" y="517001"/>
                </a:lnTo>
                <a:lnTo>
                  <a:pt x="6095" y="491611"/>
                </a:lnTo>
                <a:lnTo>
                  <a:pt x="0" y="51937"/>
                </a:lnTo>
                <a:close/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745991" y="3365960"/>
            <a:ext cx="64706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</a:t>
            </a:r>
            <a:r>
              <a:rPr sz="1900" spc="-25" dirty="0">
                <a:latin typeface="Arial"/>
                <a:cs typeface="Arial"/>
              </a:rPr>
              <a:t>3)</a:t>
            </a:r>
            <a:endParaRPr sz="19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031991" y="3863340"/>
            <a:ext cx="902208" cy="60502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74785" y="3883023"/>
            <a:ext cx="817385" cy="5190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65585" y="396938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44" y="0"/>
                </a:moveTo>
                <a:lnTo>
                  <a:pt x="40660" y="1261"/>
                </a:lnTo>
                <a:lnTo>
                  <a:pt x="7619" y="24764"/>
                </a:lnTo>
                <a:lnTo>
                  <a:pt x="0" y="51815"/>
                </a:lnTo>
                <a:lnTo>
                  <a:pt x="1280" y="478404"/>
                </a:lnTo>
                <a:lnTo>
                  <a:pt x="24902" y="511301"/>
                </a:lnTo>
                <a:lnTo>
                  <a:pt x="51968" y="518921"/>
                </a:lnTo>
                <a:lnTo>
                  <a:pt x="776752" y="517647"/>
                </a:lnTo>
                <a:lnTo>
                  <a:pt x="809762" y="494156"/>
                </a:lnTo>
                <a:lnTo>
                  <a:pt x="817382" y="467105"/>
                </a:lnTo>
                <a:lnTo>
                  <a:pt x="816101" y="40635"/>
                </a:lnTo>
                <a:lnTo>
                  <a:pt x="792632" y="7619"/>
                </a:lnTo>
                <a:lnTo>
                  <a:pt x="7654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165585" y="396938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815"/>
                </a:moveTo>
                <a:lnTo>
                  <a:pt x="16276" y="14096"/>
                </a:lnTo>
                <a:lnTo>
                  <a:pt x="765444" y="0"/>
                </a:lnTo>
                <a:lnTo>
                  <a:pt x="779800" y="2023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52"/>
                </a:lnTo>
                <a:lnTo>
                  <a:pt x="789828" y="512825"/>
                </a:lnTo>
                <a:lnTo>
                  <a:pt x="51968" y="518921"/>
                </a:lnTo>
                <a:lnTo>
                  <a:pt x="37612" y="516885"/>
                </a:lnTo>
                <a:lnTo>
                  <a:pt x="6095" y="491489"/>
                </a:lnTo>
                <a:lnTo>
                  <a:pt x="0" y="51815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246372" y="4123134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ib(2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532120" y="4620767"/>
            <a:ext cx="903732" cy="60350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575310" y="4639817"/>
            <a:ext cx="817345" cy="5190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666109" y="472605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13" y="0"/>
                </a:moveTo>
                <a:lnTo>
                  <a:pt x="40629" y="1261"/>
                </a:lnTo>
                <a:lnTo>
                  <a:pt x="7619" y="24883"/>
                </a:lnTo>
                <a:lnTo>
                  <a:pt x="0" y="51934"/>
                </a:lnTo>
                <a:lnTo>
                  <a:pt x="1280" y="478404"/>
                </a:lnTo>
                <a:lnTo>
                  <a:pt x="24902" y="511420"/>
                </a:lnTo>
                <a:lnTo>
                  <a:pt x="51937" y="519040"/>
                </a:lnTo>
                <a:lnTo>
                  <a:pt x="776721" y="517778"/>
                </a:lnTo>
                <a:lnTo>
                  <a:pt x="809762" y="494156"/>
                </a:lnTo>
                <a:lnTo>
                  <a:pt x="817382" y="467105"/>
                </a:lnTo>
                <a:lnTo>
                  <a:pt x="816101" y="40635"/>
                </a:lnTo>
                <a:lnTo>
                  <a:pt x="792479" y="7619"/>
                </a:lnTo>
                <a:lnTo>
                  <a:pt x="765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66109" y="472605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934"/>
                </a:moveTo>
                <a:lnTo>
                  <a:pt x="16245" y="14215"/>
                </a:lnTo>
                <a:lnTo>
                  <a:pt x="765413" y="0"/>
                </a:lnTo>
                <a:lnTo>
                  <a:pt x="779769" y="2023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52"/>
                </a:lnTo>
                <a:lnTo>
                  <a:pt x="789950" y="512944"/>
                </a:lnTo>
                <a:lnTo>
                  <a:pt x="51937" y="519040"/>
                </a:lnTo>
                <a:lnTo>
                  <a:pt x="37581" y="517016"/>
                </a:lnTo>
                <a:lnTo>
                  <a:pt x="6095" y="491608"/>
                </a:lnTo>
                <a:lnTo>
                  <a:pt x="0" y="51934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746754" y="4880181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ib(1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531864" y="4620767"/>
            <a:ext cx="902207" cy="60350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574292" y="4639817"/>
            <a:ext cx="817345" cy="51905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665091" y="472605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13" y="0"/>
                </a:moveTo>
                <a:lnTo>
                  <a:pt x="40629" y="1261"/>
                </a:lnTo>
                <a:lnTo>
                  <a:pt x="7619" y="24883"/>
                </a:lnTo>
                <a:lnTo>
                  <a:pt x="0" y="51934"/>
                </a:lnTo>
                <a:lnTo>
                  <a:pt x="1280" y="478404"/>
                </a:lnTo>
                <a:lnTo>
                  <a:pt x="24902" y="511420"/>
                </a:lnTo>
                <a:lnTo>
                  <a:pt x="51937" y="519040"/>
                </a:lnTo>
                <a:lnTo>
                  <a:pt x="776721" y="517778"/>
                </a:lnTo>
                <a:lnTo>
                  <a:pt x="809762" y="494156"/>
                </a:lnTo>
                <a:lnTo>
                  <a:pt x="817382" y="467105"/>
                </a:lnTo>
                <a:lnTo>
                  <a:pt x="816101" y="40635"/>
                </a:lnTo>
                <a:lnTo>
                  <a:pt x="792479" y="7619"/>
                </a:lnTo>
                <a:lnTo>
                  <a:pt x="765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665091" y="4726054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934"/>
                </a:moveTo>
                <a:lnTo>
                  <a:pt x="16245" y="14215"/>
                </a:lnTo>
                <a:lnTo>
                  <a:pt x="765413" y="0"/>
                </a:lnTo>
                <a:lnTo>
                  <a:pt x="779769" y="2023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52"/>
                </a:lnTo>
                <a:lnTo>
                  <a:pt x="789950" y="512944"/>
                </a:lnTo>
                <a:lnTo>
                  <a:pt x="51937" y="519040"/>
                </a:lnTo>
                <a:lnTo>
                  <a:pt x="37581" y="517016"/>
                </a:lnTo>
                <a:lnTo>
                  <a:pt x="6095" y="491608"/>
                </a:lnTo>
                <a:lnTo>
                  <a:pt x="0" y="51934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745991" y="4880181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ib(0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031735" y="3863340"/>
            <a:ext cx="902207" cy="60502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073768" y="3883023"/>
            <a:ext cx="817385" cy="5190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164567" y="396938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44" y="0"/>
                </a:moveTo>
                <a:lnTo>
                  <a:pt x="40660" y="1261"/>
                </a:lnTo>
                <a:lnTo>
                  <a:pt x="7619" y="24764"/>
                </a:lnTo>
                <a:lnTo>
                  <a:pt x="0" y="51815"/>
                </a:lnTo>
                <a:lnTo>
                  <a:pt x="1280" y="478404"/>
                </a:lnTo>
                <a:lnTo>
                  <a:pt x="24902" y="511301"/>
                </a:lnTo>
                <a:lnTo>
                  <a:pt x="51968" y="518921"/>
                </a:lnTo>
                <a:lnTo>
                  <a:pt x="776752" y="517647"/>
                </a:lnTo>
                <a:lnTo>
                  <a:pt x="809762" y="494156"/>
                </a:lnTo>
                <a:lnTo>
                  <a:pt x="817382" y="467105"/>
                </a:lnTo>
                <a:lnTo>
                  <a:pt x="816101" y="40635"/>
                </a:lnTo>
                <a:lnTo>
                  <a:pt x="792632" y="7619"/>
                </a:lnTo>
                <a:lnTo>
                  <a:pt x="7654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164567" y="396938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815"/>
                </a:moveTo>
                <a:lnTo>
                  <a:pt x="16276" y="14096"/>
                </a:lnTo>
                <a:lnTo>
                  <a:pt x="765444" y="0"/>
                </a:lnTo>
                <a:lnTo>
                  <a:pt x="779800" y="2023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52"/>
                </a:lnTo>
                <a:lnTo>
                  <a:pt x="789828" y="512825"/>
                </a:lnTo>
                <a:lnTo>
                  <a:pt x="51968" y="518921"/>
                </a:lnTo>
                <a:lnTo>
                  <a:pt x="37612" y="516885"/>
                </a:lnTo>
                <a:lnTo>
                  <a:pt x="6095" y="491489"/>
                </a:lnTo>
                <a:lnTo>
                  <a:pt x="0" y="51815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7245863" y="4123134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ib(1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8529828" y="3107435"/>
            <a:ext cx="902207" cy="6035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572255" y="3126358"/>
            <a:ext cx="817345" cy="5190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663055" y="3212592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13" y="0"/>
                </a:moveTo>
                <a:lnTo>
                  <a:pt x="40629" y="1280"/>
                </a:lnTo>
                <a:lnTo>
                  <a:pt x="7619" y="24902"/>
                </a:lnTo>
                <a:lnTo>
                  <a:pt x="0" y="51937"/>
                </a:lnTo>
                <a:lnTo>
                  <a:pt x="1280" y="478414"/>
                </a:lnTo>
                <a:lnTo>
                  <a:pt x="24902" y="511423"/>
                </a:lnTo>
                <a:lnTo>
                  <a:pt x="51937" y="519043"/>
                </a:lnTo>
                <a:lnTo>
                  <a:pt x="776721" y="517763"/>
                </a:lnTo>
                <a:lnTo>
                  <a:pt x="809762" y="494141"/>
                </a:lnTo>
                <a:lnTo>
                  <a:pt x="817382" y="467105"/>
                </a:lnTo>
                <a:lnTo>
                  <a:pt x="816101" y="40629"/>
                </a:lnTo>
                <a:lnTo>
                  <a:pt x="792479" y="7619"/>
                </a:lnTo>
                <a:lnTo>
                  <a:pt x="765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663055" y="3212592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937"/>
                </a:moveTo>
                <a:lnTo>
                  <a:pt x="16245" y="14234"/>
                </a:lnTo>
                <a:lnTo>
                  <a:pt x="765413" y="0"/>
                </a:lnTo>
                <a:lnTo>
                  <a:pt x="779769" y="2042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62"/>
                </a:lnTo>
                <a:lnTo>
                  <a:pt x="789950" y="512947"/>
                </a:lnTo>
                <a:lnTo>
                  <a:pt x="51937" y="519043"/>
                </a:lnTo>
                <a:lnTo>
                  <a:pt x="37581" y="517001"/>
                </a:lnTo>
                <a:lnTo>
                  <a:pt x="6095" y="491611"/>
                </a:lnTo>
                <a:lnTo>
                  <a:pt x="0" y="51937"/>
                </a:lnTo>
                <a:close/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8744464" y="3365960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15" dirty="0">
                <a:latin typeface="Arial"/>
                <a:cs typeface="Arial"/>
              </a:rPr>
              <a:t>F</a:t>
            </a:r>
            <a:r>
              <a:rPr sz="1900" spc="-25" dirty="0">
                <a:latin typeface="Arial"/>
                <a:cs typeface="Arial"/>
              </a:rPr>
              <a:t>i</a:t>
            </a:r>
            <a:r>
              <a:rPr sz="1900" spc="-20" dirty="0">
                <a:latin typeface="Arial"/>
                <a:cs typeface="Arial"/>
              </a:rPr>
              <a:t>b(2)</a:t>
            </a:r>
            <a:endParaRPr sz="19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8029956" y="3863340"/>
            <a:ext cx="902207" cy="60502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072749" y="3883023"/>
            <a:ext cx="817385" cy="5190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163549" y="396938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44" y="0"/>
                </a:moveTo>
                <a:lnTo>
                  <a:pt x="40660" y="1261"/>
                </a:lnTo>
                <a:lnTo>
                  <a:pt x="7619" y="24764"/>
                </a:lnTo>
                <a:lnTo>
                  <a:pt x="0" y="51815"/>
                </a:lnTo>
                <a:lnTo>
                  <a:pt x="1280" y="478404"/>
                </a:lnTo>
                <a:lnTo>
                  <a:pt x="24902" y="511301"/>
                </a:lnTo>
                <a:lnTo>
                  <a:pt x="51968" y="518921"/>
                </a:lnTo>
                <a:lnTo>
                  <a:pt x="776752" y="517647"/>
                </a:lnTo>
                <a:lnTo>
                  <a:pt x="809762" y="494156"/>
                </a:lnTo>
                <a:lnTo>
                  <a:pt x="817382" y="467105"/>
                </a:lnTo>
                <a:lnTo>
                  <a:pt x="816101" y="40635"/>
                </a:lnTo>
                <a:lnTo>
                  <a:pt x="792632" y="7619"/>
                </a:lnTo>
                <a:lnTo>
                  <a:pt x="7654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163549" y="396938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815"/>
                </a:moveTo>
                <a:lnTo>
                  <a:pt x="16276" y="14096"/>
                </a:lnTo>
                <a:lnTo>
                  <a:pt x="765444" y="0"/>
                </a:lnTo>
                <a:lnTo>
                  <a:pt x="779800" y="2023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52"/>
                </a:lnTo>
                <a:lnTo>
                  <a:pt x="789828" y="512825"/>
                </a:lnTo>
                <a:lnTo>
                  <a:pt x="51968" y="518921"/>
                </a:lnTo>
                <a:lnTo>
                  <a:pt x="37612" y="516885"/>
                </a:lnTo>
                <a:lnTo>
                  <a:pt x="6095" y="491489"/>
                </a:lnTo>
                <a:lnTo>
                  <a:pt x="0" y="51815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8244973" y="4123134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ib(1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9029700" y="3863340"/>
            <a:ext cx="902207" cy="60502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071731" y="3883023"/>
            <a:ext cx="817385" cy="5190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162531" y="396938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44" y="0"/>
                </a:moveTo>
                <a:lnTo>
                  <a:pt x="40660" y="1261"/>
                </a:lnTo>
                <a:lnTo>
                  <a:pt x="7619" y="24764"/>
                </a:lnTo>
                <a:lnTo>
                  <a:pt x="0" y="51815"/>
                </a:lnTo>
                <a:lnTo>
                  <a:pt x="1280" y="478404"/>
                </a:lnTo>
                <a:lnTo>
                  <a:pt x="24902" y="511301"/>
                </a:lnTo>
                <a:lnTo>
                  <a:pt x="51968" y="518921"/>
                </a:lnTo>
                <a:lnTo>
                  <a:pt x="776752" y="517647"/>
                </a:lnTo>
                <a:lnTo>
                  <a:pt x="809762" y="494156"/>
                </a:lnTo>
                <a:lnTo>
                  <a:pt x="817382" y="467105"/>
                </a:lnTo>
                <a:lnTo>
                  <a:pt x="816101" y="40635"/>
                </a:lnTo>
                <a:lnTo>
                  <a:pt x="792632" y="7619"/>
                </a:lnTo>
                <a:lnTo>
                  <a:pt x="7654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9162531" y="396938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815"/>
                </a:moveTo>
                <a:lnTo>
                  <a:pt x="16276" y="14096"/>
                </a:lnTo>
                <a:lnTo>
                  <a:pt x="765444" y="0"/>
                </a:lnTo>
                <a:lnTo>
                  <a:pt x="779800" y="2023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52"/>
                </a:lnTo>
                <a:lnTo>
                  <a:pt x="789828" y="512825"/>
                </a:lnTo>
                <a:lnTo>
                  <a:pt x="51968" y="518921"/>
                </a:lnTo>
                <a:lnTo>
                  <a:pt x="37612" y="516885"/>
                </a:lnTo>
                <a:lnTo>
                  <a:pt x="6095" y="491489"/>
                </a:lnTo>
                <a:lnTo>
                  <a:pt x="0" y="51815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9244083" y="4123134"/>
            <a:ext cx="6496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15" dirty="0">
                <a:latin typeface="Arial"/>
                <a:cs typeface="Arial"/>
              </a:rPr>
              <a:t>F</a:t>
            </a:r>
            <a:r>
              <a:rPr sz="1900" spc="-25" dirty="0">
                <a:latin typeface="Arial"/>
                <a:cs typeface="Arial"/>
              </a:rPr>
              <a:t>ib</a:t>
            </a:r>
            <a:r>
              <a:rPr sz="1900" spc="-10" dirty="0">
                <a:latin typeface="Arial"/>
                <a:cs typeface="Arial"/>
              </a:rPr>
              <a:t>(</a:t>
            </a:r>
            <a:r>
              <a:rPr sz="1900" spc="-30" dirty="0">
                <a:latin typeface="Arial"/>
                <a:cs typeface="Arial"/>
              </a:rPr>
              <a:t>0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0027919" y="2350007"/>
            <a:ext cx="902207" cy="60502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070713" y="2369570"/>
            <a:ext cx="817385" cy="51905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0161513" y="2455926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765444" y="0"/>
                </a:moveTo>
                <a:lnTo>
                  <a:pt x="40660" y="1280"/>
                </a:lnTo>
                <a:lnTo>
                  <a:pt x="7619" y="24749"/>
                </a:lnTo>
                <a:lnTo>
                  <a:pt x="0" y="51815"/>
                </a:lnTo>
                <a:lnTo>
                  <a:pt x="1280" y="478414"/>
                </a:lnTo>
                <a:lnTo>
                  <a:pt x="24902" y="511423"/>
                </a:lnTo>
                <a:lnTo>
                  <a:pt x="51968" y="519043"/>
                </a:lnTo>
                <a:lnTo>
                  <a:pt x="776752" y="517763"/>
                </a:lnTo>
                <a:lnTo>
                  <a:pt x="809762" y="494141"/>
                </a:lnTo>
                <a:lnTo>
                  <a:pt x="817382" y="467105"/>
                </a:lnTo>
                <a:lnTo>
                  <a:pt x="816101" y="40629"/>
                </a:lnTo>
                <a:lnTo>
                  <a:pt x="792632" y="7619"/>
                </a:lnTo>
                <a:lnTo>
                  <a:pt x="7654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0161513" y="2455926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30">
                <a:moveTo>
                  <a:pt x="0" y="51815"/>
                </a:moveTo>
                <a:lnTo>
                  <a:pt x="16276" y="14081"/>
                </a:lnTo>
                <a:lnTo>
                  <a:pt x="765444" y="0"/>
                </a:lnTo>
                <a:lnTo>
                  <a:pt x="779800" y="2042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62"/>
                </a:lnTo>
                <a:lnTo>
                  <a:pt x="789950" y="512947"/>
                </a:lnTo>
                <a:lnTo>
                  <a:pt x="51968" y="519043"/>
                </a:lnTo>
                <a:lnTo>
                  <a:pt x="37612" y="517001"/>
                </a:lnTo>
                <a:lnTo>
                  <a:pt x="6095" y="491611"/>
                </a:lnTo>
                <a:lnTo>
                  <a:pt x="0" y="51815"/>
                </a:lnTo>
                <a:close/>
              </a:path>
            </a:pathLst>
          </a:custGeom>
          <a:ln w="9523">
            <a:solidFill>
              <a:srgbClr val="ED7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10243573" y="2608785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ib(3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9528047" y="3107435"/>
            <a:ext cx="903731" cy="6035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9571238" y="3126358"/>
            <a:ext cx="817345" cy="51905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9662038" y="3212592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13" y="0"/>
                </a:moveTo>
                <a:lnTo>
                  <a:pt x="40629" y="1280"/>
                </a:lnTo>
                <a:lnTo>
                  <a:pt x="7619" y="24902"/>
                </a:lnTo>
                <a:lnTo>
                  <a:pt x="0" y="51937"/>
                </a:lnTo>
                <a:lnTo>
                  <a:pt x="1280" y="478414"/>
                </a:lnTo>
                <a:lnTo>
                  <a:pt x="24902" y="511423"/>
                </a:lnTo>
                <a:lnTo>
                  <a:pt x="51937" y="519043"/>
                </a:lnTo>
                <a:lnTo>
                  <a:pt x="776721" y="517763"/>
                </a:lnTo>
                <a:lnTo>
                  <a:pt x="809762" y="494141"/>
                </a:lnTo>
                <a:lnTo>
                  <a:pt x="817382" y="467105"/>
                </a:lnTo>
                <a:lnTo>
                  <a:pt x="816101" y="40629"/>
                </a:lnTo>
                <a:lnTo>
                  <a:pt x="792479" y="7619"/>
                </a:lnTo>
                <a:lnTo>
                  <a:pt x="765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9662038" y="3212592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937"/>
                </a:moveTo>
                <a:lnTo>
                  <a:pt x="16245" y="14234"/>
                </a:lnTo>
                <a:lnTo>
                  <a:pt x="765413" y="0"/>
                </a:lnTo>
                <a:lnTo>
                  <a:pt x="779769" y="2042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62"/>
                </a:lnTo>
                <a:lnTo>
                  <a:pt x="789950" y="512947"/>
                </a:lnTo>
                <a:lnTo>
                  <a:pt x="51937" y="519043"/>
                </a:lnTo>
                <a:lnTo>
                  <a:pt x="37581" y="517001"/>
                </a:lnTo>
                <a:lnTo>
                  <a:pt x="6095" y="491611"/>
                </a:lnTo>
                <a:lnTo>
                  <a:pt x="0" y="51937"/>
                </a:lnTo>
                <a:close/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9743955" y="3365960"/>
            <a:ext cx="64706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</a:t>
            </a:r>
            <a:r>
              <a:rPr sz="1900" spc="-25" dirty="0">
                <a:latin typeface="Arial"/>
                <a:cs typeface="Arial"/>
              </a:rPr>
              <a:t>1)</a:t>
            </a:r>
            <a:endParaRPr sz="190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0527792" y="3107435"/>
            <a:ext cx="902207" cy="6035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0570219" y="3126358"/>
            <a:ext cx="817345" cy="5190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0661019" y="3212592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13" y="0"/>
                </a:moveTo>
                <a:lnTo>
                  <a:pt x="40629" y="1280"/>
                </a:lnTo>
                <a:lnTo>
                  <a:pt x="7619" y="24902"/>
                </a:lnTo>
                <a:lnTo>
                  <a:pt x="0" y="51937"/>
                </a:lnTo>
                <a:lnTo>
                  <a:pt x="1280" y="478414"/>
                </a:lnTo>
                <a:lnTo>
                  <a:pt x="24902" y="511423"/>
                </a:lnTo>
                <a:lnTo>
                  <a:pt x="51937" y="519043"/>
                </a:lnTo>
                <a:lnTo>
                  <a:pt x="776721" y="517763"/>
                </a:lnTo>
                <a:lnTo>
                  <a:pt x="809762" y="494141"/>
                </a:lnTo>
                <a:lnTo>
                  <a:pt x="817382" y="467105"/>
                </a:lnTo>
                <a:lnTo>
                  <a:pt x="816101" y="40629"/>
                </a:lnTo>
                <a:lnTo>
                  <a:pt x="792479" y="7619"/>
                </a:lnTo>
                <a:lnTo>
                  <a:pt x="765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0661019" y="3212592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937"/>
                </a:moveTo>
                <a:lnTo>
                  <a:pt x="16245" y="14234"/>
                </a:lnTo>
                <a:lnTo>
                  <a:pt x="765413" y="0"/>
                </a:lnTo>
                <a:lnTo>
                  <a:pt x="779769" y="2042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62"/>
                </a:lnTo>
                <a:lnTo>
                  <a:pt x="789950" y="512947"/>
                </a:lnTo>
                <a:lnTo>
                  <a:pt x="51937" y="519043"/>
                </a:lnTo>
                <a:lnTo>
                  <a:pt x="37581" y="517001"/>
                </a:lnTo>
                <a:lnTo>
                  <a:pt x="6095" y="491611"/>
                </a:lnTo>
                <a:lnTo>
                  <a:pt x="0" y="51937"/>
                </a:lnTo>
                <a:close/>
              </a:path>
            </a:pathLst>
          </a:custGeom>
          <a:ln w="9523">
            <a:solidFill>
              <a:srgbClr val="A3A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10743065" y="3365960"/>
            <a:ext cx="64706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</a:t>
            </a:r>
            <a:r>
              <a:rPr sz="1900" spc="-25" dirty="0">
                <a:latin typeface="Arial"/>
                <a:cs typeface="Arial"/>
              </a:rPr>
              <a:t>2)</a:t>
            </a:r>
            <a:endParaRPr sz="190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10027919" y="3863340"/>
            <a:ext cx="902207" cy="60502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0070713" y="3883023"/>
            <a:ext cx="817385" cy="5190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0161513" y="396938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44" y="0"/>
                </a:moveTo>
                <a:lnTo>
                  <a:pt x="40660" y="1261"/>
                </a:lnTo>
                <a:lnTo>
                  <a:pt x="7619" y="24764"/>
                </a:lnTo>
                <a:lnTo>
                  <a:pt x="0" y="51815"/>
                </a:lnTo>
                <a:lnTo>
                  <a:pt x="1280" y="478404"/>
                </a:lnTo>
                <a:lnTo>
                  <a:pt x="24902" y="511301"/>
                </a:lnTo>
                <a:lnTo>
                  <a:pt x="51968" y="518921"/>
                </a:lnTo>
                <a:lnTo>
                  <a:pt x="776752" y="517647"/>
                </a:lnTo>
                <a:lnTo>
                  <a:pt x="809762" y="494156"/>
                </a:lnTo>
                <a:lnTo>
                  <a:pt x="817382" y="467105"/>
                </a:lnTo>
                <a:lnTo>
                  <a:pt x="816101" y="40635"/>
                </a:lnTo>
                <a:lnTo>
                  <a:pt x="792632" y="7619"/>
                </a:lnTo>
                <a:lnTo>
                  <a:pt x="7654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0161513" y="396938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815"/>
                </a:moveTo>
                <a:lnTo>
                  <a:pt x="16276" y="14096"/>
                </a:lnTo>
                <a:lnTo>
                  <a:pt x="765444" y="0"/>
                </a:lnTo>
                <a:lnTo>
                  <a:pt x="779800" y="2023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52"/>
                </a:lnTo>
                <a:lnTo>
                  <a:pt x="789828" y="512825"/>
                </a:lnTo>
                <a:lnTo>
                  <a:pt x="51968" y="518921"/>
                </a:lnTo>
                <a:lnTo>
                  <a:pt x="37612" y="516885"/>
                </a:lnTo>
                <a:lnTo>
                  <a:pt x="6095" y="491489"/>
                </a:lnTo>
                <a:lnTo>
                  <a:pt x="0" y="51815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10243573" y="4123134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ib(1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11027664" y="3863340"/>
            <a:ext cx="902207" cy="60502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1069695" y="3883023"/>
            <a:ext cx="817385" cy="5190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1160495" y="396938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765444" y="0"/>
                </a:moveTo>
                <a:lnTo>
                  <a:pt x="40660" y="1261"/>
                </a:lnTo>
                <a:lnTo>
                  <a:pt x="7619" y="24764"/>
                </a:lnTo>
                <a:lnTo>
                  <a:pt x="0" y="51815"/>
                </a:lnTo>
                <a:lnTo>
                  <a:pt x="1280" y="478404"/>
                </a:lnTo>
                <a:lnTo>
                  <a:pt x="24902" y="511301"/>
                </a:lnTo>
                <a:lnTo>
                  <a:pt x="51968" y="518921"/>
                </a:lnTo>
                <a:lnTo>
                  <a:pt x="776752" y="517647"/>
                </a:lnTo>
                <a:lnTo>
                  <a:pt x="809762" y="494156"/>
                </a:lnTo>
                <a:lnTo>
                  <a:pt x="817382" y="467105"/>
                </a:lnTo>
                <a:lnTo>
                  <a:pt x="816101" y="40635"/>
                </a:lnTo>
                <a:lnTo>
                  <a:pt x="792632" y="7619"/>
                </a:lnTo>
                <a:lnTo>
                  <a:pt x="7654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1160495" y="3969389"/>
            <a:ext cx="817880" cy="519430"/>
          </a:xfrm>
          <a:custGeom>
            <a:avLst/>
            <a:gdLst/>
            <a:ahLst/>
            <a:cxnLst/>
            <a:rect l="l" t="t" r="r" b="b"/>
            <a:pathLst>
              <a:path w="817879" h="519429">
                <a:moveTo>
                  <a:pt x="0" y="51815"/>
                </a:moveTo>
                <a:lnTo>
                  <a:pt x="16276" y="14096"/>
                </a:lnTo>
                <a:lnTo>
                  <a:pt x="765444" y="0"/>
                </a:lnTo>
                <a:lnTo>
                  <a:pt x="779800" y="2023"/>
                </a:lnTo>
                <a:lnTo>
                  <a:pt x="811286" y="27431"/>
                </a:lnTo>
                <a:lnTo>
                  <a:pt x="817382" y="467105"/>
                </a:lnTo>
                <a:lnTo>
                  <a:pt x="815339" y="481452"/>
                </a:lnTo>
                <a:lnTo>
                  <a:pt x="789828" y="512825"/>
                </a:lnTo>
                <a:lnTo>
                  <a:pt x="51968" y="518921"/>
                </a:lnTo>
                <a:lnTo>
                  <a:pt x="37612" y="516885"/>
                </a:lnTo>
                <a:lnTo>
                  <a:pt x="6095" y="491489"/>
                </a:lnTo>
                <a:lnTo>
                  <a:pt x="0" y="51815"/>
                </a:lnTo>
                <a:close/>
              </a:path>
            </a:pathLst>
          </a:custGeom>
          <a:ln w="952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11242937" y="4123134"/>
            <a:ext cx="6483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5" dirty="0">
                <a:latin typeface="Arial"/>
                <a:cs typeface="Arial"/>
              </a:rPr>
              <a:t>F</a:t>
            </a:r>
            <a:r>
              <a:rPr sz="1900" spc="-20" dirty="0">
                <a:latin typeface="Arial"/>
                <a:cs typeface="Arial"/>
              </a:rPr>
              <a:t>ib(0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0">
              <a:lnSpc>
                <a:spcPct val="100000"/>
              </a:lnSpc>
            </a:pPr>
            <a:r>
              <a:rPr dirty="0">
                <a:latin typeface="Arial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8228" y="402335"/>
            <a:ext cx="5132070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760"/>
              </a:lnSpc>
            </a:pPr>
            <a:r>
              <a:rPr sz="4000" spc="-65" dirty="0">
                <a:latin typeface="Arial"/>
                <a:cs typeface="Arial"/>
              </a:rPr>
              <a:t>D</a:t>
            </a:r>
            <a:r>
              <a:rPr sz="4000" spc="-40" dirty="0">
                <a:latin typeface="Arial"/>
                <a:cs typeface="Arial"/>
              </a:rPr>
              <a:t>y</a:t>
            </a:r>
            <a:r>
              <a:rPr sz="4000" spc="-55" dirty="0">
                <a:latin typeface="Arial"/>
                <a:cs typeface="Arial"/>
              </a:rPr>
              <a:t>na</a:t>
            </a:r>
            <a:r>
              <a:rPr sz="4000" spc="-70" dirty="0">
                <a:latin typeface="Arial"/>
                <a:cs typeface="Arial"/>
              </a:rPr>
              <a:t>m</a:t>
            </a:r>
            <a:r>
              <a:rPr sz="4000" spc="-20" dirty="0">
                <a:latin typeface="Arial"/>
                <a:cs typeface="Arial"/>
              </a:rPr>
              <a:t>ic</a:t>
            </a:r>
            <a:r>
              <a:rPr sz="4000" spc="110" dirty="0">
                <a:latin typeface="Times New Roman"/>
                <a:cs typeface="Times New Roman"/>
              </a:rPr>
              <a:t> </a:t>
            </a:r>
            <a:r>
              <a:rPr sz="4000" spc="-60" dirty="0">
                <a:latin typeface="Arial"/>
                <a:cs typeface="Arial"/>
              </a:rPr>
              <a:t>P</a:t>
            </a:r>
            <a:r>
              <a:rPr sz="4000" spc="-40" dirty="0">
                <a:latin typeface="Arial"/>
                <a:cs typeface="Arial"/>
              </a:rPr>
              <a:t>r</a:t>
            </a:r>
            <a:r>
              <a:rPr sz="4000" spc="-55" dirty="0">
                <a:latin typeface="Arial"/>
                <a:cs typeface="Arial"/>
              </a:rPr>
              <a:t>og</a:t>
            </a:r>
            <a:r>
              <a:rPr sz="4000" spc="-40" dirty="0">
                <a:latin typeface="Arial"/>
                <a:cs typeface="Arial"/>
              </a:rPr>
              <a:t>r</a:t>
            </a:r>
            <a:r>
              <a:rPr sz="4000" spc="-60" dirty="0">
                <a:latin typeface="Arial"/>
                <a:cs typeface="Arial"/>
              </a:rPr>
              <a:t>am</a:t>
            </a:r>
            <a:r>
              <a:rPr sz="4000" spc="-90" dirty="0">
                <a:latin typeface="Arial"/>
                <a:cs typeface="Arial"/>
              </a:rPr>
              <a:t>m</a:t>
            </a:r>
            <a:r>
              <a:rPr sz="4000" spc="-25" dirty="0">
                <a:latin typeface="Arial"/>
                <a:cs typeface="Arial"/>
              </a:rPr>
              <a:t>i</a:t>
            </a:r>
            <a:r>
              <a:rPr sz="4000" spc="-55" dirty="0">
                <a:latin typeface="Arial"/>
                <a:cs typeface="Arial"/>
              </a:rPr>
              <a:t>n</a:t>
            </a:r>
            <a:r>
              <a:rPr sz="4000" spc="-25" dirty="0">
                <a:latin typeface="Arial"/>
                <a:cs typeface="Arial"/>
              </a:rPr>
              <a:t>g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6072" y="1411868"/>
            <a:ext cx="9558655" cy="2757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Font typeface="Wingdings"/>
              <a:buChar char=""/>
              <a:tabLst>
                <a:tab pos="470534" algn="l"/>
              </a:tabLst>
            </a:pPr>
            <a:r>
              <a:rPr sz="2400" spc="-80" dirty="0">
                <a:latin typeface="Book Antiqua"/>
                <a:cs typeface="Book Antiqua"/>
              </a:rPr>
              <a:t>D</a:t>
            </a:r>
            <a:r>
              <a:rPr sz="2400" dirty="0">
                <a:latin typeface="Book Antiqua"/>
                <a:cs typeface="Book Antiqua"/>
              </a:rPr>
              <a:t>P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0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15" dirty="0">
                <a:latin typeface="Book Antiqua"/>
                <a:cs typeface="Book Antiqua"/>
              </a:rPr>
              <a:t>l</a:t>
            </a:r>
            <a:r>
              <a:rPr sz="2400" spc="0" dirty="0">
                <a:latin typeface="Book Antiqua"/>
                <a:cs typeface="Book Antiqua"/>
              </a:rPr>
              <a:t>v</a:t>
            </a:r>
            <a:r>
              <a:rPr sz="2400" spc="2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Book Antiqua"/>
                <a:cs typeface="Book Antiqua"/>
              </a:rPr>
              <a:t>p</a:t>
            </a:r>
            <a:r>
              <a:rPr sz="2400" spc="80" dirty="0">
                <a:latin typeface="Book Antiqua"/>
                <a:cs typeface="Book Antiqua"/>
              </a:rPr>
              <a:t>r</a:t>
            </a:r>
            <a:r>
              <a:rPr sz="2400" spc="70" dirty="0">
                <a:latin typeface="Book Antiqua"/>
                <a:cs typeface="Book Antiqua"/>
              </a:rPr>
              <a:t>o</a:t>
            </a:r>
            <a:r>
              <a:rPr sz="2400" spc="85" dirty="0">
                <a:latin typeface="Book Antiqua"/>
                <a:cs typeface="Book Antiqua"/>
              </a:rPr>
              <a:t>b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-10" dirty="0">
                <a:latin typeface="Book Antiqua"/>
                <a:cs typeface="Book Antiqua"/>
              </a:rPr>
              <a:t>m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by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com</a:t>
            </a:r>
            <a:r>
              <a:rPr sz="2400" spc="45" dirty="0">
                <a:latin typeface="Book Antiqua"/>
                <a:cs typeface="Book Antiqua"/>
              </a:rPr>
              <a:t>b</a:t>
            </a:r>
            <a:r>
              <a:rPr sz="2400" spc="40" dirty="0">
                <a:latin typeface="Book Antiqua"/>
                <a:cs typeface="Book Antiqua"/>
              </a:rPr>
              <a:t>inin</a:t>
            </a:r>
            <a:r>
              <a:rPr sz="2400" dirty="0">
                <a:latin typeface="Book Antiqua"/>
                <a:cs typeface="Book Antiqua"/>
              </a:rPr>
              <a:t>g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1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ti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spc="-5" dirty="0">
                <a:latin typeface="Book Antiqua"/>
                <a:cs typeface="Book Antiqua"/>
              </a:rPr>
              <a:t>n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u</a:t>
            </a:r>
            <a:r>
              <a:rPr sz="2400" spc="45" dirty="0">
                <a:latin typeface="Book Antiqua"/>
                <a:cs typeface="Book Antiqua"/>
              </a:rPr>
              <a:t>b</a:t>
            </a:r>
            <a:r>
              <a:rPr sz="2400" spc="40" dirty="0">
                <a:latin typeface="Book Antiqua"/>
                <a:cs typeface="Book Antiqua"/>
              </a:rPr>
              <a:t>p</a:t>
            </a:r>
            <a:r>
              <a:rPr sz="2400" spc="55" dirty="0">
                <a:latin typeface="Book Antiqua"/>
                <a:cs typeface="Book Antiqua"/>
              </a:rPr>
              <a:t>r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spc="60" dirty="0">
                <a:latin typeface="Book Antiqua"/>
                <a:cs typeface="Book Antiqua"/>
              </a:rPr>
              <a:t>b</a:t>
            </a:r>
            <a:r>
              <a:rPr sz="2400" spc="20" dirty="0">
                <a:latin typeface="Book Antiqua"/>
                <a:cs typeface="Book Antiqua"/>
              </a:rPr>
              <a:t>l</a:t>
            </a:r>
            <a:r>
              <a:rPr sz="2400" spc="75" dirty="0">
                <a:latin typeface="Book Antiqua"/>
                <a:cs typeface="Book Antiqua"/>
              </a:rPr>
              <a:t>em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.</a:t>
            </a:r>
            <a:endParaRPr sz="2400">
              <a:latin typeface="Book Antiqua"/>
              <a:cs typeface="Book Antiqua"/>
            </a:endParaRPr>
          </a:p>
          <a:p>
            <a:pPr marL="469900" marR="5080" indent="-4572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470534" algn="l"/>
                <a:tab pos="4504055" algn="l"/>
              </a:tabLst>
            </a:pPr>
            <a:r>
              <a:rPr sz="2400" spc="-80" dirty="0">
                <a:latin typeface="Book Antiqua"/>
                <a:cs typeface="Book Antiqua"/>
              </a:rPr>
              <a:t>D</a:t>
            </a:r>
            <a:r>
              <a:rPr sz="2400" dirty="0">
                <a:latin typeface="Book Antiqua"/>
                <a:cs typeface="Book Antiqua"/>
              </a:rPr>
              <a:t>P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r</a:t>
            </a:r>
            <a:r>
              <a:rPr sz="2400" spc="50" dirty="0">
                <a:latin typeface="Book Antiqua"/>
                <a:cs typeface="Book Antiqua"/>
              </a:rPr>
              <a:t>e</a:t>
            </a:r>
            <a:r>
              <a:rPr sz="2400" spc="40" dirty="0">
                <a:latin typeface="Book Antiqua"/>
                <a:cs typeface="Book Antiqua"/>
              </a:rPr>
              <a:t>d</a:t>
            </a:r>
            <a:r>
              <a:rPr sz="2400" spc="25" dirty="0">
                <a:latin typeface="Book Antiqua"/>
                <a:cs typeface="Book Antiqua"/>
              </a:rPr>
              <a:t>uc</a:t>
            </a:r>
            <a:r>
              <a:rPr sz="2400" spc="114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com</a:t>
            </a:r>
            <a:r>
              <a:rPr sz="2400" spc="40" dirty="0">
                <a:latin typeface="Book Antiqua"/>
                <a:cs typeface="Book Antiqua"/>
              </a:rPr>
              <a:t>p</a:t>
            </a:r>
            <a:r>
              <a:rPr sz="2400" spc="50" dirty="0">
                <a:latin typeface="Book Antiqua"/>
                <a:cs typeface="Book Antiqua"/>
              </a:rPr>
              <a:t>u</a:t>
            </a:r>
            <a:r>
              <a:rPr sz="2400" spc="40" dirty="0">
                <a:latin typeface="Book Antiqua"/>
                <a:cs typeface="Book Antiqua"/>
              </a:rPr>
              <a:t>t</a:t>
            </a:r>
            <a:r>
              <a:rPr sz="2400" spc="60" dirty="0">
                <a:latin typeface="Book Antiqua"/>
                <a:cs typeface="Book Antiqua"/>
              </a:rPr>
              <a:t>a</a:t>
            </a:r>
            <a:r>
              <a:rPr sz="2400" spc="-30" dirty="0">
                <a:latin typeface="Book Antiqua"/>
                <a:cs typeface="Book Antiqua"/>
              </a:rPr>
              <a:t>t</a:t>
            </a:r>
            <a:r>
              <a:rPr sz="2400" spc="-5" dirty="0">
                <a:latin typeface="Book Antiqua"/>
                <a:cs typeface="Book Antiqua"/>
              </a:rPr>
              <a:t>io</a:t>
            </a:r>
            <a:r>
              <a:rPr sz="2400" spc="-15" dirty="0">
                <a:latin typeface="Book Antiqua"/>
                <a:cs typeface="Book Antiqua"/>
              </a:rPr>
              <a:t>n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by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0" dirty="0">
                <a:latin typeface="Book Antiqua"/>
                <a:cs typeface="Book Antiqua"/>
              </a:rPr>
              <a:t>s</a:t>
            </a:r>
            <a:r>
              <a:rPr sz="2400" spc="1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20" dirty="0">
                <a:latin typeface="Book Antiqua"/>
                <a:cs typeface="Book Antiqua"/>
              </a:rPr>
              <a:t>r</a:t>
            </a:r>
            <a:r>
              <a:rPr sz="2400" spc="15" dirty="0">
                <a:latin typeface="Book Antiqua"/>
                <a:cs typeface="Book Antiqua"/>
              </a:rPr>
              <a:t>in</a:t>
            </a:r>
            <a:r>
              <a:rPr sz="2400" dirty="0">
                <a:latin typeface="Book Antiqua"/>
                <a:cs typeface="Book Antiqua"/>
              </a:rPr>
              <a:t>g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1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ution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a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spc="60" dirty="0">
                <a:latin typeface="Book Antiqua"/>
                <a:cs typeface="Book Antiqua"/>
              </a:rPr>
              <a:t>ubp</a:t>
            </a:r>
            <a:r>
              <a:rPr sz="2400" spc="50" dirty="0">
                <a:latin typeface="Book Antiqua"/>
                <a:cs typeface="Book Antiqua"/>
              </a:rPr>
              <a:t>ro</a:t>
            </a:r>
            <a:r>
              <a:rPr sz="2400" spc="85" dirty="0">
                <a:latin typeface="Book Antiqua"/>
                <a:cs typeface="Book Antiqua"/>
              </a:rPr>
              <a:t>b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-25" dirty="0">
                <a:latin typeface="Book Antiqua"/>
                <a:cs typeface="Book Antiqua"/>
              </a:rPr>
              <a:t>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Book Antiqua"/>
                <a:cs typeface="Book Antiqua"/>
              </a:rPr>
              <a:t>f</a:t>
            </a:r>
            <a:r>
              <a:rPr sz="2400" spc="-65" dirty="0">
                <a:latin typeface="Book Antiqua"/>
                <a:cs typeface="Book Antiqua"/>
              </a:rPr>
              <a:t>i</a:t>
            </a:r>
            <a:r>
              <a:rPr sz="2400" spc="-60" dirty="0">
                <a:latin typeface="Book Antiqua"/>
                <a:cs typeface="Book Antiqua"/>
              </a:rPr>
              <a:t>r</a:t>
            </a:r>
            <a:r>
              <a:rPr sz="2400" spc="-75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Book Antiqua"/>
                <a:cs typeface="Book Antiqua"/>
              </a:rPr>
              <a:t>ti</a:t>
            </a:r>
            <a:r>
              <a:rPr sz="2400" dirty="0">
                <a:latin typeface="Book Antiqua"/>
                <a:cs typeface="Book Antiqua"/>
              </a:rPr>
              <a:t>me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Book Antiqua"/>
                <a:cs typeface="Book Antiqua"/>
              </a:rPr>
              <a:t>i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Book Antiqua"/>
                <a:cs typeface="Book Antiqua"/>
              </a:rPr>
              <a:t>i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0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15" dirty="0">
                <a:latin typeface="Book Antiqua"/>
                <a:cs typeface="Book Antiqua"/>
              </a:rPr>
              <a:t>l</a:t>
            </a:r>
            <a:r>
              <a:rPr sz="2400" spc="0" dirty="0">
                <a:latin typeface="Book Antiqua"/>
                <a:cs typeface="Book Antiqua"/>
              </a:rPr>
              <a:t>v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-5" dirty="0">
                <a:latin typeface="Book Antiqua"/>
                <a:cs typeface="Book Antiqua"/>
              </a:rPr>
              <a:t>d.</a:t>
            </a:r>
            <a:endParaRPr sz="2400">
              <a:latin typeface="Book Antiqua"/>
              <a:cs typeface="Book Antiqu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470534" algn="l"/>
              </a:tabLst>
            </a:pP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5" dirty="0">
                <a:latin typeface="Book Antiqua"/>
                <a:cs typeface="Book Antiqua"/>
              </a:rPr>
              <a:t>v</a:t>
            </a:r>
            <a:r>
              <a:rPr sz="2400" spc="10" dirty="0">
                <a:latin typeface="Book Antiqua"/>
                <a:cs typeface="Book Antiqua"/>
              </a:rPr>
              <a:t>e</a:t>
            </a:r>
            <a:r>
              <a:rPr sz="2400" spc="5" dirty="0">
                <a:latin typeface="Book Antiqua"/>
                <a:cs typeface="Book Antiqua"/>
              </a:rPr>
              <a:t>rla</a:t>
            </a:r>
            <a:r>
              <a:rPr sz="2400" dirty="0">
                <a:latin typeface="Book Antiqua"/>
                <a:cs typeface="Book Antiqua"/>
              </a:rPr>
              <a:t>pp</a:t>
            </a:r>
            <a:r>
              <a:rPr sz="2400" spc="5" dirty="0">
                <a:latin typeface="Book Antiqua"/>
                <a:cs typeface="Book Antiqua"/>
              </a:rPr>
              <a:t>i</a:t>
            </a:r>
            <a:r>
              <a:rPr sz="2400" spc="3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g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sub</a:t>
            </a:r>
            <a:r>
              <a:rPr sz="2400" spc="40" dirty="0">
                <a:latin typeface="Book Antiqua"/>
                <a:cs typeface="Book Antiqua"/>
              </a:rPr>
              <a:t>p</a:t>
            </a:r>
            <a:r>
              <a:rPr sz="2400" spc="55" dirty="0">
                <a:latin typeface="Book Antiqua"/>
                <a:cs typeface="Book Antiqua"/>
              </a:rPr>
              <a:t>r</a:t>
            </a:r>
            <a:r>
              <a:rPr sz="2400" spc="30" dirty="0">
                <a:latin typeface="Book Antiqua"/>
                <a:cs typeface="Book Antiqua"/>
              </a:rPr>
              <a:t>o</a:t>
            </a:r>
            <a:r>
              <a:rPr sz="2400" spc="60" dirty="0">
                <a:latin typeface="Book Antiqua"/>
                <a:cs typeface="Book Antiqua"/>
              </a:rPr>
              <a:t>b</a:t>
            </a:r>
            <a:r>
              <a:rPr sz="2400" spc="20" dirty="0">
                <a:latin typeface="Book Antiqua"/>
                <a:cs typeface="Book Antiqua"/>
              </a:rPr>
              <a:t>l</a:t>
            </a:r>
            <a:r>
              <a:rPr sz="2400" spc="80" dirty="0">
                <a:latin typeface="Book Antiqua"/>
                <a:cs typeface="Book Antiqua"/>
              </a:rPr>
              <a:t>em</a:t>
            </a:r>
            <a:r>
              <a:rPr sz="2400" dirty="0">
                <a:latin typeface="Book Antiqua"/>
                <a:cs typeface="Book Antiqua"/>
              </a:rPr>
              <a:t>s</a:t>
            </a:r>
            <a:endParaRPr sz="2400">
              <a:latin typeface="Book Antiqua"/>
              <a:cs typeface="Book Antiqu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470534" algn="l"/>
              </a:tabLst>
            </a:pPr>
            <a:r>
              <a:rPr sz="2400" spc="-5" dirty="0">
                <a:latin typeface="Book Antiqua"/>
                <a:cs typeface="Book Antiqua"/>
              </a:rPr>
              <a:t>Op</a:t>
            </a:r>
            <a:r>
              <a:rPr sz="2400" spc="-1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imal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su</a:t>
            </a:r>
            <a:r>
              <a:rPr sz="2400" spc="60" dirty="0">
                <a:latin typeface="Book Antiqua"/>
                <a:cs typeface="Book Antiqua"/>
              </a:rPr>
              <a:t>b</a:t>
            </a:r>
            <a:r>
              <a:rPr sz="2400" spc="-10" dirty="0">
                <a:latin typeface="Book Antiqua"/>
                <a:cs typeface="Book Antiqua"/>
              </a:rPr>
              <a:t>-</a:t>
            </a:r>
            <a:r>
              <a:rPr sz="2400" spc="-25" dirty="0">
                <a:latin typeface="Book Antiqua"/>
                <a:cs typeface="Book Antiqua"/>
              </a:rPr>
              <a:t>s</a:t>
            </a:r>
            <a:r>
              <a:rPr sz="2400" spc="-15" dirty="0">
                <a:latin typeface="Book Antiqua"/>
                <a:cs typeface="Book Antiqua"/>
              </a:rPr>
              <a:t>tru</a:t>
            </a:r>
            <a:r>
              <a:rPr sz="2400" spc="-45" dirty="0">
                <a:latin typeface="Book Antiqua"/>
                <a:cs typeface="Book Antiqua"/>
              </a:rPr>
              <a:t>c</a:t>
            </a:r>
            <a:r>
              <a:rPr sz="2400" spc="-30" dirty="0">
                <a:latin typeface="Book Antiqua"/>
                <a:cs typeface="Book Antiqua"/>
              </a:rPr>
              <a:t>t</a:t>
            </a:r>
            <a:r>
              <a:rPr sz="2400" spc="10" dirty="0">
                <a:latin typeface="Book Antiqua"/>
                <a:cs typeface="Book Antiqua"/>
              </a:rPr>
              <a:t>u</a:t>
            </a:r>
            <a:r>
              <a:rPr sz="2400" spc="5" dirty="0">
                <a:latin typeface="Book Antiqua"/>
                <a:cs typeface="Book Antiqua"/>
              </a:rPr>
              <a:t>r</a:t>
            </a:r>
            <a:r>
              <a:rPr sz="2400" dirty="0">
                <a:latin typeface="Book Antiqua"/>
                <a:cs typeface="Book Antiqua"/>
              </a:rPr>
              <a:t>e</a:t>
            </a:r>
            <a:endParaRPr sz="2400">
              <a:latin typeface="Book Antiqua"/>
              <a:cs typeface="Book Antiqu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470534" algn="l"/>
              </a:tabLst>
            </a:pPr>
            <a:r>
              <a:rPr sz="2400" spc="-75" dirty="0">
                <a:latin typeface="Book Antiqua"/>
                <a:cs typeface="Book Antiqua"/>
              </a:rPr>
              <a:t>K</a:t>
            </a:r>
            <a:r>
              <a:rPr sz="2400" spc="-70" dirty="0">
                <a:latin typeface="Book Antiqua"/>
                <a:cs typeface="Book Antiqua"/>
              </a:rPr>
              <a:t>e</a:t>
            </a:r>
            <a:r>
              <a:rPr sz="2400" spc="-65" dirty="0">
                <a:latin typeface="Book Antiqua"/>
                <a:cs typeface="Book Antiqua"/>
              </a:rPr>
              <a:t>y</a:t>
            </a:r>
            <a:r>
              <a:rPr sz="2400" dirty="0">
                <a:latin typeface="Book Antiqua"/>
                <a:cs typeface="Book Antiqua"/>
              </a:rPr>
              <a:t>: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Book Antiqua"/>
                <a:cs typeface="Book Antiqua"/>
              </a:rPr>
              <a:t>d</a:t>
            </a:r>
            <a:r>
              <a:rPr sz="2400" spc="110" dirty="0">
                <a:latin typeface="Book Antiqua"/>
                <a:cs typeface="Book Antiqua"/>
              </a:rPr>
              <a:t>e</a:t>
            </a:r>
            <a:r>
              <a:rPr sz="2400" spc="70" dirty="0">
                <a:latin typeface="Book Antiqua"/>
                <a:cs typeface="Book Antiqua"/>
              </a:rPr>
              <a:t>t</a:t>
            </a:r>
            <a:r>
              <a:rPr sz="2400" spc="11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rmine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stru</a:t>
            </a:r>
            <a:r>
              <a:rPr sz="2400" spc="-10" dirty="0">
                <a:latin typeface="Book Antiqua"/>
                <a:cs typeface="Book Antiqua"/>
              </a:rPr>
              <a:t>c</a:t>
            </a:r>
            <a:r>
              <a:rPr sz="2400" spc="-15" dirty="0">
                <a:latin typeface="Book Antiqua"/>
                <a:cs typeface="Book Antiqua"/>
              </a:rPr>
              <a:t>t</a:t>
            </a:r>
            <a:r>
              <a:rPr sz="2400" spc="15" dirty="0">
                <a:latin typeface="Book Antiqua"/>
                <a:cs typeface="Book Antiqua"/>
              </a:rPr>
              <a:t>u</a:t>
            </a:r>
            <a:r>
              <a:rPr sz="2400" spc="10" dirty="0">
                <a:latin typeface="Book Antiqua"/>
                <a:cs typeface="Book Antiqua"/>
              </a:rPr>
              <a:t>r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5" dirty="0">
                <a:latin typeface="Book Antiqua"/>
                <a:cs typeface="Book Antiqua"/>
              </a:rPr>
              <a:t>pti</a:t>
            </a:r>
            <a:r>
              <a:rPr sz="2400" spc="-15" dirty="0">
                <a:latin typeface="Book Antiqua"/>
                <a:cs typeface="Book Antiqua"/>
              </a:rPr>
              <a:t>m</a:t>
            </a:r>
            <a:r>
              <a:rPr sz="2400" spc="5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1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i</a:t>
            </a:r>
            <a:r>
              <a:rPr sz="2400" spc="-20" dirty="0">
                <a:latin typeface="Book Antiqua"/>
                <a:cs typeface="Book Antiqua"/>
              </a:rPr>
              <a:t>ons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16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93495">
              <a:lnSpc>
                <a:spcPct val="100000"/>
              </a:lnSpc>
            </a:pPr>
            <a:r>
              <a:rPr spc="-60" dirty="0"/>
              <a:t>Op</a:t>
            </a:r>
            <a:r>
              <a:rPr spc="-35" dirty="0"/>
              <a:t>t</a:t>
            </a:r>
            <a:r>
              <a:rPr spc="-25" dirty="0"/>
              <a:t>i</a:t>
            </a:r>
            <a:r>
              <a:rPr spc="-70" dirty="0"/>
              <a:t>m</a:t>
            </a:r>
            <a:r>
              <a:rPr spc="-55" dirty="0"/>
              <a:t>a</a:t>
            </a:r>
            <a:r>
              <a:rPr dirty="0"/>
              <a:t>l</a:t>
            </a:r>
            <a:r>
              <a:rPr spc="170" dirty="0">
                <a:latin typeface="Times New Roman"/>
                <a:cs typeface="Times New Roman"/>
              </a:rPr>
              <a:t> </a:t>
            </a:r>
            <a:r>
              <a:rPr spc="-40" dirty="0"/>
              <a:t>s</a:t>
            </a:r>
            <a:r>
              <a:rPr spc="-55" dirty="0"/>
              <a:t>ub</a:t>
            </a:r>
            <a:r>
              <a:rPr spc="-40" dirty="0"/>
              <a:t>s</a:t>
            </a:r>
            <a:r>
              <a:rPr spc="-25" dirty="0"/>
              <a:t>t</a:t>
            </a:r>
            <a:r>
              <a:rPr spc="-40" dirty="0"/>
              <a:t>r</a:t>
            </a:r>
            <a:r>
              <a:rPr spc="-55" dirty="0"/>
              <a:t>u</a:t>
            </a:r>
            <a:r>
              <a:rPr spc="-40" dirty="0"/>
              <a:t>ct</a:t>
            </a:r>
            <a:r>
              <a:rPr spc="-55" dirty="0"/>
              <a:t>u</a:t>
            </a:r>
            <a:r>
              <a:rPr spc="-40" dirty="0"/>
              <a:t>r</a:t>
            </a:r>
            <a:r>
              <a:rPr spc="-2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0196" y="1557679"/>
            <a:ext cx="6979920" cy="859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Font typeface="Wingdings"/>
              <a:buChar char=""/>
              <a:tabLst>
                <a:tab pos="469900" algn="l"/>
              </a:tabLst>
            </a:pPr>
            <a:r>
              <a:rPr sz="2400" spc="-20" dirty="0">
                <a:latin typeface="Book Antiqua"/>
                <a:cs typeface="Book Antiqua"/>
              </a:rPr>
              <a:t>F</a:t>
            </a:r>
            <a:r>
              <a:rPr sz="2400" spc="-15" dirty="0">
                <a:latin typeface="Book Antiqua"/>
                <a:cs typeface="Book Antiqua"/>
              </a:rPr>
              <a:t>i</a:t>
            </a:r>
            <a:r>
              <a:rPr sz="2400" spc="-2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s</a:t>
            </a:r>
            <a:r>
              <a:rPr sz="2400" spc="15" dirty="0">
                <a:latin typeface="Book Antiqua"/>
                <a:cs typeface="Book Antiqua"/>
              </a:rPr>
              <a:t>h</a:t>
            </a:r>
            <a:r>
              <a:rPr sz="2400" spc="50" dirty="0">
                <a:latin typeface="Book Antiqua"/>
                <a:cs typeface="Book Antiqua"/>
              </a:rPr>
              <a:t>o</a:t>
            </a:r>
            <a:r>
              <a:rPr sz="2400" spc="55" dirty="0">
                <a:latin typeface="Book Antiqua"/>
                <a:cs typeface="Book Antiqua"/>
              </a:rPr>
              <a:t>r</a:t>
            </a:r>
            <a:r>
              <a:rPr sz="2400" spc="60" dirty="0">
                <a:latin typeface="Book Antiqua"/>
                <a:cs typeface="Book Antiqua"/>
              </a:rPr>
              <a:t>t</a:t>
            </a:r>
            <a:r>
              <a:rPr sz="2400" spc="4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st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Book Antiqua"/>
                <a:cs typeface="Book Antiqua"/>
              </a:rPr>
              <a:t>pat</a:t>
            </a:r>
            <a:r>
              <a:rPr sz="2400" dirty="0">
                <a:latin typeface="Book Antiqua"/>
                <a:cs typeface="Book Antiqua"/>
              </a:rPr>
              <a:t>h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Book Antiqua"/>
                <a:cs typeface="Book Antiqua"/>
              </a:rPr>
              <a:t>f</a:t>
            </a:r>
            <a:r>
              <a:rPr sz="2400" spc="-15" dirty="0">
                <a:latin typeface="Book Antiqua"/>
                <a:cs typeface="Book Antiqua"/>
              </a:rPr>
              <a:t>r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Book Antiqua"/>
                <a:cs typeface="Book Antiqua"/>
              </a:rPr>
              <a:t>lo</a:t>
            </a:r>
            <a:r>
              <a:rPr sz="2400" spc="35" dirty="0">
                <a:latin typeface="Book Antiqua"/>
                <a:cs typeface="Book Antiqua"/>
              </a:rPr>
              <a:t>c</a:t>
            </a:r>
            <a:r>
              <a:rPr sz="2400" spc="30" dirty="0">
                <a:latin typeface="Book Antiqua"/>
                <a:cs typeface="Book Antiqua"/>
              </a:rPr>
              <a:t>ati</a:t>
            </a:r>
            <a:r>
              <a:rPr sz="2400" spc="2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X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Book Antiqua"/>
                <a:cs typeface="Book Antiqua"/>
              </a:rPr>
              <a:t>lo</a:t>
            </a:r>
            <a:r>
              <a:rPr sz="2400" spc="35" dirty="0">
                <a:latin typeface="Book Antiqua"/>
                <a:cs typeface="Book Antiqua"/>
              </a:rPr>
              <a:t>c</a:t>
            </a:r>
            <a:r>
              <a:rPr sz="2400" spc="30" dirty="0">
                <a:latin typeface="Book Antiqua"/>
                <a:cs typeface="Book Antiqua"/>
              </a:rPr>
              <a:t>ati</a:t>
            </a:r>
            <a:r>
              <a:rPr sz="2400" spc="2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Y</a:t>
            </a:r>
            <a:endParaRPr sz="2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2400" spc="-15" dirty="0">
                <a:latin typeface="Wingdings"/>
                <a:cs typeface="Wingdings"/>
              </a:rPr>
              <a:t>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0200" y="2836419"/>
            <a:ext cx="10320020" cy="1367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>
              <a:lnSpc>
                <a:spcPct val="100000"/>
              </a:lnSpc>
            </a:pPr>
            <a:r>
              <a:rPr sz="2400" spc="-65" dirty="0">
                <a:latin typeface="Book Antiqua"/>
                <a:cs typeface="Book Antiqua"/>
              </a:rPr>
              <a:t>i</a:t>
            </a:r>
            <a:r>
              <a:rPr sz="2400" spc="-70" dirty="0">
                <a:latin typeface="Book Antiqua"/>
                <a:cs typeface="Book Antiqua"/>
              </a:rPr>
              <a:t>n</a:t>
            </a:r>
            <a:r>
              <a:rPr sz="2400" spc="-55" dirty="0">
                <a:latin typeface="Book Antiqua"/>
                <a:cs typeface="Book Antiqua"/>
              </a:rPr>
              <a:t>t</a:t>
            </a:r>
            <a:r>
              <a:rPr sz="2400" spc="80" dirty="0">
                <a:latin typeface="Book Antiqua"/>
                <a:cs typeface="Book Antiqua"/>
              </a:rPr>
              <a:t>erm</a:t>
            </a:r>
            <a:r>
              <a:rPr sz="2400" spc="90" dirty="0">
                <a:latin typeface="Book Antiqua"/>
                <a:cs typeface="Book Antiqua"/>
              </a:rPr>
              <a:t>e</a:t>
            </a:r>
            <a:r>
              <a:rPr sz="2400" spc="65" dirty="0">
                <a:latin typeface="Book Antiqua"/>
                <a:cs typeface="Book Antiqua"/>
              </a:rPr>
              <a:t>d</a:t>
            </a:r>
            <a:r>
              <a:rPr sz="2400" spc="30" dirty="0">
                <a:latin typeface="Book Antiqua"/>
                <a:cs typeface="Book Antiqua"/>
              </a:rPr>
              <a:t>iat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Book Antiqua"/>
                <a:cs typeface="Book Antiqua"/>
              </a:rPr>
              <a:t>lo</a:t>
            </a:r>
            <a:r>
              <a:rPr sz="2400" spc="35" dirty="0">
                <a:latin typeface="Book Antiqua"/>
                <a:cs typeface="Book Antiqua"/>
              </a:rPr>
              <a:t>c</a:t>
            </a:r>
            <a:r>
              <a:rPr sz="2400" spc="30" dirty="0">
                <a:latin typeface="Book Antiqua"/>
                <a:cs typeface="Book Antiqua"/>
              </a:rPr>
              <a:t>ati</a:t>
            </a:r>
            <a:r>
              <a:rPr sz="2400" spc="25" dirty="0">
                <a:latin typeface="Book Antiqua"/>
                <a:cs typeface="Book Antiqua"/>
              </a:rPr>
              <a:t>on</a:t>
            </a:r>
            <a:r>
              <a:rPr sz="2400" dirty="0">
                <a:latin typeface="Book Antiqua"/>
                <a:cs typeface="Book Antiqua"/>
              </a:rPr>
              <a:t>s</a:t>
            </a:r>
            <a:endParaRPr sz="2400">
              <a:latin typeface="Book Antiqua"/>
              <a:cs typeface="Book Antiqu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469900" algn="l"/>
              </a:tabLst>
            </a:pPr>
            <a:r>
              <a:rPr sz="2400" spc="5" dirty="0">
                <a:latin typeface="Book Antiqua"/>
                <a:cs typeface="Book Antiqua"/>
              </a:rPr>
              <a:t>C</a:t>
            </a:r>
            <a:r>
              <a:rPr sz="2400" spc="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Book Antiqua"/>
                <a:cs typeface="Book Antiqua"/>
              </a:rPr>
              <a:t>u</a:t>
            </a:r>
            <a:r>
              <a:rPr sz="2400" spc="-55" dirty="0">
                <a:latin typeface="Book Antiqua"/>
                <a:cs typeface="Book Antiqua"/>
              </a:rPr>
              <a:t>t</a:t>
            </a:r>
            <a:r>
              <a:rPr sz="2400" spc="-100" dirty="0">
                <a:latin typeface="Book Antiqua"/>
                <a:cs typeface="Book Antiqua"/>
              </a:rPr>
              <a:t>ili</a:t>
            </a:r>
            <a:r>
              <a:rPr sz="2400" spc="-180" dirty="0">
                <a:latin typeface="Book Antiqua"/>
                <a:cs typeface="Book Antiqua"/>
              </a:rPr>
              <a:t>z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Book Antiqua"/>
                <a:cs typeface="Book Antiqua"/>
              </a:rPr>
              <a:t>thi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90" dirty="0">
                <a:latin typeface="Book Antiqua"/>
                <a:cs typeface="Book Antiqua"/>
              </a:rPr>
              <a:t>pr</a:t>
            </a:r>
            <a:r>
              <a:rPr sz="2400" spc="75" dirty="0">
                <a:latin typeface="Book Antiqua"/>
                <a:cs typeface="Book Antiqua"/>
              </a:rPr>
              <a:t>o</a:t>
            </a:r>
            <a:r>
              <a:rPr sz="2400" spc="100" dirty="0">
                <a:latin typeface="Book Antiqua"/>
                <a:cs typeface="Book Antiqua"/>
              </a:rPr>
              <a:t>p</a:t>
            </a:r>
            <a:r>
              <a:rPr sz="2400" spc="70" dirty="0">
                <a:latin typeface="Book Antiqua"/>
                <a:cs typeface="Book Antiqua"/>
              </a:rPr>
              <a:t>e</a:t>
            </a:r>
            <a:r>
              <a:rPr sz="2400" spc="-100" dirty="0">
                <a:latin typeface="Book Antiqua"/>
                <a:cs typeface="Book Antiqua"/>
              </a:rPr>
              <a:t>rt</a:t>
            </a:r>
            <a:r>
              <a:rPr sz="2400" dirty="0">
                <a:latin typeface="Book Antiqua"/>
                <a:cs typeface="Book Antiqua"/>
              </a:rPr>
              <a:t>y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c</a:t>
            </a:r>
            <a:r>
              <a:rPr sz="2400" spc="40" dirty="0">
                <a:latin typeface="Book Antiqua"/>
                <a:cs typeface="Book Antiqua"/>
              </a:rPr>
              <a:t>o</a:t>
            </a:r>
            <a:r>
              <a:rPr sz="2400" spc="35" dirty="0">
                <a:latin typeface="Book Antiqua"/>
                <a:cs typeface="Book Antiqua"/>
              </a:rPr>
              <a:t>m</a:t>
            </a:r>
            <a:r>
              <a:rPr sz="2400" spc="55" dirty="0">
                <a:latin typeface="Book Antiqua"/>
                <a:cs typeface="Book Antiqua"/>
              </a:rPr>
              <a:t>p</a:t>
            </a:r>
            <a:r>
              <a:rPr sz="2400" spc="60" dirty="0">
                <a:latin typeface="Book Antiqua"/>
                <a:cs typeface="Book Antiqua"/>
              </a:rPr>
              <a:t>u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Book Antiqua"/>
                <a:cs typeface="Book Antiqua"/>
              </a:rPr>
              <a:t>a</a:t>
            </a:r>
            <a:r>
              <a:rPr sz="2400" spc="-65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15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ti</a:t>
            </a:r>
            <a:r>
              <a:rPr sz="2400" spc="-20" dirty="0">
                <a:latin typeface="Book Antiqua"/>
                <a:cs typeface="Book Antiqua"/>
              </a:rPr>
              <a:t>ons</a:t>
            </a:r>
            <a:endParaRPr sz="2400">
              <a:latin typeface="Book Antiqua"/>
              <a:cs typeface="Book Antiqu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469900" algn="l"/>
              </a:tabLst>
            </a:pPr>
            <a:r>
              <a:rPr sz="2400" spc="-90" dirty="0">
                <a:latin typeface="Book Antiqua"/>
                <a:cs typeface="Book Antiqua"/>
              </a:rPr>
              <a:t>D</a:t>
            </a:r>
            <a:r>
              <a:rPr sz="2400" dirty="0">
                <a:latin typeface="Book Antiqua"/>
                <a:cs typeface="Book Antiqua"/>
              </a:rPr>
              <a:t>P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c</a:t>
            </a:r>
            <a:r>
              <a:rPr sz="2400" spc="45" dirty="0">
                <a:latin typeface="Book Antiqua"/>
                <a:cs typeface="Book Antiqua"/>
              </a:rPr>
              <a:t>a</a:t>
            </a:r>
            <a:r>
              <a:rPr sz="2400" spc="40" dirty="0">
                <a:latin typeface="Book Antiqua"/>
                <a:cs typeface="Book Antiqua"/>
              </a:rPr>
              <a:t>n</a:t>
            </a:r>
            <a:r>
              <a:rPr sz="2400" spc="50" dirty="0">
                <a:latin typeface="Book Antiqua"/>
                <a:cs typeface="Book Antiqua"/>
              </a:rPr>
              <a:t>n</a:t>
            </a:r>
            <a:r>
              <a:rPr sz="2400" spc="5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220" dirty="0">
                <a:latin typeface="Book Antiqua"/>
                <a:cs typeface="Book Antiqua"/>
              </a:rPr>
              <a:t>b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ap</a:t>
            </a:r>
            <a:r>
              <a:rPr sz="2400" spc="35" dirty="0">
                <a:latin typeface="Book Antiqua"/>
                <a:cs typeface="Book Antiqua"/>
              </a:rPr>
              <a:t>p</a:t>
            </a:r>
            <a:r>
              <a:rPr sz="2400" spc="5" dirty="0">
                <a:latin typeface="Book Antiqua"/>
                <a:cs typeface="Book Antiqua"/>
              </a:rPr>
              <a:t>l</a:t>
            </a:r>
            <a:r>
              <a:rPr sz="2400" spc="55" dirty="0">
                <a:latin typeface="Book Antiqua"/>
                <a:cs typeface="Book Antiqua"/>
              </a:rPr>
              <a:t>i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Book Antiqua"/>
                <a:cs typeface="Book Antiqua"/>
              </a:rPr>
              <a:t>p</a:t>
            </a:r>
            <a:r>
              <a:rPr sz="2400" spc="80" dirty="0">
                <a:latin typeface="Book Antiqua"/>
                <a:cs typeface="Book Antiqua"/>
              </a:rPr>
              <a:t>r</a:t>
            </a:r>
            <a:r>
              <a:rPr sz="2400" spc="70" dirty="0">
                <a:latin typeface="Book Antiqua"/>
                <a:cs typeface="Book Antiqua"/>
              </a:rPr>
              <a:t>o</a:t>
            </a:r>
            <a:r>
              <a:rPr sz="2400" spc="75" dirty="0">
                <a:latin typeface="Book Antiqua"/>
                <a:cs typeface="Book Antiqua"/>
              </a:rPr>
              <a:t>b</a:t>
            </a:r>
            <a:r>
              <a:rPr sz="2400" spc="45" dirty="0">
                <a:latin typeface="Book Antiqua"/>
                <a:cs typeface="Book Antiqua"/>
              </a:rPr>
              <a:t>l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-10" dirty="0">
                <a:latin typeface="Book Antiqua"/>
                <a:cs typeface="Book Antiqua"/>
              </a:rPr>
              <a:t>m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Book Antiqua"/>
                <a:cs typeface="Book Antiqua"/>
              </a:rPr>
              <a:t>d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Book Antiqua"/>
                <a:cs typeface="Book Antiqua"/>
              </a:rPr>
              <a:t>n</a:t>
            </a:r>
            <a:r>
              <a:rPr sz="2400" spc="2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Book Antiqua"/>
                <a:cs typeface="Book Antiqua"/>
              </a:rPr>
              <a:t>h</a:t>
            </a:r>
            <a:r>
              <a:rPr sz="2400" spc="-40" dirty="0">
                <a:latin typeface="Book Antiqua"/>
                <a:cs typeface="Book Antiqua"/>
              </a:rPr>
              <a:t>a</a:t>
            </a:r>
            <a:r>
              <a:rPr sz="2400" spc="-55" dirty="0">
                <a:latin typeface="Book Antiqua"/>
                <a:cs typeface="Book Antiqua"/>
              </a:rPr>
              <a:t>v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Book Antiqua"/>
                <a:cs typeface="Book Antiqua"/>
              </a:rPr>
              <a:t>op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-40" dirty="0">
                <a:latin typeface="Book Antiqua"/>
                <a:cs typeface="Book Antiqua"/>
              </a:rPr>
              <a:t>i</a:t>
            </a:r>
            <a:r>
              <a:rPr sz="2400" spc="-60" dirty="0">
                <a:latin typeface="Book Antiqua"/>
                <a:cs typeface="Book Antiqua"/>
              </a:rPr>
              <a:t>m</a:t>
            </a:r>
            <a:r>
              <a:rPr sz="2400" spc="-4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su</a:t>
            </a:r>
            <a:r>
              <a:rPr sz="2400" spc="50" dirty="0">
                <a:latin typeface="Book Antiqua"/>
                <a:cs typeface="Book Antiqua"/>
              </a:rPr>
              <a:t>b</a:t>
            </a:r>
            <a:r>
              <a:rPr sz="2400" spc="-50" dirty="0">
                <a:latin typeface="Book Antiqua"/>
                <a:cs typeface="Book Antiqua"/>
              </a:rPr>
              <a:t>s</a:t>
            </a:r>
            <a:r>
              <a:rPr sz="2400" spc="-40" dirty="0">
                <a:latin typeface="Book Antiqua"/>
                <a:cs typeface="Book Antiqua"/>
              </a:rPr>
              <a:t>tr</a:t>
            </a:r>
            <a:r>
              <a:rPr sz="2400" spc="-60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c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60" dirty="0">
                <a:latin typeface="Book Antiqua"/>
                <a:cs typeface="Book Antiqua"/>
              </a:rPr>
              <a:t>re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91777" y="4341626"/>
            <a:ext cx="662305" cy="635000"/>
          </a:xfrm>
          <a:custGeom>
            <a:avLst/>
            <a:gdLst/>
            <a:ahLst/>
            <a:cxnLst/>
            <a:rect l="l" t="t" r="r" b="b"/>
            <a:pathLst>
              <a:path w="662304" h="635000">
                <a:moveTo>
                  <a:pt x="331104" y="0"/>
                </a:moveTo>
                <a:lnTo>
                  <a:pt x="277367" y="4190"/>
                </a:lnTo>
                <a:lnTo>
                  <a:pt x="226435" y="16120"/>
                </a:lnTo>
                <a:lnTo>
                  <a:pt x="178948" y="35432"/>
                </a:lnTo>
                <a:lnTo>
                  <a:pt x="135514" y="61209"/>
                </a:lnTo>
                <a:lnTo>
                  <a:pt x="97048" y="92963"/>
                </a:lnTo>
                <a:lnTo>
                  <a:pt x="63886" y="129920"/>
                </a:lnTo>
                <a:lnTo>
                  <a:pt x="36972" y="171568"/>
                </a:lnTo>
                <a:lnTo>
                  <a:pt x="16885" y="217169"/>
                </a:lnTo>
                <a:lnTo>
                  <a:pt x="4328" y="265937"/>
                </a:lnTo>
                <a:lnTo>
                  <a:pt x="0" y="317491"/>
                </a:lnTo>
                <a:lnTo>
                  <a:pt x="1158" y="343530"/>
                </a:lnTo>
                <a:lnTo>
                  <a:pt x="9662" y="393822"/>
                </a:lnTo>
                <a:lnTo>
                  <a:pt x="26029" y="441066"/>
                </a:lnTo>
                <a:lnTo>
                  <a:pt x="49651" y="484750"/>
                </a:lnTo>
                <a:lnTo>
                  <a:pt x="79644" y="524124"/>
                </a:lnTo>
                <a:lnTo>
                  <a:pt x="115580" y="558545"/>
                </a:lnTo>
                <a:lnTo>
                  <a:pt x="156728" y="587370"/>
                </a:lnTo>
                <a:lnTo>
                  <a:pt x="202204" y="609980"/>
                </a:lnTo>
                <a:lnTo>
                  <a:pt x="251581" y="625720"/>
                </a:lnTo>
                <a:lnTo>
                  <a:pt x="303916" y="633983"/>
                </a:lnTo>
                <a:lnTo>
                  <a:pt x="331104" y="634995"/>
                </a:lnTo>
                <a:lnTo>
                  <a:pt x="358261" y="633983"/>
                </a:lnTo>
                <a:lnTo>
                  <a:pt x="410717" y="625720"/>
                </a:lnTo>
                <a:lnTo>
                  <a:pt x="460004" y="609980"/>
                </a:lnTo>
                <a:lnTo>
                  <a:pt x="505480" y="587370"/>
                </a:lnTo>
                <a:lnTo>
                  <a:pt x="546628" y="558545"/>
                </a:lnTo>
                <a:lnTo>
                  <a:pt x="582564" y="524124"/>
                </a:lnTo>
                <a:lnTo>
                  <a:pt x="612526" y="484750"/>
                </a:lnTo>
                <a:lnTo>
                  <a:pt x="636148" y="441066"/>
                </a:lnTo>
                <a:lnTo>
                  <a:pt x="652546" y="393822"/>
                </a:lnTo>
                <a:lnTo>
                  <a:pt x="661050" y="343530"/>
                </a:lnTo>
                <a:lnTo>
                  <a:pt x="662177" y="317491"/>
                </a:lnTo>
                <a:lnTo>
                  <a:pt x="661050" y="291464"/>
                </a:lnTo>
                <a:lnTo>
                  <a:pt x="652546" y="241172"/>
                </a:lnTo>
                <a:lnTo>
                  <a:pt x="636148" y="193928"/>
                </a:lnTo>
                <a:lnTo>
                  <a:pt x="612526" y="150232"/>
                </a:lnTo>
                <a:lnTo>
                  <a:pt x="582564" y="110870"/>
                </a:lnTo>
                <a:lnTo>
                  <a:pt x="546628" y="76449"/>
                </a:lnTo>
                <a:lnTo>
                  <a:pt x="505480" y="47624"/>
                </a:lnTo>
                <a:lnTo>
                  <a:pt x="460004" y="24883"/>
                </a:lnTo>
                <a:lnTo>
                  <a:pt x="410717" y="9262"/>
                </a:lnTo>
                <a:lnTo>
                  <a:pt x="358261" y="1011"/>
                </a:lnTo>
                <a:lnTo>
                  <a:pt x="331104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91777" y="4341626"/>
            <a:ext cx="662305" cy="635000"/>
          </a:xfrm>
          <a:custGeom>
            <a:avLst/>
            <a:gdLst/>
            <a:ahLst/>
            <a:cxnLst/>
            <a:rect l="l" t="t" r="r" b="b"/>
            <a:pathLst>
              <a:path w="662304" h="635000">
                <a:moveTo>
                  <a:pt x="0" y="317491"/>
                </a:moveTo>
                <a:lnTo>
                  <a:pt x="4328" y="265937"/>
                </a:lnTo>
                <a:lnTo>
                  <a:pt x="16885" y="217169"/>
                </a:lnTo>
                <a:lnTo>
                  <a:pt x="36972" y="171568"/>
                </a:lnTo>
                <a:lnTo>
                  <a:pt x="63886" y="129920"/>
                </a:lnTo>
                <a:lnTo>
                  <a:pt x="97048" y="92963"/>
                </a:lnTo>
                <a:lnTo>
                  <a:pt x="135514" y="61209"/>
                </a:lnTo>
                <a:lnTo>
                  <a:pt x="178948" y="35432"/>
                </a:lnTo>
                <a:lnTo>
                  <a:pt x="226435" y="16120"/>
                </a:lnTo>
                <a:lnTo>
                  <a:pt x="277367" y="4190"/>
                </a:lnTo>
                <a:lnTo>
                  <a:pt x="331104" y="0"/>
                </a:lnTo>
                <a:lnTo>
                  <a:pt x="358261" y="1011"/>
                </a:lnTo>
                <a:lnTo>
                  <a:pt x="410717" y="9262"/>
                </a:lnTo>
                <a:lnTo>
                  <a:pt x="460004" y="24883"/>
                </a:lnTo>
                <a:lnTo>
                  <a:pt x="505480" y="47624"/>
                </a:lnTo>
                <a:lnTo>
                  <a:pt x="546628" y="76449"/>
                </a:lnTo>
                <a:lnTo>
                  <a:pt x="582564" y="110870"/>
                </a:lnTo>
                <a:lnTo>
                  <a:pt x="612526" y="150232"/>
                </a:lnTo>
                <a:lnTo>
                  <a:pt x="636148" y="193928"/>
                </a:lnTo>
                <a:lnTo>
                  <a:pt x="652546" y="241172"/>
                </a:lnTo>
                <a:lnTo>
                  <a:pt x="661050" y="291464"/>
                </a:lnTo>
                <a:lnTo>
                  <a:pt x="662177" y="317491"/>
                </a:lnTo>
                <a:lnTo>
                  <a:pt x="661050" y="343530"/>
                </a:lnTo>
                <a:lnTo>
                  <a:pt x="652546" y="393822"/>
                </a:lnTo>
                <a:lnTo>
                  <a:pt x="636148" y="441066"/>
                </a:lnTo>
                <a:lnTo>
                  <a:pt x="612526" y="484750"/>
                </a:lnTo>
                <a:lnTo>
                  <a:pt x="582564" y="524124"/>
                </a:lnTo>
                <a:lnTo>
                  <a:pt x="546628" y="558545"/>
                </a:lnTo>
                <a:lnTo>
                  <a:pt x="505480" y="587370"/>
                </a:lnTo>
                <a:lnTo>
                  <a:pt x="460004" y="609980"/>
                </a:lnTo>
                <a:lnTo>
                  <a:pt x="410717" y="625720"/>
                </a:lnTo>
                <a:lnTo>
                  <a:pt x="358261" y="633983"/>
                </a:lnTo>
                <a:lnTo>
                  <a:pt x="331104" y="634995"/>
                </a:lnTo>
                <a:lnTo>
                  <a:pt x="303916" y="633983"/>
                </a:lnTo>
                <a:lnTo>
                  <a:pt x="251581" y="625720"/>
                </a:lnTo>
                <a:lnTo>
                  <a:pt x="202204" y="609980"/>
                </a:lnTo>
                <a:lnTo>
                  <a:pt x="156728" y="587370"/>
                </a:lnTo>
                <a:lnTo>
                  <a:pt x="115580" y="558545"/>
                </a:lnTo>
                <a:lnTo>
                  <a:pt x="79644" y="524124"/>
                </a:lnTo>
                <a:lnTo>
                  <a:pt x="49651" y="484750"/>
                </a:lnTo>
                <a:lnTo>
                  <a:pt x="26029" y="441066"/>
                </a:lnTo>
                <a:lnTo>
                  <a:pt x="9662" y="393822"/>
                </a:lnTo>
                <a:lnTo>
                  <a:pt x="1158" y="343530"/>
                </a:lnTo>
                <a:lnTo>
                  <a:pt x="0" y="317491"/>
                </a:lnTo>
                <a:close/>
              </a:path>
            </a:pathLst>
          </a:custGeom>
          <a:ln w="25398">
            <a:solidFill>
              <a:srgbClr val="2D52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51503" y="4584611"/>
            <a:ext cx="14478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33465" y="4341626"/>
            <a:ext cx="662305" cy="635000"/>
          </a:xfrm>
          <a:custGeom>
            <a:avLst/>
            <a:gdLst/>
            <a:ahLst/>
            <a:cxnLst/>
            <a:rect l="l" t="t" r="r" b="b"/>
            <a:pathLst>
              <a:path w="662304" h="635000">
                <a:moveTo>
                  <a:pt x="331073" y="0"/>
                </a:moveTo>
                <a:lnTo>
                  <a:pt x="277367" y="4190"/>
                </a:lnTo>
                <a:lnTo>
                  <a:pt x="226435" y="16120"/>
                </a:lnTo>
                <a:lnTo>
                  <a:pt x="178948" y="35432"/>
                </a:lnTo>
                <a:lnTo>
                  <a:pt x="135514" y="61209"/>
                </a:lnTo>
                <a:lnTo>
                  <a:pt x="96895" y="92963"/>
                </a:lnTo>
                <a:lnTo>
                  <a:pt x="63886" y="129920"/>
                </a:lnTo>
                <a:lnTo>
                  <a:pt x="36941" y="171568"/>
                </a:lnTo>
                <a:lnTo>
                  <a:pt x="16885" y="217169"/>
                </a:lnTo>
                <a:lnTo>
                  <a:pt x="4328" y="265937"/>
                </a:lnTo>
                <a:lnTo>
                  <a:pt x="0" y="317491"/>
                </a:lnTo>
                <a:lnTo>
                  <a:pt x="1127" y="343530"/>
                </a:lnTo>
                <a:lnTo>
                  <a:pt x="9662" y="393822"/>
                </a:lnTo>
                <a:lnTo>
                  <a:pt x="26029" y="441066"/>
                </a:lnTo>
                <a:lnTo>
                  <a:pt x="49651" y="484750"/>
                </a:lnTo>
                <a:lnTo>
                  <a:pt x="79613" y="524124"/>
                </a:lnTo>
                <a:lnTo>
                  <a:pt x="115580" y="558545"/>
                </a:lnTo>
                <a:lnTo>
                  <a:pt x="156728" y="587370"/>
                </a:lnTo>
                <a:lnTo>
                  <a:pt x="202173" y="609980"/>
                </a:lnTo>
                <a:lnTo>
                  <a:pt x="251459" y="625720"/>
                </a:lnTo>
                <a:lnTo>
                  <a:pt x="303916" y="633983"/>
                </a:lnTo>
                <a:lnTo>
                  <a:pt x="331073" y="634995"/>
                </a:lnTo>
                <a:lnTo>
                  <a:pt x="358261" y="633983"/>
                </a:lnTo>
                <a:lnTo>
                  <a:pt x="410596" y="625720"/>
                </a:lnTo>
                <a:lnTo>
                  <a:pt x="460004" y="609980"/>
                </a:lnTo>
                <a:lnTo>
                  <a:pt x="505449" y="587370"/>
                </a:lnTo>
                <a:lnTo>
                  <a:pt x="546597" y="558545"/>
                </a:lnTo>
                <a:lnTo>
                  <a:pt x="582411" y="524124"/>
                </a:lnTo>
                <a:lnTo>
                  <a:pt x="612526" y="484750"/>
                </a:lnTo>
                <a:lnTo>
                  <a:pt x="636148" y="441066"/>
                </a:lnTo>
                <a:lnTo>
                  <a:pt x="652515" y="393822"/>
                </a:lnTo>
                <a:lnTo>
                  <a:pt x="661019" y="343530"/>
                </a:lnTo>
                <a:lnTo>
                  <a:pt x="662177" y="317491"/>
                </a:lnTo>
                <a:lnTo>
                  <a:pt x="661019" y="291464"/>
                </a:lnTo>
                <a:lnTo>
                  <a:pt x="652515" y="241172"/>
                </a:lnTo>
                <a:lnTo>
                  <a:pt x="636148" y="193928"/>
                </a:lnTo>
                <a:lnTo>
                  <a:pt x="612526" y="150232"/>
                </a:lnTo>
                <a:lnTo>
                  <a:pt x="582411" y="110870"/>
                </a:lnTo>
                <a:lnTo>
                  <a:pt x="546597" y="76449"/>
                </a:lnTo>
                <a:lnTo>
                  <a:pt x="505449" y="47624"/>
                </a:lnTo>
                <a:lnTo>
                  <a:pt x="460004" y="24883"/>
                </a:lnTo>
                <a:lnTo>
                  <a:pt x="410596" y="9262"/>
                </a:lnTo>
                <a:lnTo>
                  <a:pt x="358261" y="1011"/>
                </a:lnTo>
                <a:lnTo>
                  <a:pt x="331073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33465" y="4341626"/>
            <a:ext cx="662305" cy="635000"/>
          </a:xfrm>
          <a:custGeom>
            <a:avLst/>
            <a:gdLst/>
            <a:ahLst/>
            <a:cxnLst/>
            <a:rect l="l" t="t" r="r" b="b"/>
            <a:pathLst>
              <a:path w="662304" h="635000">
                <a:moveTo>
                  <a:pt x="0" y="317491"/>
                </a:moveTo>
                <a:lnTo>
                  <a:pt x="4328" y="265937"/>
                </a:lnTo>
                <a:lnTo>
                  <a:pt x="16885" y="217169"/>
                </a:lnTo>
                <a:lnTo>
                  <a:pt x="36941" y="171568"/>
                </a:lnTo>
                <a:lnTo>
                  <a:pt x="63886" y="129920"/>
                </a:lnTo>
                <a:lnTo>
                  <a:pt x="96895" y="92963"/>
                </a:lnTo>
                <a:lnTo>
                  <a:pt x="135514" y="61209"/>
                </a:lnTo>
                <a:lnTo>
                  <a:pt x="178948" y="35432"/>
                </a:lnTo>
                <a:lnTo>
                  <a:pt x="226435" y="16120"/>
                </a:lnTo>
                <a:lnTo>
                  <a:pt x="277367" y="4190"/>
                </a:lnTo>
                <a:lnTo>
                  <a:pt x="331073" y="0"/>
                </a:lnTo>
                <a:lnTo>
                  <a:pt x="358261" y="1011"/>
                </a:lnTo>
                <a:lnTo>
                  <a:pt x="410596" y="9262"/>
                </a:lnTo>
                <a:lnTo>
                  <a:pt x="460004" y="24883"/>
                </a:lnTo>
                <a:lnTo>
                  <a:pt x="505449" y="47624"/>
                </a:lnTo>
                <a:lnTo>
                  <a:pt x="546597" y="76449"/>
                </a:lnTo>
                <a:lnTo>
                  <a:pt x="582411" y="110870"/>
                </a:lnTo>
                <a:lnTo>
                  <a:pt x="612526" y="150232"/>
                </a:lnTo>
                <a:lnTo>
                  <a:pt x="636148" y="193928"/>
                </a:lnTo>
                <a:lnTo>
                  <a:pt x="652515" y="241172"/>
                </a:lnTo>
                <a:lnTo>
                  <a:pt x="661019" y="291464"/>
                </a:lnTo>
                <a:lnTo>
                  <a:pt x="662177" y="317491"/>
                </a:lnTo>
                <a:lnTo>
                  <a:pt x="661019" y="343530"/>
                </a:lnTo>
                <a:lnTo>
                  <a:pt x="652515" y="393822"/>
                </a:lnTo>
                <a:lnTo>
                  <a:pt x="636148" y="441066"/>
                </a:lnTo>
                <a:lnTo>
                  <a:pt x="612526" y="484750"/>
                </a:lnTo>
                <a:lnTo>
                  <a:pt x="582411" y="524124"/>
                </a:lnTo>
                <a:lnTo>
                  <a:pt x="546597" y="558545"/>
                </a:lnTo>
                <a:lnTo>
                  <a:pt x="505449" y="587370"/>
                </a:lnTo>
                <a:lnTo>
                  <a:pt x="460004" y="609980"/>
                </a:lnTo>
                <a:lnTo>
                  <a:pt x="410596" y="625720"/>
                </a:lnTo>
                <a:lnTo>
                  <a:pt x="358261" y="633983"/>
                </a:lnTo>
                <a:lnTo>
                  <a:pt x="331073" y="634995"/>
                </a:lnTo>
                <a:lnTo>
                  <a:pt x="303916" y="633983"/>
                </a:lnTo>
                <a:lnTo>
                  <a:pt x="251459" y="625720"/>
                </a:lnTo>
                <a:lnTo>
                  <a:pt x="202173" y="609980"/>
                </a:lnTo>
                <a:lnTo>
                  <a:pt x="156728" y="587370"/>
                </a:lnTo>
                <a:lnTo>
                  <a:pt x="115580" y="558545"/>
                </a:lnTo>
                <a:lnTo>
                  <a:pt x="79613" y="524124"/>
                </a:lnTo>
                <a:lnTo>
                  <a:pt x="49651" y="484750"/>
                </a:lnTo>
                <a:lnTo>
                  <a:pt x="26029" y="441066"/>
                </a:lnTo>
                <a:lnTo>
                  <a:pt x="9662" y="393822"/>
                </a:lnTo>
                <a:lnTo>
                  <a:pt x="1127" y="343530"/>
                </a:lnTo>
                <a:lnTo>
                  <a:pt x="0" y="317491"/>
                </a:lnTo>
                <a:close/>
              </a:path>
            </a:pathLst>
          </a:custGeom>
          <a:ln w="25398">
            <a:solidFill>
              <a:srgbClr val="2D52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393690" y="4584611"/>
            <a:ext cx="14478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178789" y="5484626"/>
            <a:ext cx="662305" cy="635000"/>
          </a:xfrm>
          <a:custGeom>
            <a:avLst/>
            <a:gdLst/>
            <a:ahLst/>
            <a:cxnLst/>
            <a:rect l="l" t="t" r="r" b="b"/>
            <a:pathLst>
              <a:path w="662304" h="635000">
                <a:moveTo>
                  <a:pt x="331104" y="0"/>
                </a:moveTo>
                <a:lnTo>
                  <a:pt x="277367" y="4190"/>
                </a:lnTo>
                <a:lnTo>
                  <a:pt x="226466" y="16120"/>
                </a:lnTo>
                <a:lnTo>
                  <a:pt x="178948" y="35432"/>
                </a:lnTo>
                <a:lnTo>
                  <a:pt x="135514" y="61209"/>
                </a:lnTo>
                <a:lnTo>
                  <a:pt x="96926" y="92963"/>
                </a:lnTo>
                <a:lnTo>
                  <a:pt x="63886" y="129969"/>
                </a:lnTo>
                <a:lnTo>
                  <a:pt x="36972" y="171556"/>
                </a:lnTo>
                <a:lnTo>
                  <a:pt x="16916" y="217099"/>
                </a:lnTo>
                <a:lnTo>
                  <a:pt x="4328" y="265962"/>
                </a:lnTo>
                <a:lnTo>
                  <a:pt x="0" y="317455"/>
                </a:lnTo>
                <a:lnTo>
                  <a:pt x="1158" y="343494"/>
                </a:lnTo>
                <a:lnTo>
                  <a:pt x="9662" y="393761"/>
                </a:lnTo>
                <a:lnTo>
                  <a:pt x="26060" y="441042"/>
                </a:lnTo>
                <a:lnTo>
                  <a:pt x="49529" y="484702"/>
                </a:lnTo>
                <a:lnTo>
                  <a:pt x="79644" y="524088"/>
                </a:lnTo>
                <a:lnTo>
                  <a:pt x="115580" y="558533"/>
                </a:lnTo>
                <a:lnTo>
                  <a:pt x="156728" y="587395"/>
                </a:lnTo>
                <a:lnTo>
                  <a:pt x="202204" y="610005"/>
                </a:lnTo>
                <a:lnTo>
                  <a:pt x="251459" y="625733"/>
                </a:lnTo>
                <a:lnTo>
                  <a:pt x="303916" y="633901"/>
                </a:lnTo>
                <a:lnTo>
                  <a:pt x="331104" y="634959"/>
                </a:lnTo>
                <a:lnTo>
                  <a:pt x="358292" y="633901"/>
                </a:lnTo>
                <a:lnTo>
                  <a:pt x="410717" y="625733"/>
                </a:lnTo>
                <a:lnTo>
                  <a:pt x="460004" y="610005"/>
                </a:lnTo>
                <a:lnTo>
                  <a:pt x="505480" y="587395"/>
                </a:lnTo>
                <a:lnTo>
                  <a:pt x="546628" y="558533"/>
                </a:lnTo>
                <a:lnTo>
                  <a:pt x="582442" y="524088"/>
                </a:lnTo>
                <a:lnTo>
                  <a:pt x="612526" y="484702"/>
                </a:lnTo>
                <a:lnTo>
                  <a:pt x="636148" y="441042"/>
                </a:lnTo>
                <a:lnTo>
                  <a:pt x="652546" y="393761"/>
                </a:lnTo>
                <a:lnTo>
                  <a:pt x="661050" y="343494"/>
                </a:lnTo>
                <a:lnTo>
                  <a:pt x="662177" y="317455"/>
                </a:lnTo>
                <a:lnTo>
                  <a:pt x="661050" y="291404"/>
                </a:lnTo>
                <a:lnTo>
                  <a:pt x="652546" y="241160"/>
                </a:lnTo>
                <a:lnTo>
                  <a:pt x="636148" y="193868"/>
                </a:lnTo>
                <a:lnTo>
                  <a:pt x="612526" y="150220"/>
                </a:lnTo>
                <a:lnTo>
                  <a:pt x="582442" y="110858"/>
                </a:lnTo>
                <a:lnTo>
                  <a:pt x="546628" y="76449"/>
                </a:lnTo>
                <a:lnTo>
                  <a:pt x="505480" y="47624"/>
                </a:lnTo>
                <a:lnTo>
                  <a:pt x="460004" y="24883"/>
                </a:lnTo>
                <a:lnTo>
                  <a:pt x="410717" y="9262"/>
                </a:lnTo>
                <a:lnTo>
                  <a:pt x="358292" y="1011"/>
                </a:lnTo>
                <a:lnTo>
                  <a:pt x="331104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78789" y="5484626"/>
            <a:ext cx="662305" cy="635000"/>
          </a:xfrm>
          <a:custGeom>
            <a:avLst/>
            <a:gdLst/>
            <a:ahLst/>
            <a:cxnLst/>
            <a:rect l="l" t="t" r="r" b="b"/>
            <a:pathLst>
              <a:path w="662304" h="635000">
                <a:moveTo>
                  <a:pt x="0" y="317455"/>
                </a:moveTo>
                <a:lnTo>
                  <a:pt x="4328" y="265962"/>
                </a:lnTo>
                <a:lnTo>
                  <a:pt x="16916" y="217099"/>
                </a:lnTo>
                <a:lnTo>
                  <a:pt x="36972" y="171556"/>
                </a:lnTo>
                <a:lnTo>
                  <a:pt x="63886" y="129969"/>
                </a:lnTo>
                <a:lnTo>
                  <a:pt x="96926" y="92963"/>
                </a:lnTo>
                <a:lnTo>
                  <a:pt x="135514" y="61209"/>
                </a:lnTo>
                <a:lnTo>
                  <a:pt x="178948" y="35432"/>
                </a:lnTo>
                <a:lnTo>
                  <a:pt x="226466" y="16120"/>
                </a:lnTo>
                <a:lnTo>
                  <a:pt x="277367" y="4190"/>
                </a:lnTo>
                <a:lnTo>
                  <a:pt x="331104" y="0"/>
                </a:lnTo>
                <a:lnTo>
                  <a:pt x="358292" y="1011"/>
                </a:lnTo>
                <a:lnTo>
                  <a:pt x="410717" y="9262"/>
                </a:lnTo>
                <a:lnTo>
                  <a:pt x="460004" y="24883"/>
                </a:lnTo>
                <a:lnTo>
                  <a:pt x="505480" y="47624"/>
                </a:lnTo>
                <a:lnTo>
                  <a:pt x="546628" y="76449"/>
                </a:lnTo>
                <a:lnTo>
                  <a:pt x="582442" y="110858"/>
                </a:lnTo>
                <a:lnTo>
                  <a:pt x="612526" y="150220"/>
                </a:lnTo>
                <a:lnTo>
                  <a:pt x="636148" y="193868"/>
                </a:lnTo>
                <a:lnTo>
                  <a:pt x="652546" y="241160"/>
                </a:lnTo>
                <a:lnTo>
                  <a:pt x="661050" y="291404"/>
                </a:lnTo>
                <a:lnTo>
                  <a:pt x="662177" y="317455"/>
                </a:lnTo>
                <a:lnTo>
                  <a:pt x="661050" y="343494"/>
                </a:lnTo>
                <a:lnTo>
                  <a:pt x="652546" y="393761"/>
                </a:lnTo>
                <a:lnTo>
                  <a:pt x="636148" y="441042"/>
                </a:lnTo>
                <a:lnTo>
                  <a:pt x="612526" y="484702"/>
                </a:lnTo>
                <a:lnTo>
                  <a:pt x="582442" y="524088"/>
                </a:lnTo>
                <a:lnTo>
                  <a:pt x="546628" y="558533"/>
                </a:lnTo>
                <a:lnTo>
                  <a:pt x="505480" y="587395"/>
                </a:lnTo>
                <a:lnTo>
                  <a:pt x="460004" y="610005"/>
                </a:lnTo>
                <a:lnTo>
                  <a:pt x="410717" y="625733"/>
                </a:lnTo>
                <a:lnTo>
                  <a:pt x="358292" y="633901"/>
                </a:lnTo>
                <a:lnTo>
                  <a:pt x="331104" y="634959"/>
                </a:lnTo>
                <a:lnTo>
                  <a:pt x="303916" y="633901"/>
                </a:lnTo>
                <a:lnTo>
                  <a:pt x="251459" y="625733"/>
                </a:lnTo>
                <a:lnTo>
                  <a:pt x="202204" y="610005"/>
                </a:lnTo>
                <a:lnTo>
                  <a:pt x="156728" y="587395"/>
                </a:lnTo>
                <a:lnTo>
                  <a:pt x="115580" y="558533"/>
                </a:lnTo>
                <a:lnTo>
                  <a:pt x="79644" y="524088"/>
                </a:lnTo>
                <a:lnTo>
                  <a:pt x="49529" y="484702"/>
                </a:lnTo>
                <a:lnTo>
                  <a:pt x="26060" y="441042"/>
                </a:lnTo>
                <a:lnTo>
                  <a:pt x="9662" y="393761"/>
                </a:lnTo>
                <a:lnTo>
                  <a:pt x="1158" y="343494"/>
                </a:lnTo>
                <a:lnTo>
                  <a:pt x="0" y="317455"/>
                </a:lnTo>
                <a:close/>
              </a:path>
            </a:pathLst>
          </a:custGeom>
          <a:ln w="25398">
            <a:solidFill>
              <a:srgbClr val="2D52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430012" y="5728191"/>
            <a:ext cx="16446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602967" y="5421117"/>
            <a:ext cx="662940" cy="635000"/>
          </a:xfrm>
          <a:custGeom>
            <a:avLst/>
            <a:gdLst/>
            <a:ahLst/>
            <a:cxnLst/>
            <a:rect l="l" t="t" r="r" b="b"/>
            <a:pathLst>
              <a:path w="662940" h="635000">
                <a:moveTo>
                  <a:pt x="331104" y="0"/>
                </a:moveTo>
                <a:lnTo>
                  <a:pt x="277367" y="4190"/>
                </a:lnTo>
                <a:lnTo>
                  <a:pt x="226466" y="16133"/>
                </a:lnTo>
                <a:lnTo>
                  <a:pt x="178948" y="35432"/>
                </a:lnTo>
                <a:lnTo>
                  <a:pt x="135635" y="61222"/>
                </a:lnTo>
                <a:lnTo>
                  <a:pt x="97048" y="92963"/>
                </a:lnTo>
                <a:lnTo>
                  <a:pt x="63886" y="129920"/>
                </a:lnTo>
                <a:lnTo>
                  <a:pt x="36972" y="171556"/>
                </a:lnTo>
                <a:lnTo>
                  <a:pt x="16916" y="217109"/>
                </a:lnTo>
                <a:lnTo>
                  <a:pt x="4328" y="265962"/>
                </a:lnTo>
                <a:lnTo>
                  <a:pt x="0" y="317467"/>
                </a:lnTo>
                <a:lnTo>
                  <a:pt x="1158" y="343494"/>
                </a:lnTo>
                <a:lnTo>
                  <a:pt x="9662" y="393765"/>
                </a:lnTo>
                <a:lnTo>
                  <a:pt x="26060" y="441054"/>
                </a:lnTo>
                <a:lnTo>
                  <a:pt x="49682" y="484714"/>
                </a:lnTo>
                <a:lnTo>
                  <a:pt x="79766" y="524076"/>
                </a:lnTo>
                <a:lnTo>
                  <a:pt x="115702" y="558533"/>
                </a:lnTo>
                <a:lnTo>
                  <a:pt x="156728" y="587395"/>
                </a:lnTo>
                <a:lnTo>
                  <a:pt x="202326" y="610005"/>
                </a:lnTo>
                <a:lnTo>
                  <a:pt x="251612" y="625733"/>
                </a:lnTo>
                <a:lnTo>
                  <a:pt x="303916" y="633901"/>
                </a:lnTo>
                <a:lnTo>
                  <a:pt x="331104" y="634947"/>
                </a:lnTo>
                <a:lnTo>
                  <a:pt x="358292" y="633901"/>
                </a:lnTo>
                <a:lnTo>
                  <a:pt x="410717" y="625733"/>
                </a:lnTo>
                <a:lnTo>
                  <a:pt x="460004" y="610005"/>
                </a:lnTo>
                <a:lnTo>
                  <a:pt x="505602" y="587395"/>
                </a:lnTo>
                <a:lnTo>
                  <a:pt x="546628" y="558533"/>
                </a:lnTo>
                <a:lnTo>
                  <a:pt x="582564" y="524076"/>
                </a:lnTo>
                <a:lnTo>
                  <a:pt x="612647" y="484714"/>
                </a:lnTo>
                <a:lnTo>
                  <a:pt x="636269" y="441054"/>
                </a:lnTo>
                <a:lnTo>
                  <a:pt x="652668" y="393765"/>
                </a:lnTo>
                <a:lnTo>
                  <a:pt x="661172" y="343494"/>
                </a:lnTo>
                <a:lnTo>
                  <a:pt x="662330" y="317467"/>
                </a:lnTo>
                <a:lnTo>
                  <a:pt x="661172" y="291428"/>
                </a:lnTo>
                <a:lnTo>
                  <a:pt x="652668" y="241160"/>
                </a:lnTo>
                <a:lnTo>
                  <a:pt x="636269" y="193880"/>
                </a:lnTo>
                <a:lnTo>
                  <a:pt x="612647" y="150245"/>
                </a:lnTo>
                <a:lnTo>
                  <a:pt x="582564" y="110870"/>
                </a:lnTo>
                <a:lnTo>
                  <a:pt x="546628" y="76462"/>
                </a:lnTo>
                <a:lnTo>
                  <a:pt x="505602" y="47506"/>
                </a:lnTo>
                <a:lnTo>
                  <a:pt x="460004" y="24896"/>
                </a:lnTo>
                <a:lnTo>
                  <a:pt x="410717" y="9275"/>
                </a:lnTo>
                <a:lnTo>
                  <a:pt x="358292" y="1024"/>
                </a:lnTo>
                <a:lnTo>
                  <a:pt x="331104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602967" y="5421117"/>
            <a:ext cx="662940" cy="635000"/>
          </a:xfrm>
          <a:custGeom>
            <a:avLst/>
            <a:gdLst/>
            <a:ahLst/>
            <a:cxnLst/>
            <a:rect l="l" t="t" r="r" b="b"/>
            <a:pathLst>
              <a:path w="662940" h="635000">
                <a:moveTo>
                  <a:pt x="0" y="317467"/>
                </a:moveTo>
                <a:lnTo>
                  <a:pt x="4328" y="265962"/>
                </a:lnTo>
                <a:lnTo>
                  <a:pt x="16916" y="217109"/>
                </a:lnTo>
                <a:lnTo>
                  <a:pt x="36972" y="171556"/>
                </a:lnTo>
                <a:lnTo>
                  <a:pt x="63886" y="129920"/>
                </a:lnTo>
                <a:lnTo>
                  <a:pt x="97048" y="92963"/>
                </a:lnTo>
                <a:lnTo>
                  <a:pt x="135635" y="61222"/>
                </a:lnTo>
                <a:lnTo>
                  <a:pt x="178948" y="35432"/>
                </a:lnTo>
                <a:lnTo>
                  <a:pt x="226466" y="16133"/>
                </a:lnTo>
                <a:lnTo>
                  <a:pt x="277367" y="4190"/>
                </a:lnTo>
                <a:lnTo>
                  <a:pt x="331104" y="0"/>
                </a:lnTo>
                <a:lnTo>
                  <a:pt x="358292" y="1024"/>
                </a:lnTo>
                <a:lnTo>
                  <a:pt x="410717" y="9275"/>
                </a:lnTo>
                <a:lnTo>
                  <a:pt x="460004" y="24896"/>
                </a:lnTo>
                <a:lnTo>
                  <a:pt x="505602" y="47506"/>
                </a:lnTo>
                <a:lnTo>
                  <a:pt x="546628" y="76462"/>
                </a:lnTo>
                <a:lnTo>
                  <a:pt x="582564" y="110870"/>
                </a:lnTo>
                <a:lnTo>
                  <a:pt x="612647" y="150245"/>
                </a:lnTo>
                <a:lnTo>
                  <a:pt x="636269" y="193880"/>
                </a:lnTo>
                <a:lnTo>
                  <a:pt x="652668" y="241160"/>
                </a:lnTo>
                <a:lnTo>
                  <a:pt x="661172" y="291428"/>
                </a:lnTo>
                <a:lnTo>
                  <a:pt x="662330" y="317467"/>
                </a:lnTo>
                <a:lnTo>
                  <a:pt x="661172" y="343494"/>
                </a:lnTo>
                <a:lnTo>
                  <a:pt x="652668" y="393765"/>
                </a:lnTo>
                <a:lnTo>
                  <a:pt x="636269" y="441054"/>
                </a:lnTo>
                <a:lnTo>
                  <a:pt x="612647" y="484714"/>
                </a:lnTo>
                <a:lnTo>
                  <a:pt x="582564" y="524076"/>
                </a:lnTo>
                <a:lnTo>
                  <a:pt x="546628" y="558533"/>
                </a:lnTo>
                <a:lnTo>
                  <a:pt x="505602" y="587395"/>
                </a:lnTo>
                <a:lnTo>
                  <a:pt x="460004" y="610005"/>
                </a:lnTo>
                <a:lnTo>
                  <a:pt x="410717" y="625733"/>
                </a:lnTo>
                <a:lnTo>
                  <a:pt x="358292" y="633901"/>
                </a:lnTo>
                <a:lnTo>
                  <a:pt x="331104" y="634947"/>
                </a:lnTo>
                <a:lnTo>
                  <a:pt x="303916" y="633901"/>
                </a:lnTo>
                <a:lnTo>
                  <a:pt x="251612" y="625733"/>
                </a:lnTo>
                <a:lnTo>
                  <a:pt x="202326" y="610005"/>
                </a:lnTo>
                <a:lnTo>
                  <a:pt x="156728" y="587395"/>
                </a:lnTo>
                <a:lnTo>
                  <a:pt x="115702" y="558533"/>
                </a:lnTo>
                <a:lnTo>
                  <a:pt x="79766" y="524076"/>
                </a:lnTo>
                <a:lnTo>
                  <a:pt x="49682" y="484714"/>
                </a:lnTo>
                <a:lnTo>
                  <a:pt x="26060" y="441054"/>
                </a:lnTo>
                <a:lnTo>
                  <a:pt x="9662" y="393765"/>
                </a:lnTo>
                <a:lnTo>
                  <a:pt x="1158" y="343494"/>
                </a:lnTo>
                <a:lnTo>
                  <a:pt x="0" y="317467"/>
                </a:lnTo>
                <a:close/>
              </a:path>
            </a:pathLst>
          </a:custGeom>
          <a:ln w="25398">
            <a:solidFill>
              <a:srgbClr val="2D52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865241" y="5664803"/>
            <a:ext cx="14478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476243" y="5321558"/>
            <a:ext cx="69850" cy="76200"/>
          </a:xfrm>
          <a:custGeom>
            <a:avLst/>
            <a:gdLst/>
            <a:ahLst/>
            <a:cxnLst/>
            <a:rect l="l" t="t" r="r" b="b"/>
            <a:pathLst>
              <a:path w="69850" h="76200">
                <a:moveTo>
                  <a:pt x="33406" y="0"/>
                </a:moveTo>
                <a:lnTo>
                  <a:pt x="0" y="761"/>
                </a:lnTo>
                <a:lnTo>
                  <a:pt x="39745" y="76199"/>
                </a:lnTo>
                <a:lnTo>
                  <a:pt x="69707" y="12822"/>
                </a:lnTo>
                <a:lnTo>
                  <a:pt x="33649" y="12822"/>
                </a:lnTo>
                <a:lnTo>
                  <a:pt x="33406" y="0"/>
                </a:lnTo>
                <a:close/>
              </a:path>
            </a:pathLst>
          </a:custGeom>
          <a:solidFill>
            <a:srgbClr val="3F6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509650" y="5321427"/>
            <a:ext cx="10160" cy="13335"/>
          </a:xfrm>
          <a:custGeom>
            <a:avLst/>
            <a:gdLst/>
            <a:ahLst/>
            <a:cxnLst/>
            <a:rect l="l" t="t" r="r" b="b"/>
            <a:pathLst>
              <a:path w="10159" h="13335">
                <a:moveTo>
                  <a:pt x="0" y="6476"/>
                </a:moveTo>
                <a:lnTo>
                  <a:pt x="9753" y="6476"/>
                </a:lnTo>
              </a:path>
            </a:pathLst>
          </a:custGeom>
          <a:ln w="14223">
            <a:solidFill>
              <a:srgbClr val="3F6C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509893" y="5320665"/>
            <a:ext cx="42545" cy="13970"/>
          </a:xfrm>
          <a:custGeom>
            <a:avLst/>
            <a:gdLst/>
            <a:ahLst/>
            <a:cxnLst/>
            <a:rect l="l" t="t" r="r" b="b"/>
            <a:pathLst>
              <a:path w="42545" h="13970">
                <a:moveTo>
                  <a:pt x="42550" y="0"/>
                </a:moveTo>
                <a:lnTo>
                  <a:pt x="9265" y="761"/>
                </a:lnTo>
                <a:lnTo>
                  <a:pt x="9509" y="13466"/>
                </a:lnTo>
                <a:lnTo>
                  <a:pt x="0" y="13715"/>
                </a:lnTo>
                <a:lnTo>
                  <a:pt x="36057" y="13715"/>
                </a:lnTo>
                <a:lnTo>
                  <a:pt x="42550" y="0"/>
                </a:lnTo>
                <a:close/>
              </a:path>
            </a:pathLst>
          </a:custGeom>
          <a:solidFill>
            <a:srgbClr val="3F6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509253" y="4860548"/>
            <a:ext cx="0" cy="461009"/>
          </a:xfrm>
          <a:custGeom>
            <a:avLst/>
            <a:gdLst/>
            <a:ahLst/>
            <a:cxnLst/>
            <a:rect l="l" t="t" r="r" b="b"/>
            <a:pathLst>
              <a:path h="461010">
                <a:moveTo>
                  <a:pt x="0" y="0"/>
                </a:moveTo>
                <a:lnTo>
                  <a:pt x="0" y="461009"/>
                </a:lnTo>
              </a:path>
            </a:pathLst>
          </a:custGeom>
          <a:ln w="21081">
            <a:solidFill>
              <a:srgbClr val="3F6C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543927" y="5410961"/>
            <a:ext cx="84455" cy="41275"/>
          </a:xfrm>
          <a:custGeom>
            <a:avLst/>
            <a:gdLst/>
            <a:ahLst/>
            <a:cxnLst/>
            <a:rect l="l" t="t" r="r" b="b"/>
            <a:pathLst>
              <a:path w="84454" h="41275">
                <a:moveTo>
                  <a:pt x="19568" y="0"/>
                </a:moveTo>
                <a:lnTo>
                  <a:pt x="0" y="27050"/>
                </a:lnTo>
                <a:lnTo>
                  <a:pt x="84063" y="40898"/>
                </a:lnTo>
                <a:lnTo>
                  <a:pt x="66659" y="7488"/>
                </a:lnTo>
                <a:lnTo>
                  <a:pt x="29839" y="7488"/>
                </a:lnTo>
                <a:lnTo>
                  <a:pt x="19568" y="0"/>
                </a:lnTo>
                <a:close/>
              </a:path>
            </a:pathLst>
          </a:custGeom>
          <a:solidFill>
            <a:srgbClr val="3F6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563496" y="5403341"/>
            <a:ext cx="15875" cy="15240"/>
          </a:xfrm>
          <a:custGeom>
            <a:avLst/>
            <a:gdLst/>
            <a:ahLst/>
            <a:cxnLst/>
            <a:rect l="l" t="t" r="r" b="b"/>
            <a:pathLst>
              <a:path w="15875" h="15239">
                <a:moveTo>
                  <a:pt x="5577" y="0"/>
                </a:moveTo>
                <a:lnTo>
                  <a:pt x="0" y="7619"/>
                </a:lnTo>
                <a:lnTo>
                  <a:pt x="10271" y="15108"/>
                </a:lnTo>
                <a:lnTo>
                  <a:pt x="15849" y="7370"/>
                </a:lnTo>
                <a:lnTo>
                  <a:pt x="5577" y="0"/>
                </a:lnTo>
                <a:close/>
              </a:path>
            </a:pathLst>
          </a:custGeom>
          <a:solidFill>
            <a:srgbClr val="3F6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569074" y="5376291"/>
            <a:ext cx="41910" cy="42545"/>
          </a:xfrm>
          <a:custGeom>
            <a:avLst/>
            <a:gdLst/>
            <a:ahLst/>
            <a:cxnLst/>
            <a:rect l="l" t="t" r="r" b="b"/>
            <a:pathLst>
              <a:path w="41909" h="42545">
                <a:moveTo>
                  <a:pt x="19568" y="0"/>
                </a:moveTo>
                <a:lnTo>
                  <a:pt x="0" y="27050"/>
                </a:lnTo>
                <a:lnTo>
                  <a:pt x="10271" y="34421"/>
                </a:lnTo>
                <a:lnTo>
                  <a:pt x="4693" y="42159"/>
                </a:lnTo>
                <a:lnTo>
                  <a:pt x="41513" y="42159"/>
                </a:lnTo>
                <a:lnTo>
                  <a:pt x="19568" y="0"/>
                </a:lnTo>
                <a:close/>
              </a:path>
            </a:pathLst>
          </a:custGeom>
          <a:solidFill>
            <a:srgbClr val="3F6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740383" y="4807327"/>
            <a:ext cx="829310" cy="603885"/>
          </a:xfrm>
          <a:custGeom>
            <a:avLst/>
            <a:gdLst/>
            <a:ahLst/>
            <a:cxnLst/>
            <a:rect l="l" t="t" r="r" b="b"/>
            <a:pathLst>
              <a:path w="829309" h="603885">
                <a:moveTo>
                  <a:pt x="5608" y="0"/>
                </a:moveTo>
                <a:lnTo>
                  <a:pt x="0" y="7619"/>
                </a:lnTo>
                <a:lnTo>
                  <a:pt x="823112" y="603635"/>
                </a:lnTo>
                <a:lnTo>
                  <a:pt x="828690" y="596015"/>
                </a:lnTo>
                <a:lnTo>
                  <a:pt x="5608" y="0"/>
                </a:lnTo>
                <a:close/>
              </a:path>
            </a:pathLst>
          </a:custGeom>
          <a:solidFill>
            <a:srgbClr val="3F6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049890" y="4621779"/>
            <a:ext cx="76835" cy="76200"/>
          </a:xfrm>
          <a:custGeom>
            <a:avLst/>
            <a:gdLst/>
            <a:ahLst/>
            <a:cxnLst/>
            <a:rect l="l" t="t" r="r" b="b"/>
            <a:pathLst>
              <a:path w="76834" h="76200">
                <a:moveTo>
                  <a:pt x="67330" y="42934"/>
                </a:moveTo>
                <a:lnTo>
                  <a:pt x="121" y="42934"/>
                </a:lnTo>
                <a:lnTo>
                  <a:pt x="0" y="76199"/>
                </a:lnTo>
                <a:lnTo>
                  <a:pt x="67330" y="42934"/>
                </a:lnTo>
                <a:close/>
              </a:path>
              <a:path w="76834" h="76200">
                <a:moveTo>
                  <a:pt x="274" y="0"/>
                </a:moveTo>
                <a:lnTo>
                  <a:pt x="121" y="33409"/>
                </a:lnTo>
                <a:lnTo>
                  <a:pt x="12832" y="33409"/>
                </a:lnTo>
                <a:lnTo>
                  <a:pt x="12832" y="42934"/>
                </a:lnTo>
                <a:lnTo>
                  <a:pt x="67452" y="42934"/>
                </a:lnTo>
                <a:lnTo>
                  <a:pt x="76321" y="38480"/>
                </a:lnTo>
                <a:lnTo>
                  <a:pt x="274" y="0"/>
                </a:lnTo>
                <a:close/>
              </a:path>
            </a:pathLst>
          </a:custGeom>
          <a:solidFill>
            <a:srgbClr val="3F6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056363" y="4657855"/>
            <a:ext cx="1006475" cy="0"/>
          </a:xfrm>
          <a:custGeom>
            <a:avLst/>
            <a:gdLst/>
            <a:ahLst/>
            <a:cxnLst/>
            <a:rect l="l" t="t" r="r" b="b"/>
            <a:pathLst>
              <a:path w="1006475">
                <a:moveTo>
                  <a:pt x="0" y="0"/>
                </a:moveTo>
                <a:lnTo>
                  <a:pt x="1006358" y="0"/>
                </a:lnTo>
              </a:path>
            </a:pathLst>
          </a:custGeom>
          <a:ln w="14985">
            <a:solidFill>
              <a:srgbClr val="3F6C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529967" y="5775259"/>
            <a:ext cx="76200" cy="43815"/>
          </a:xfrm>
          <a:custGeom>
            <a:avLst/>
            <a:gdLst/>
            <a:ahLst/>
            <a:cxnLst/>
            <a:rect l="l" t="t" r="r" b="b"/>
            <a:pathLst>
              <a:path w="76200" h="43814">
                <a:moveTo>
                  <a:pt x="71231" y="0"/>
                </a:moveTo>
                <a:lnTo>
                  <a:pt x="12191" y="0"/>
                </a:lnTo>
                <a:lnTo>
                  <a:pt x="12557" y="9512"/>
                </a:lnTo>
                <a:lnTo>
                  <a:pt x="0" y="10046"/>
                </a:lnTo>
                <a:lnTo>
                  <a:pt x="1371" y="43373"/>
                </a:lnTo>
                <a:lnTo>
                  <a:pt x="75803" y="2069"/>
                </a:lnTo>
                <a:lnTo>
                  <a:pt x="71231" y="0"/>
                </a:lnTo>
                <a:close/>
              </a:path>
            </a:pathLst>
          </a:custGeom>
          <a:solidFill>
            <a:srgbClr val="3F6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839200" y="5775792"/>
            <a:ext cx="690880" cy="39370"/>
          </a:xfrm>
          <a:custGeom>
            <a:avLst/>
            <a:gdLst/>
            <a:ahLst/>
            <a:cxnLst/>
            <a:rect l="l" t="t" r="r" b="b"/>
            <a:pathLst>
              <a:path w="690879" h="39370">
                <a:moveTo>
                  <a:pt x="690250" y="0"/>
                </a:moveTo>
                <a:lnTo>
                  <a:pt x="0" y="29324"/>
                </a:lnTo>
                <a:lnTo>
                  <a:pt x="396" y="38837"/>
                </a:lnTo>
                <a:lnTo>
                  <a:pt x="690768" y="9512"/>
                </a:lnTo>
                <a:lnTo>
                  <a:pt x="690250" y="0"/>
                </a:lnTo>
                <a:close/>
              </a:path>
            </a:pathLst>
          </a:custGeom>
          <a:solidFill>
            <a:srgbClr val="3F6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529450" y="5775259"/>
            <a:ext cx="13335" cy="10160"/>
          </a:xfrm>
          <a:custGeom>
            <a:avLst/>
            <a:gdLst/>
            <a:ahLst/>
            <a:cxnLst/>
            <a:rect l="l" t="t" r="r" b="b"/>
            <a:pathLst>
              <a:path w="13334" h="10160">
                <a:moveTo>
                  <a:pt x="0" y="5023"/>
                </a:moveTo>
                <a:lnTo>
                  <a:pt x="13075" y="5023"/>
                </a:lnTo>
              </a:path>
            </a:pathLst>
          </a:custGeom>
          <a:ln w="11316">
            <a:solidFill>
              <a:srgbClr val="3F6C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528047" y="5742492"/>
            <a:ext cx="73660" cy="33655"/>
          </a:xfrm>
          <a:custGeom>
            <a:avLst/>
            <a:gdLst/>
            <a:ahLst/>
            <a:cxnLst/>
            <a:rect l="l" t="t" r="r" b="b"/>
            <a:pathLst>
              <a:path w="73659" h="33654">
                <a:moveTo>
                  <a:pt x="0" y="0"/>
                </a:moveTo>
                <a:lnTo>
                  <a:pt x="1402" y="33299"/>
                </a:lnTo>
                <a:lnTo>
                  <a:pt x="14112" y="32765"/>
                </a:lnTo>
                <a:lnTo>
                  <a:pt x="73151" y="32765"/>
                </a:lnTo>
                <a:lnTo>
                  <a:pt x="0" y="0"/>
                </a:lnTo>
                <a:close/>
              </a:path>
            </a:pathLst>
          </a:custGeom>
          <a:solidFill>
            <a:srgbClr val="3F6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518032" y="2043533"/>
            <a:ext cx="3881120" cy="729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77950" algn="l"/>
                <a:tab pos="2226945" algn="l"/>
                <a:tab pos="3664585" algn="l"/>
              </a:tabLst>
            </a:pPr>
            <a:r>
              <a:rPr sz="2400" spc="-15" dirty="0">
                <a:latin typeface="Book Antiqua"/>
                <a:cs typeface="Book Antiqua"/>
              </a:rPr>
              <a:t>Sho</a:t>
            </a:r>
            <a:r>
              <a:rPr sz="2400" spc="-20" dirty="0">
                <a:latin typeface="Book Antiqua"/>
                <a:cs typeface="Book Antiqua"/>
              </a:rPr>
              <a:t>r</a:t>
            </a:r>
            <a:r>
              <a:rPr sz="2400" spc="-5" dirty="0">
                <a:latin typeface="Book Antiqua"/>
                <a:cs typeface="Book Antiqua"/>
              </a:rPr>
              <a:t>tes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Book Antiqua"/>
                <a:cs typeface="Book Antiqua"/>
              </a:rPr>
              <a:t>pat</a:t>
            </a:r>
            <a:r>
              <a:rPr sz="2400" dirty="0">
                <a:latin typeface="Book Antiqua"/>
                <a:cs typeface="Book Antiqua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Book Antiqua"/>
                <a:cs typeface="Book Antiqua"/>
              </a:rPr>
              <a:t>b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-5" dirty="0">
                <a:latin typeface="Book Antiqua"/>
                <a:cs typeface="Book Antiqua"/>
              </a:rPr>
              <a:t>twe</a:t>
            </a:r>
            <a:r>
              <a:rPr sz="2400" spc="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Book Antiqua"/>
                <a:cs typeface="Book Antiqua"/>
              </a:rPr>
              <a:t>X</a:t>
            </a:r>
            <a:endParaRPr sz="2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  <a:tabLst>
                <a:tab pos="617220" algn="l"/>
                <a:tab pos="1952625" algn="l"/>
              </a:tabLst>
            </a:pPr>
            <a:r>
              <a:rPr sz="2400" spc="-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Book Antiqua"/>
                <a:cs typeface="Book Antiqua"/>
              </a:rPr>
              <a:t>smaller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Book Antiqua"/>
                <a:cs typeface="Book Antiqua"/>
              </a:rPr>
              <a:t>su</a:t>
            </a:r>
            <a:r>
              <a:rPr sz="2400" spc="-10" dirty="0">
                <a:latin typeface="Book Antiqua"/>
                <a:cs typeface="Book Antiqua"/>
              </a:rPr>
              <a:t>b</a:t>
            </a:r>
            <a:r>
              <a:rPr sz="2400" spc="-5" dirty="0">
                <a:latin typeface="Book Antiqua"/>
                <a:cs typeface="Book Antiqua"/>
              </a:rPr>
              <a:t>pr</a:t>
            </a:r>
            <a:r>
              <a:rPr sz="2400" spc="-10" dirty="0">
                <a:latin typeface="Book Antiqua"/>
                <a:cs typeface="Book Antiqua"/>
              </a:rPr>
              <a:t>ob</a:t>
            </a:r>
            <a:r>
              <a:rPr sz="2400" spc="-5" dirty="0">
                <a:latin typeface="Book Antiqua"/>
                <a:cs typeface="Book Antiqua"/>
              </a:rPr>
              <a:t>l</a:t>
            </a:r>
            <a:r>
              <a:rPr sz="2400" spc="-1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ms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17</a:t>
            </a:fld>
            <a:endParaRPr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87115" y="2043533"/>
            <a:ext cx="1326515" cy="727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65175" algn="l"/>
              </a:tabLst>
            </a:pPr>
            <a:r>
              <a:rPr sz="2400" spc="10" dirty="0">
                <a:latin typeface="Book Antiqua"/>
                <a:cs typeface="Book Antiqua"/>
              </a:rPr>
              <a:t>a</a:t>
            </a:r>
            <a:r>
              <a:rPr sz="2400" spc="-5" dirty="0">
                <a:latin typeface="Book Antiqua"/>
                <a:cs typeface="Book Antiqua"/>
              </a:rPr>
              <a:t>n</a:t>
            </a: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Book Antiqua"/>
                <a:cs typeface="Book Antiqua"/>
              </a:rPr>
              <a:t>Y</a:t>
            </a:r>
            <a:endParaRPr sz="2400">
              <a:latin typeface="Book Antiqua"/>
              <a:cs typeface="Book Antiqua"/>
            </a:endParaRPr>
          </a:p>
          <a:p>
            <a:pPr marL="58419">
              <a:lnSpc>
                <a:spcPct val="100000"/>
              </a:lnSpc>
              <a:spcBef>
                <a:spcPts val="250"/>
              </a:spcBef>
              <a:tabLst>
                <a:tab pos="1031875" algn="l"/>
              </a:tabLst>
            </a:pPr>
            <a:r>
              <a:rPr sz="2400" dirty="0">
                <a:latin typeface="Book Antiqua"/>
                <a:cs typeface="Book Antiqua"/>
              </a:rPr>
              <a:t>such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Book Antiqua"/>
                <a:cs typeface="Book Antiqua"/>
              </a:rPr>
              <a:t>as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59859" y="2042009"/>
            <a:ext cx="4768215" cy="730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22755" algn="l"/>
                <a:tab pos="2218055" algn="l"/>
                <a:tab pos="3498215" algn="l"/>
              </a:tabLst>
            </a:pPr>
            <a:r>
              <a:rPr sz="2400" spc="-15" dirty="0">
                <a:latin typeface="Book Antiqua"/>
                <a:cs typeface="Book Antiqua"/>
              </a:rPr>
              <a:t>c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spc="-10" dirty="0">
                <a:latin typeface="Book Antiqua"/>
                <a:cs typeface="Book Antiqua"/>
              </a:rPr>
              <a:t>m</a:t>
            </a:r>
            <a:r>
              <a:rPr sz="2400" spc="-20" dirty="0">
                <a:latin typeface="Book Antiqua"/>
                <a:cs typeface="Book Antiqua"/>
              </a:rPr>
              <a:t>pose</a:t>
            </a: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Book Antiqua"/>
                <a:cs typeface="Book Antiqua"/>
              </a:rPr>
              <a:t>op</a:t>
            </a:r>
            <a:r>
              <a:rPr sz="2400" spc="-1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imal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5" dirty="0">
                <a:latin typeface="Book Antiqua"/>
                <a:cs typeface="Book Antiqua"/>
              </a:rPr>
              <a:t>sol</a:t>
            </a:r>
            <a:r>
              <a:rPr sz="2400" spc="-10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ti</a:t>
            </a:r>
            <a:r>
              <a:rPr sz="2400" spc="-30" dirty="0">
                <a:latin typeface="Book Antiqua"/>
                <a:cs typeface="Book Antiqua"/>
              </a:rPr>
              <a:t>o</a:t>
            </a:r>
            <a:r>
              <a:rPr sz="2400" spc="-20" dirty="0">
                <a:latin typeface="Book Antiqua"/>
                <a:cs typeface="Book Antiqua"/>
              </a:rPr>
              <a:t>ns</a:t>
            </a:r>
            <a:endParaRPr sz="2400">
              <a:latin typeface="Book Antiqua"/>
              <a:cs typeface="Book Antiqua"/>
            </a:endParaRPr>
          </a:p>
          <a:p>
            <a:pPr marL="287020">
              <a:lnSpc>
                <a:spcPct val="100000"/>
              </a:lnSpc>
              <a:spcBef>
                <a:spcPts val="260"/>
              </a:spcBef>
              <a:tabLst>
                <a:tab pos="1725930" algn="l"/>
                <a:tab pos="2687320" algn="l"/>
                <a:tab pos="4236085" algn="l"/>
              </a:tabLst>
            </a:pP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h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st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Book Antiqua"/>
                <a:cs typeface="Book Antiqua"/>
              </a:rPr>
              <a:t>pat</a:t>
            </a:r>
            <a:r>
              <a:rPr sz="2400" dirty="0">
                <a:latin typeface="Book Antiqua"/>
                <a:cs typeface="Book Antiqua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Book Antiqua"/>
                <a:cs typeface="Book Antiqua"/>
              </a:rPr>
              <a:t>betwe</a:t>
            </a:r>
            <a:r>
              <a:rPr sz="2400" spc="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w</a:t>
            </a:r>
            <a:r>
              <a:rPr sz="2400" dirty="0">
                <a:latin typeface="Book Antiqua"/>
                <a:cs typeface="Book Antiqua"/>
              </a:rPr>
              <a:t>o</a:t>
            </a:r>
            <a:endParaRPr sz="240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6440">
              <a:lnSpc>
                <a:spcPct val="100000"/>
              </a:lnSpc>
            </a:pPr>
            <a:r>
              <a:rPr spc="-60" dirty="0"/>
              <a:t>S</a:t>
            </a:r>
            <a:r>
              <a:rPr spc="-35" dirty="0"/>
              <a:t>t</a:t>
            </a:r>
            <a:r>
              <a:rPr spc="-55" dirty="0"/>
              <a:t>ep</a:t>
            </a:r>
            <a:r>
              <a:rPr spc="-20" dirty="0"/>
              <a:t>s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spc="-25" dirty="0"/>
              <a:t>i</a:t>
            </a:r>
            <a:r>
              <a:rPr dirty="0"/>
              <a:t>n</a:t>
            </a:r>
            <a:r>
              <a:rPr spc="110" dirty="0">
                <a:latin typeface="Times New Roman"/>
                <a:cs typeface="Times New Roman"/>
              </a:rPr>
              <a:t> </a:t>
            </a:r>
            <a:r>
              <a:rPr spc="-65" dirty="0"/>
              <a:t>D</a:t>
            </a:r>
            <a:r>
              <a:rPr spc="-40" dirty="0"/>
              <a:t>y</a:t>
            </a:r>
            <a:r>
              <a:rPr spc="-55" dirty="0"/>
              <a:t>na</a:t>
            </a:r>
            <a:r>
              <a:rPr spc="-70" dirty="0"/>
              <a:t>m</a:t>
            </a:r>
            <a:r>
              <a:rPr spc="-25" dirty="0"/>
              <a:t>i</a:t>
            </a:r>
            <a:r>
              <a:rPr spc="-20" dirty="0"/>
              <a:t>c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60" dirty="0"/>
              <a:t>P</a:t>
            </a:r>
            <a:r>
              <a:rPr spc="-40" dirty="0"/>
              <a:t>r</a:t>
            </a:r>
            <a:r>
              <a:rPr spc="-55" dirty="0"/>
              <a:t>og</a:t>
            </a:r>
            <a:r>
              <a:rPr spc="-40" dirty="0"/>
              <a:t>r</a:t>
            </a:r>
            <a:r>
              <a:rPr spc="-55" dirty="0"/>
              <a:t>a</a:t>
            </a:r>
            <a:r>
              <a:rPr spc="-70" dirty="0"/>
              <a:t>mm</a:t>
            </a:r>
            <a:r>
              <a:rPr spc="-15" dirty="0"/>
              <a:t>i</a:t>
            </a:r>
            <a:r>
              <a:rPr spc="-40" dirty="0"/>
              <a:t>n</a:t>
            </a:r>
            <a:r>
              <a:rPr spc="-25" dirty="0"/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7554" y="1825220"/>
            <a:ext cx="9351645" cy="2251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buFont typeface="Book Antiqua"/>
              <a:buAutoNum type="arabicPeriod"/>
              <a:tabLst>
                <a:tab pos="528320" algn="l"/>
              </a:tabLst>
            </a:pPr>
            <a:r>
              <a:rPr sz="2400" spc="15" dirty="0">
                <a:latin typeface="Book Antiqua"/>
                <a:cs typeface="Book Antiqua"/>
              </a:rPr>
              <a:t>C</a:t>
            </a:r>
            <a:r>
              <a:rPr sz="2400" spc="25" dirty="0">
                <a:latin typeface="Book Antiqua"/>
                <a:cs typeface="Book Antiqua"/>
              </a:rPr>
              <a:t>h</a:t>
            </a:r>
            <a:r>
              <a:rPr sz="2400" spc="30" dirty="0">
                <a:latin typeface="Book Antiqua"/>
                <a:cs typeface="Book Antiqua"/>
              </a:rPr>
              <a:t>ara</a:t>
            </a:r>
            <a:r>
              <a:rPr sz="2400" spc="20" dirty="0">
                <a:latin typeface="Book Antiqua"/>
                <a:cs typeface="Book Antiqua"/>
              </a:rPr>
              <a:t>c</a:t>
            </a:r>
            <a:r>
              <a:rPr sz="2400" spc="45" dirty="0">
                <a:latin typeface="Book Antiqua"/>
                <a:cs typeface="Book Antiqua"/>
              </a:rPr>
              <a:t>t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-100" dirty="0">
                <a:latin typeface="Book Antiqua"/>
                <a:cs typeface="Book Antiqua"/>
              </a:rPr>
              <a:t>ri</a:t>
            </a:r>
            <a:r>
              <a:rPr sz="2400" spc="-160" dirty="0">
                <a:latin typeface="Book Antiqua"/>
                <a:cs typeface="Book Antiqua"/>
              </a:rPr>
              <a:t>z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Book Antiqua"/>
                <a:cs typeface="Book Antiqua"/>
              </a:rPr>
              <a:t>s</a:t>
            </a:r>
            <a:r>
              <a:rPr sz="2400" spc="-40" dirty="0">
                <a:latin typeface="Book Antiqua"/>
                <a:cs typeface="Book Antiqua"/>
              </a:rPr>
              <a:t>tr</a:t>
            </a:r>
            <a:r>
              <a:rPr sz="2400" spc="-60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c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60" dirty="0">
                <a:latin typeface="Book Antiqua"/>
                <a:cs typeface="Book Antiqua"/>
              </a:rPr>
              <a:t>r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spc="-10" dirty="0">
                <a:latin typeface="Book Antiqua"/>
                <a:cs typeface="Book Antiqua"/>
              </a:rPr>
              <a:t>f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Book Antiqua"/>
                <a:cs typeface="Book Antiqua"/>
              </a:rPr>
              <a:t>op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-40" dirty="0">
                <a:latin typeface="Book Antiqua"/>
                <a:cs typeface="Book Antiqua"/>
              </a:rPr>
              <a:t>i</a:t>
            </a:r>
            <a:r>
              <a:rPr sz="2400" spc="-60" dirty="0">
                <a:latin typeface="Book Antiqua"/>
                <a:cs typeface="Book Antiqua"/>
              </a:rPr>
              <a:t>m</a:t>
            </a:r>
            <a:r>
              <a:rPr sz="2400" spc="-4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Book Antiqua"/>
                <a:cs typeface="Book Antiqua"/>
              </a:rPr>
              <a:t>s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spc="10" dirty="0">
                <a:latin typeface="Book Antiqua"/>
                <a:cs typeface="Book Antiqua"/>
              </a:rPr>
              <a:t>l</a:t>
            </a:r>
            <a:r>
              <a:rPr sz="2400" spc="-60" dirty="0">
                <a:latin typeface="Book Antiqua"/>
                <a:cs typeface="Book Antiqua"/>
              </a:rPr>
              <a:t>u</a:t>
            </a:r>
            <a:r>
              <a:rPr sz="2400" spc="-55" dirty="0">
                <a:latin typeface="Book Antiqua"/>
                <a:cs typeface="Book Antiqua"/>
              </a:rPr>
              <a:t>t</a:t>
            </a:r>
            <a:r>
              <a:rPr sz="2400" spc="-5" dirty="0">
                <a:latin typeface="Book Antiqua"/>
                <a:cs typeface="Book Antiqua"/>
              </a:rPr>
              <a:t>ion</a:t>
            </a:r>
            <a:r>
              <a:rPr sz="2400" dirty="0">
                <a:latin typeface="Book Antiqua"/>
                <a:cs typeface="Book Antiqua"/>
              </a:rPr>
              <a:t>.</a:t>
            </a:r>
            <a:endParaRPr sz="2400">
              <a:latin typeface="Book Antiqua"/>
              <a:cs typeface="Book Antiqua"/>
            </a:endParaRPr>
          </a:p>
          <a:p>
            <a:pPr marL="527685" indent="-514984">
              <a:lnSpc>
                <a:spcPct val="100000"/>
              </a:lnSpc>
              <a:spcBef>
                <a:spcPts val="1200"/>
              </a:spcBef>
              <a:buFont typeface="Book Antiqua"/>
              <a:buAutoNum type="arabicPeriod"/>
              <a:tabLst>
                <a:tab pos="528320" algn="l"/>
              </a:tabLst>
            </a:pPr>
            <a:r>
              <a:rPr sz="2400" spc="90" dirty="0">
                <a:latin typeface="Book Antiqua"/>
                <a:cs typeface="Book Antiqua"/>
              </a:rPr>
              <a:t>D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fine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Book Antiqua"/>
                <a:cs typeface="Book Antiqua"/>
              </a:rPr>
              <a:t>va</a:t>
            </a:r>
            <a:r>
              <a:rPr sz="2400" spc="15" dirty="0">
                <a:latin typeface="Book Antiqua"/>
                <a:cs typeface="Book Antiqua"/>
              </a:rPr>
              <a:t>l</a:t>
            </a:r>
            <a:r>
              <a:rPr sz="2400" spc="25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spc="-10" dirty="0">
                <a:latin typeface="Book Antiqua"/>
                <a:cs typeface="Book Antiqua"/>
              </a:rPr>
              <a:t>f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Book Antiqua"/>
                <a:cs typeface="Book Antiqua"/>
              </a:rPr>
              <a:t>op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-40" dirty="0">
                <a:latin typeface="Book Antiqua"/>
                <a:cs typeface="Book Antiqua"/>
              </a:rPr>
              <a:t>i</a:t>
            </a:r>
            <a:r>
              <a:rPr sz="2400" spc="-60" dirty="0">
                <a:latin typeface="Book Antiqua"/>
                <a:cs typeface="Book Antiqua"/>
              </a:rPr>
              <a:t>m</a:t>
            </a:r>
            <a:r>
              <a:rPr sz="2400" spc="-4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1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ti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r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25" dirty="0">
                <a:latin typeface="Book Antiqua"/>
                <a:cs typeface="Book Antiqua"/>
              </a:rPr>
              <a:t>c</a:t>
            </a:r>
            <a:r>
              <a:rPr sz="2400" spc="50" dirty="0">
                <a:latin typeface="Book Antiqua"/>
                <a:cs typeface="Book Antiqua"/>
              </a:rPr>
              <a:t>u</a:t>
            </a:r>
            <a:r>
              <a:rPr sz="2400" spc="-50" dirty="0">
                <a:latin typeface="Book Antiqua"/>
                <a:cs typeface="Book Antiqua"/>
              </a:rPr>
              <a:t>r</a:t>
            </a:r>
            <a:r>
              <a:rPr sz="2400" spc="-65" dirty="0">
                <a:latin typeface="Book Antiqua"/>
                <a:cs typeface="Book Antiqua"/>
              </a:rPr>
              <a:t>s</a:t>
            </a:r>
            <a:r>
              <a:rPr sz="2400" spc="-55" dirty="0">
                <a:latin typeface="Book Antiqua"/>
                <a:cs typeface="Book Antiqua"/>
              </a:rPr>
              <a:t>i</a:t>
            </a:r>
            <a:r>
              <a:rPr sz="2400" spc="-65" dirty="0">
                <a:latin typeface="Book Antiqua"/>
                <a:cs typeface="Book Antiqua"/>
              </a:rPr>
              <a:t>v</a:t>
            </a:r>
            <a:r>
              <a:rPr sz="2400" spc="-50" dirty="0">
                <a:latin typeface="Book Antiqua"/>
                <a:cs typeface="Book Antiqua"/>
              </a:rPr>
              <a:t>e</a:t>
            </a:r>
            <a:r>
              <a:rPr sz="2400" spc="-55" dirty="0">
                <a:latin typeface="Book Antiqua"/>
                <a:cs typeface="Book Antiqua"/>
              </a:rPr>
              <a:t>ly</a:t>
            </a:r>
            <a:r>
              <a:rPr sz="2400" dirty="0">
                <a:latin typeface="Book Antiqua"/>
                <a:cs typeface="Book Antiqua"/>
              </a:rPr>
              <a:t>.</a:t>
            </a:r>
            <a:endParaRPr sz="2400">
              <a:latin typeface="Book Antiqua"/>
              <a:cs typeface="Book Antiqua"/>
            </a:endParaRPr>
          </a:p>
          <a:p>
            <a:pPr marL="527685" indent="-514984">
              <a:lnSpc>
                <a:spcPts val="2875"/>
              </a:lnSpc>
              <a:spcBef>
                <a:spcPts val="1200"/>
              </a:spcBef>
              <a:buFont typeface="Book Antiqua"/>
              <a:buAutoNum type="arabicPeriod"/>
              <a:tabLst>
                <a:tab pos="528320" algn="l"/>
              </a:tabLst>
            </a:pPr>
            <a:r>
              <a:rPr sz="2400" spc="45" dirty="0">
                <a:latin typeface="Book Antiqua"/>
                <a:cs typeface="Book Antiqua"/>
              </a:rPr>
              <a:t>C</a:t>
            </a:r>
            <a:r>
              <a:rPr sz="2400" spc="40" dirty="0">
                <a:latin typeface="Book Antiqua"/>
                <a:cs typeface="Book Antiqua"/>
              </a:rPr>
              <a:t>o</a:t>
            </a:r>
            <a:r>
              <a:rPr sz="2400" spc="45" dirty="0">
                <a:latin typeface="Book Antiqua"/>
                <a:cs typeface="Book Antiqua"/>
              </a:rPr>
              <a:t>m</a:t>
            </a:r>
            <a:r>
              <a:rPr sz="2400" spc="40" dirty="0">
                <a:latin typeface="Book Antiqua"/>
                <a:cs typeface="Book Antiqua"/>
              </a:rPr>
              <a:t>p</a:t>
            </a:r>
            <a:r>
              <a:rPr sz="2400" spc="45" dirty="0">
                <a:latin typeface="Book Antiqua"/>
                <a:cs typeface="Book Antiqua"/>
              </a:rPr>
              <a:t>u</a:t>
            </a:r>
            <a:r>
              <a:rPr sz="2400" spc="6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p</a:t>
            </a:r>
            <a:r>
              <a:rPr sz="2400" spc="5" dirty="0">
                <a:latin typeface="Book Antiqua"/>
                <a:cs typeface="Book Antiqua"/>
              </a:rPr>
              <a:t>ti</a:t>
            </a:r>
            <a:r>
              <a:rPr sz="2400" spc="10" dirty="0">
                <a:latin typeface="Book Antiqua"/>
                <a:cs typeface="Book Antiqua"/>
              </a:rPr>
              <a:t>m</a:t>
            </a:r>
            <a:r>
              <a:rPr sz="2400" spc="5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Book Antiqua"/>
                <a:cs typeface="Book Antiqua"/>
              </a:rPr>
              <a:t>s</a:t>
            </a:r>
            <a:r>
              <a:rPr sz="2400" spc="30" dirty="0">
                <a:latin typeface="Book Antiqua"/>
                <a:cs typeface="Book Antiqua"/>
              </a:rPr>
              <a:t>o</a:t>
            </a:r>
            <a:r>
              <a:rPr sz="2400" spc="5" dirty="0">
                <a:latin typeface="Book Antiqua"/>
                <a:cs typeface="Book Antiqua"/>
              </a:rPr>
              <a:t>l</a:t>
            </a:r>
            <a:r>
              <a:rPr sz="2400" spc="-60" dirty="0">
                <a:latin typeface="Book Antiqua"/>
                <a:cs typeface="Book Antiqua"/>
              </a:rPr>
              <a:t>u</a:t>
            </a:r>
            <a:r>
              <a:rPr sz="2400" spc="-50" dirty="0">
                <a:latin typeface="Book Antiqua"/>
                <a:cs typeface="Book Antiqua"/>
              </a:rPr>
              <a:t>t</a:t>
            </a:r>
            <a:r>
              <a:rPr sz="2400" spc="5" dirty="0">
                <a:latin typeface="Book Antiqua"/>
                <a:cs typeface="Book Antiqua"/>
              </a:rPr>
              <a:t>io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Book Antiqua"/>
                <a:cs typeface="Book Antiqua"/>
              </a:rPr>
              <a:t>va</a:t>
            </a:r>
            <a:r>
              <a:rPr sz="2400" spc="20" dirty="0">
                <a:latin typeface="Book Antiqua"/>
                <a:cs typeface="Book Antiqua"/>
              </a:rPr>
              <a:t>l</a:t>
            </a:r>
            <a:r>
              <a:rPr sz="2400" spc="25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es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e</a:t>
            </a:r>
            <a:r>
              <a:rPr sz="2400" spc="20" dirty="0">
                <a:latin typeface="Book Antiqua"/>
                <a:cs typeface="Book Antiqua"/>
              </a:rPr>
              <a:t>i</a:t>
            </a:r>
            <a:r>
              <a:rPr sz="2400" spc="5" dirty="0">
                <a:latin typeface="Book Antiqua"/>
                <a:cs typeface="Book Antiqua"/>
              </a:rPr>
              <a:t>t</a:t>
            </a:r>
            <a:r>
              <a:rPr sz="2400" spc="35" dirty="0">
                <a:latin typeface="Book Antiqua"/>
                <a:cs typeface="Book Antiqua"/>
              </a:rPr>
              <a:t>h</a:t>
            </a:r>
            <a:r>
              <a:rPr sz="2400" spc="4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Book Antiqua"/>
                <a:cs typeface="Book Antiqua"/>
              </a:rPr>
              <a:t>to</a:t>
            </a:r>
            <a:r>
              <a:rPr sz="2400" spc="90" dirty="0">
                <a:latin typeface="Book Antiqua"/>
                <a:cs typeface="Book Antiqua"/>
              </a:rPr>
              <a:t>p</a:t>
            </a:r>
            <a:r>
              <a:rPr sz="2400" spc="-10" dirty="0">
                <a:latin typeface="Book Antiqua"/>
                <a:cs typeface="Book Antiqua"/>
              </a:rPr>
              <a:t>-</a:t>
            </a:r>
            <a:r>
              <a:rPr sz="2400" spc="-20" dirty="0">
                <a:latin typeface="Book Antiqua"/>
                <a:cs typeface="Book Antiqua"/>
              </a:rPr>
              <a:t>do</a:t>
            </a:r>
            <a:r>
              <a:rPr sz="2400" spc="-40" dirty="0">
                <a:latin typeface="Book Antiqua"/>
                <a:cs typeface="Book Antiqua"/>
              </a:rPr>
              <a:t>w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110" dirty="0">
                <a:latin typeface="Book Antiqua"/>
                <a:cs typeface="Book Antiqua"/>
              </a:rPr>
              <a:t>b</a:t>
            </a:r>
            <a:r>
              <a:rPr sz="2400" spc="105" dirty="0">
                <a:latin typeface="Book Antiqua"/>
                <a:cs typeface="Book Antiqua"/>
              </a:rPr>
              <a:t>o</a:t>
            </a:r>
            <a:r>
              <a:rPr sz="2400" spc="55" dirty="0">
                <a:latin typeface="Book Antiqua"/>
                <a:cs typeface="Book Antiqua"/>
              </a:rPr>
              <a:t>t</a:t>
            </a:r>
            <a:r>
              <a:rPr sz="2400" spc="30" dirty="0">
                <a:latin typeface="Book Antiqua"/>
                <a:cs typeface="Book Antiqua"/>
              </a:rPr>
              <a:t>to</a:t>
            </a:r>
            <a:r>
              <a:rPr sz="2400" spc="60" dirty="0">
                <a:latin typeface="Book Antiqua"/>
                <a:cs typeface="Book Antiqua"/>
              </a:rPr>
              <a:t>m</a:t>
            </a:r>
            <a:r>
              <a:rPr sz="2400" spc="-10" dirty="0">
                <a:latin typeface="Book Antiqua"/>
                <a:cs typeface="Book Antiqua"/>
              </a:rPr>
              <a:t>-up</a:t>
            </a:r>
            <a:endParaRPr sz="2400">
              <a:latin typeface="Book Antiqua"/>
              <a:cs typeface="Book Antiqua"/>
            </a:endParaRPr>
          </a:p>
          <a:p>
            <a:pPr marL="527685">
              <a:lnSpc>
                <a:spcPts val="2875"/>
              </a:lnSpc>
            </a:pPr>
            <a:r>
              <a:rPr sz="2400" spc="55" dirty="0">
                <a:latin typeface="Book Antiqua"/>
                <a:cs typeface="Book Antiqua"/>
              </a:rPr>
              <a:t>appr</a:t>
            </a:r>
            <a:r>
              <a:rPr sz="2400" spc="40" dirty="0">
                <a:latin typeface="Book Antiqua"/>
                <a:cs typeface="Book Antiqua"/>
              </a:rPr>
              <a:t>o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45" dirty="0">
                <a:latin typeface="Book Antiqua"/>
                <a:cs typeface="Book Antiqua"/>
              </a:rPr>
              <a:t>c</a:t>
            </a:r>
            <a:r>
              <a:rPr sz="2400" dirty="0">
                <a:latin typeface="Book Antiqua"/>
                <a:cs typeface="Book Antiqua"/>
              </a:rPr>
              <a:t>h</a:t>
            </a:r>
            <a:endParaRPr sz="2400">
              <a:latin typeface="Book Antiqua"/>
              <a:cs typeface="Book Antiqua"/>
            </a:endParaRPr>
          </a:p>
          <a:p>
            <a:pPr marL="527685" indent="-514984">
              <a:lnSpc>
                <a:spcPct val="100000"/>
              </a:lnSpc>
              <a:spcBef>
                <a:spcPts val="1210"/>
              </a:spcBef>
              <a:buFont typeface="Book Antiqua"/>
              <a:buAutoNum type="arabicPeriod" startAt="4"/>
              <a:tabLst>
                <a:tab pos="528320" algn="l"/>
              </a:tabLst>
            </a:pPr>
            <a:r>
              <a:rPr sz="2400" spc="15" dirty="0">
                <a:latin typeface="Book Antiqua"/>
                <a:cs typeface="Book Antiqua"/>
              </a:rPr>
              <a:t>Co</a:t>
            </a:r>
            <a:r>
              <a:rPr sz="2400" spc="25" dirty="0">
                <a:latin typeface="Book Antiqua"/>
                <a:cs typeface="Book Antiqua"/>
              </a:rPr>
              <a:t>n</a:t>
            </a:r>
            <a:r>
              <a:rPr sz="2400" spc="20" dirty="0">
                <a:latin typeface="Book Antiqua"/>
                <a:cs typeface="Book Antiqua"/>
              </a:rPr>
              <a:t>s</a:t>
            </a:r>
            <a:r>
              <a:rPr sz="2400" spc="4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ru</a:t>
            </a:r>
            <a:r>
              <a:rPr sz="2400" spc="-35" dirty="0">
                <a:latin typeface="Book Antiqua"/>
                <a:cs typeface="Book Antiqua"/>
              </a:rPr>
              <a:t>c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5" dirty="0">
                <a:latin typeface="Book Antiqua"/>
                <a:cs typeface="Book Antiqua"/>
              </a:rPr>
              <a:t>pti</a:t>
            </a:r>
            <a:r>
              <a:rPr sz="2400" spc="-15" dirty="0">
                <a:latin typeface="Book Antiqua"/>
                <a:cs typeface="Book Antiqua"/>
              </a:rPr>
              <a:t>m</a:t>
            </a:r>
            <a:r>
              <a:rPr sz="2400" spc="5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15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ti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spc="-20" dirty="0">
                <a:latin typeface="Book Antiqua"/>
                <a:cs typeface="Book Antiqua"/>
              </a:rPr>
              <a:t>r</a:t>
            </a:r>
            <a:r>
              <a:rPr sz="2400" spc="-30" dirty="0">
                <a:latin typeface="Book Antiqua"/>
                <a:cs typeface="Book Antiqua"/>
              </a:rPr>
              <a:t>o</a:t>
            </a:r>
            <a:r>
              <a:rPr sz="2400" spc="-25" dirty="0">
                <a:latin typeface="Book Antiqua"/>
                <a:cs typeface="Book Antiqua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c</a:t>
            </a:r>
            <a:r>
              <a:rPr sz="2400" spc="40" dirty="0">
                <a:latin typeface="Book Antiqua"/>
                <a:cs typeface="Book Antiqua"/>
              </a:rPr>
              <a:t>o</a:t>
            </a:r>
            <a:r>
              <a:rPr sz="2400" spc="35" dirty="0">
                <a:latin typeface="Book Antiqua"/>
                <a:cs typeface="Book Antiqua"/>
              </a:rPr>
              <a:t>m</a:t>
            </a:r>
            <a:r>
              <a:rPr sz="2400" spc="55" dirty="0">
                <a:latin typeface="Book Antiqua"/>
                <a:cs typeface="Book Antiqua"/>
              </a:rPr>
              <a:t>p</a:t>
            </a:r>
            <a:r>
              <a:rPr sz="2400" spc="60" dirty="0">
                <a:latin typeface="Book Antiqua"/>
                <a:cs typeface="Book Antiqua"/>
              </a:rPr>
              <a:t>u</a:t>
            </a:r>
            <a:r>
              <a:rPr sz="2400" spc="70" dirty="0">
                <a:latin typeface="Book Antiqua"/>
                <a:cs typeface="Book Antiqua"/>
              </a:rPr>
              <a:t>t</a:t>
            </a:r>
            <a:r>
              <a:rPr sz="2400" spc="5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Book Antiqua"/>
                <a:cs typeface="Book Antiqua"/>
              </a:rPr>
              <a:t>va</a:t>
            </a:r>
            <a:r>
              <a:rPr sz="2400" spc="20" dirty="0">
                <a:latin typeface="Book Antiqua"/>
                <a:cs typeface="Book Antiqua"/>
              </a:rPr>
              <a:t>l</a:t>
            </a:r>
            <a:r>
              <a:rPr sz="2400" spc="25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25" dirty="0">
                <a:latin typeface="Book Antiqua"/>
                <a:cs typeface="Book Antiqua"/>
              </a:rPr>
              <a:t>s.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769862" y="6562130"/>
            <a:ext cx="22352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3885" y="374896"/>
            <a:ext cx="6459220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760"/>
              </a:lnSpc>
            </a:pPr>
            <a:r>
              <a:rPr sz="4000" spc="-60" dirty="0">
                <a:latin typeface="Arial"/>
                <a:cs typeface="Arial"/>
              </a:rPr>
              <a:t>D</a:t>
            </a:r>
            <a:r>
              <a:rPr sz="4000" spc="-40" dirty="0">
                <a:latin typeface="Arial"/>
                <a:cs typeface="Arial"/>
              </a:rPr>
              <a:t>y</a:t>
            </a:r>
            <a:r>
              <a:rPr sz="4000" spc="-50" dirty="0">
                <a:latin typeface="Arial"/>
                <a:cs typeface="Arial"/>
              </a:rPr>
              <a:t>na</a:t>
            </a:r>
            <a:r>
              <a:rPr sz="4000" spc="-65" dirty="0">
                <a:latin typeface="Arial"/>
                <a:cs typeface="Arial"/>
              </a:rPr>
              <a:t>m</a:t>
            </a:r>
            <a:r>
              <a:rPr sz="4000" spc="-35" dirty="0">
                <a:latin typeface="Arial"/>
                <a:cs typeface="Arial"/>
              </a:rPr>
              <a:t>i</a:t>
            </a:r>
            <a:r>
              <a:rPr sz="4000" spc="-20" dirty="0">
                <a:latin typeface="Arial"/>
                <a:cs typeface="Arial"/>
              </a:rPr>
              <a:t>c</a:t>
            </a:r>
            <a:r>
              <a:rPr sz="4000" spc="130" dirty="0">
                <a:latin typeface="Times New Roman"/>
                <a:cs typeface="Times New Roman"/>
              </a:rPr>
              <a:t> </a:t>
            </a:r>
            <a:r>
              <a:rPr sz="4000" spc="-45" dirty="0">
                <a:latin typeface="Arial"/>
                <a:cs typeface="Arial"/>
              </a:rPr>
              <a:t>Progra</a:t>
            </a:r>
            <a:r>
              <a:rPr sz="4000" spc="-65" dirty="0">
                <a:latin typeface="Arial"/>
                <a:cs typeface="Arial"/>
              </a:rPr>
              <a:t>m</a:t>
            </a:r>
            <a:r>
              <a:rPr sz="4000" spc="-90" dirty="0">
                <a:latin typeface="Arial"/>
                <a:cs typeface="Arial"/>
              </a:rPr>
              <a:t>m</a:t>
            </a:r>
            <a:r>
              <a:rPr sz="4000" spc="-45" dirty="0">
                <a:latin typeface="Arial"/>
                <a:cs typeface="Arial"/>
              </a:rPr>
              <a:t>in</a:t>
            </a:r>
            <a:r>
              <a:rPr sz="4000" spc="-25" dirty="0">
                <a:latin typeface="Arial"/>
                <a:cs typeface="Arial"/>
              </a:rPr>
              <a:t>g</a:t>
            </a:r>
            <a:r>
              <a:rPr sz="4000" spc="185" dirty="0">
                <a:latin typeface="Times New Roman"/>
                <a:cs typeface="Times New Roman"/>
              </a:rPr>
              <a:t> </a:t>
            </a:r>
            <a:r>
              <a:rPr sz="4000" spc="-35" dirty="0">
                <a:latin typeface="Arial"/>
                <a:cs typeface="Arial"/>
              </a:rPr>
              <a:t>i</a:t>
            </a:r>
            <a:r>
              <a:rPr sz="4000" spc="-25" dirty="0">
                <a:latin typeface="Arial"/>
                <a:cs typeface="Arial"/>
              </a:rPr>
              <a:t>n</a:t>
            </a:r>
            <a:r>
              <a:rPr sz="4000" spc="100" dirty="0">
                <a:latin typeface="Times New Roman"/>
                <a:cs typeface="Times New Roman"/>
              </a:rPr>
              <a:t> </a:t>
            </a:r>
            <a:r>
              <a:rPr sz="4000" spc="-60" dirty="0">
                <a:latin typeface="Arial"/>
                <a:cs typeface="Arial"/>
              </a:rPr>
              <a:t>RL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0447" y="1375303"/>
            <a:ext cx="9390380" cy="2965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Font typeface="Wingdings"/>
              <a:buChar char=""/>
              <a:tabLst>
                <a:tab pos="470534" algn="l"/>
                <a:tab pos="3949700" algn="l"/>
              </a:tabLst>
            </a:pP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spc="-20" dirty="0">
                <a:latin typeface="Book Antiqua"/>
                <a:cs typeface="Book Antiqua"/>
              </a:rPr>
              <a:t>yn</a:t>
            </a:r>
            <a:r>
              <a:rPr sz="2400" spc="-15" dirty="0">
                <a:latin typeface="Book Antiqua"/>
                <a:cs typeface="Book Antiqua"/>
              </a:rPr>
              <a:t>a</a:t>
            </a:r>
            <a:r>
              <a:rPr sz="2400" spc="-10" dirty="0">
                <a:latin typeface="Book Antiqua"/>
                <a:cs typeface="Book Antiqua"/>
              </a:rPr>
              <a:t>m</a:t>
            </a:r>
            <a:r>
              <a:rPr sz="2400" spc="-15" dirty="0">
                <a:latin typeface="Book Antiqua"/>
                <a:cs typeface="Book Antiqua"/>
              </a:rPr>
              <a:t>i</a:t>
            </a:r>
            <a:r>
              <a:rPr sz="2400" dirty="0">
                <a:latin typeface="Book Antiqua"/>
                <a:cs typeface="Book Antiqua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Book Antiqua"/>
                <a:cs typeface="Book Antiqua"/>
              </a:rPr>
              <a:t>p</a:t>
            </a:r>
            <a:r>
              <a:rPr sz="2400" spc="45" dirty="0">
                <a:latin typeface="Book Antiqua"/>
                <a:cs typeface="Book Antiqua"/>
              </a:rPr>
              <a:t>r</a:t>
            </a:r>
            <a:r>
              <a:rPr sz="2400" spc="40" dirty="0">
                <a:latin typeface="Book Antiqua"/>
                <a:cs typeface="Book Antiqua"/>
              </a:rPr>
              <a:t>o</a:t>
            </a:r>
            <a:r>
              <a:rPr sz="2400" spc="50" dirty="0">
                <a:latin typeface="Book Antiqua"/>
                <a:cs typeface="Book Antiqua"/>
              </a:rPr>
              <a:t>g</a:t>
            </a:r>
            <a:r>
              <a:rPr sz="2400" spc="20" dirty="0">
                <a:latin typeface="Book Antiqua"/>
                <a:cs typeface="Book Antiqua"/>
              </a:rPr>
              <a:t>r</a:t>
            </a:r>
            <a:r>
              <a:rPr sz="2400" spc="10" dirty="0">
                <a:latin typeface="Book Antiqua"/>
                <a:cs typeface="Book Antiqua"/>
              </a:rPr>
              <a:t>a</a:t>
            </a:r>
            <a:r>
              <a:rPr sz="2400" spc="15" dirty="0">
                <a:latin typeface="Book Antiqua"/>
                <a:cs typeface="Book Antiqua"/>
              </a:rPr>
              <a:t>m</a:t>
            </a:r>
            <a:r>
              <a:rPr sz="2400" spc="25" dirty="0">
                <a:latin typeface="Book Antiqua"/>
                <a:cs typeface="Book Antiqua"/>
              </a:rPr>
              <a:t>m</a:t>
            </a:r>
            <a:r>
              <a:rPr sz="2400" spc="15" dirty="0">
                <a:latin typeface="Book Antiqua"/>
                <a:cs typeface="Book Antiqua"/>
              </a:rPr>
              <a:t>i</a:t>
            </a:r>
            <a:r>
              <a:rPr sz="2400" spc="10" dirty="0">
                <a:latin typeface="Book Antiqua"/>
                <a:cs typeface="Book Antiqua"/>
              </a:rPr>
              <a:t>n</a:t>
            </a:r>
            <a:r>
              <a:rPr sz="2400" spc="25" dirty="0">
                <a:latin typeface="Book Antiqua"/>
                <a:cs typeface="Book Antiqua"/>
              </a:rPr>
              <a:t>g</a:t>
            </a:r>
            <a:r>
              <a:rPr sz="2400" dirty="0">
                <a:latin typeface="Book Antiqua"/>
                <a:cs typeface="Book Antiqua"/>
              </a:rPr>
              <a:t>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70" dirty="0">
                <a:latin typeface="Book Antiqua"/>
                <a:cs typeface="Book Antiqua"/>
              </a:rPr>
              <a:t>c</a:t>
            </a:r>
            <a:r>
              <a:rPr sz="2400" spc="65" dirty="0">
                <a:latin typeface="Book Antiqua"/>
                <a:cs typeface="Book Antiqua"/>
              </a:rPr>
              <a:t>o</a:t>
            </a:r>
            <a:r>
              <a:rPr sz="2400" spc="70" dirty="0">
                <a:latin typeface="Book Antiqua"/>
                <a:cs typeface="Book Antiqua"/>
              </a:rPr>
              <a:t>mb</a:t>
            </a:r>
            <a:r>
              <a:rPr sz="2400" spc="65" dirty="0">
                <a:latin typeface="Book Antiqua"/>
                <a:cs typeface="Book Antiqua"/>
              </a:rPr>
              <a:t>i</a:t>
            </a:r>
            <a:r>
              <a:rPr sz="2400" spc="6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Book Antiqua"/>
                <a:cs typeface="Book Antiqua"/>
              </a:rPr>
              <a:t>s</a:t>
            </a:r>
            <a:r>
              <a:rPr sz="2400" spc="5" dirty="0">
                <a:latin typeface="Book Antiqua"/>
                <a:cs typeface="Book Antiqua"/>
              </a:rPr>
              <a:t>o</a:t>
            </a:r>
            <a:r>
              <a:rPr sz="2400" spc="1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tio</a:t>
            </a:r>
            <a:r>
              <a:rPr sz="2400" spc="-1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Book Antiqua"/>
                <a:cs typeface="Book Antiqua"/>
              </a:rPr>
              <a:t>sub-</a:t>
            </a:r>
            <a:r>
              <a:rPr sz="2400" spc="50" dirty="0">
                <a:latin typeface="Book Antiqua"/>
                <a:cs typeface="Book Antiqua"/>
              </a:rPr>
              <a:t>p</a:t>
            </a:r>
            <a:r>
              <a:rPr sz="2400" spc="55" dirty="0">
                <a:latin typeface="Book Antiqua"/>
                <a:cs typeface="Book Antiqua"/>
              </a:rPr>
              <a:t>r</a:t>
            </a:r>
            <a:r>
              <a:rPr sz="2400" spc="50" dirty="0">
                <a:latin typeface="Book Antiqua"/>
                <a:cs typeface="Book Antiqua"/>
              </a:rPr>
              <a:t>o</a:t>
            </a:r>
            <a:r>
              <a:rPr sz="2400" spc="60" dirty="0">
                <a:latin typeface="Book Antiqua"/>
                <a:cs typeface="Book Antiqua"/>
              </a:rPr>
              <a:t>b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15" dirty="0">
                <a:latin typeface="Book Antiqua"/>
                <a:cs typeface="Book Antiqua"/>
              </a:rPr>
              <a:t>ms</a:t>
            </a:r>
            <a:endParaRPr sz="2400" dirty="0">
              <a:latin typeface="Book Antiqua"/>
              <a:cs typeface="Book Antiqua"/>
            </a:endParaRPr>
          </a:p>
          <a:p>
            <a:pPr marL="927100" lvl="1" indent="-457200">
              <a:spcBef>
                <a:spcPts val="1200"/>
              </a:spcBef>
              <a:buFont typeface="Wingdings"/>
              <a:buChar char=""/>
              <a:tabLst>
                <a:tab pos="470534" algn="l"/>
              </a:tabLst>
            </a:pPr>
            <a:r>
              <a:rPr sz="2400" spc="-5" dirty="0">
                <a:latin typeface="Book Antiqua"/>
                <a:cs typeface="Book Antiqua"/>
              </a:rPr>
              <a:t>Op</a:t>
            </a:r>
            <a:r>
              <a:rPr sz="2400" spc="-1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imal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0" dirty="0">
                <a:latin typeface="Book Antiqua"/>
                <a:cs typeface="Book Antiqua"/>
              </a:rPr>
              <a:t>s</a:t>
            </a:r>
            <a:r>
              <a:rPr sz="2400" spc="25" dirty="0">
                <a:latin typeface="Book Antiqua"/>
                <a:cs typeface="Book Antiqua"/>
              </a:rPr>
              <a:t>ub</a:t>
            </a:r>
            <a:r>
              <a:rPr sz="2400" spc="0" dirty="0">
                <a:latin typeface="Book Antiqua"/>
                <a:cs typeface="Book Antiqua"/>
              </a:rPr>
              <a:t>s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ru</a:t>
            </a:r>
            <a:r>
              <a:rPr sz="2400" spc="-10" dirty="0">
                <a:latin typeface="Book Antiqua"/>
                <a:cs typeface="Book Antiqua"/>
              </a:rPr>
              <a:t>c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spc="10" dirty="0">
                <a:latin typeface="Book Antiqua"/>
                <a:cs typeface="Book Antiqua"/>
              </a:rPr>
              <a:t>u</a:t>
            </a:r>
            <a:r>
              <a:rPr sz="2400" spc="5" dirty="0">
                <a:latin typeface="Book Antiqua"/>
                <a:cs typeface="Book Antiqua"/>
              </a:rPr>
              <a:t>r</a:t>
            </a:r>
            <a:r>
              <a:rPr sz="2400" dirty="0">
                <a:latin typeface="Book Antiqua"/>
                <a:cs typeface="Book Antiqua"/>
              </a:rPr>
              <a:t>e</a:t>
            </a:r>
            <a:endParaRPr lang="en-IN" sz="2400" dirty="0">
              <a:latin typeface="Book Antiqua"/>
              <a:cs typeface="Book Antiqua"/>
            </a:endParaRPr>
          </a:p>
          <a:p>
            <a:pPr marL="927100" lvl="1" indent="-457200">
              <a:spcBef>
                <a:spcPts val="1200"/>
              </a:spcBef>
              <a:buFont typeface="Wingdings"/>
              <a:buChar char=""/>
              <a:tabLst>
                <a:tab pos="470534" algn="l"/>
              </a:tabLst>
            </a:pPr>
            <a:r>
              <a:rPr lang="en-IN" sz="2400" spc="-5" dirty="0">
                <a:latin typeface="Book Antiqua"/>
                <a:cs typeface="Book Antiqua"/>
              </a:rPr>
              <a:t>Over</a:t>
            </a:r>
            <a:r>
              <a:rPr lang="en-IN" sz="2400" spc="-15" dirty="0">
                <a:latin typeface="Book Antiqua"/>
                <a:cs typeface="Book Antiqua"/>
              </a:rPr>
              <a:t>l</a:t>
            </a:r>
            <a:r>
              <a:rPr lang="en-IN" sz="2400" spc="30" dirty="0">
                <a:latin typeface="Book Antiqua"/>
                <a:cs typeface="Book Antiqua"/>
              </a:rPr>
              <a:t>appi</a:t>
            </a:r>
            <a:r>
              <a:rPr lang="en-IN" sz="2400" spc="40" dirty="0">
                <a:latin typeface="Book Antiqua"/>
                <a:cs typeface="Book Antiqua"/>
              </a:rPr>
              <a:t>n</a:t>
            </a:r>
            <a:r>
              <a:rPr lang="en-IN" sz="2400" dirty="0">
                <a:latin typeface="Book Antiqua"/>
                <a:cs typeface="Book Antiqua"/>
              </a:rPr>
              <a:t>g</a:t>
            </a:r>
            <a:r>
              <a:rPr lang="en-IN" sz="2400" spc="65" dirty="0">
                <a:latin typeface="Times New Roman"/>
                <a:cs typeface="Times New Roman"/>
              </a:rPr>
              <a:t> </a:t>
            </a:r>
            <a:r>
              <a:rPr lang="en-IN" sz="2400" spc="45" dirty="0">
                <a:latin typeface="Book Antiqua"/>
                <a:cs typeface="Book Antiqua"/>
              </a:rPr>
              <a:t>su</a:t>
            </a:r>
            <a:r>
              <a:rPr lang="en-IN" sz="2400" spc="60" dirty="0">
                <a:latin typeface="Book Antiqua"/>
                <a:cs typeface="Book Antiqua"/>
              </a:rPr>
              <a:t>b</a:t>
            </a:r>
            <a:r>
              <a:rPr lang="en-IN" sz="2400" spc="-35" dirty="0">
                <a:latin typeface="Book Antiqua"/>
                <a:cs typeface="Book Antiqua"/>
              </a:rPr>
              <a:t>-</a:t>
            </a:r>
            <a:r>
              <a:rPr lang="en-IN" sz="2400" spc="75" dirty="0">
                <a:latin typeface="Book Antiqua"/>
                <a:cs typeface="Book Antiqua"/>
              </a:rPr>
              <a:t>p</a:t>
            </a:r>
            <a:r>
              <a:rPr lang="en-IN" sz="2400" spc="80" dirty="0">
                <a:latin typeface="Book Antiqua"/>
                <a:cs typeface="Book Antiqua"/>
              </a:rPr>
              <a:t>r</a:t>
            </a:r>
            <a:r>
              <a:rPr lang="en-IN" sz="2400" spc="70" dirty="0">
                <a:latin typeface="Book Antiqua"/>
                <a:cs typeface="Book Antiqua"/>
              </a:rPr>
              <a:t>o</a:t>
            </a:r>
            <a:r>
              <a:rPr lang="en-IN" sz="2400" spc="75" dirty="0">
                <a:latin typeface="Book Antiqua"/>
                <a:cs typeface="Book Antiqua"/>
              </a:rPr>
              <a:t>b</a:t>
            </a:r>
            <a:r>
              <a:rPr lang="en-IN" sz="2400" spc="45" dirty="0">
                <a:latin typeface="Book Antiqua"/>
                <a:cs typeface="Book Antiqua"/>
              </a:rPr>
              <a:t>l</a:t>
            </a:r>
            <a:r>
              <a:rPr lang="en-IN" sz="2400" spc="60" dirty="0">
                <a:latin typeface="Book Antiqua"/>
                <a:cs typeface="Book Antiqua"/>
              </a:rPr>
              <a:t>e</a:t>
            </a:r>
            <a:r>
              <a:rPr lang="en-IN" sz="2400" spc="-5" dirty="0">
                <a:latin typeface="Book Antiqua"/>
                <a:cs typeface="Book Antiqua"/>
              </a:rPr>
              <a:t>ms</a:t>
            </a:r>
            <a:endParaRPr lang="en-IN" sz="24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endParaRPr sz="2400" dirty="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endParaRPr sz="2400" dirty="0">
              <a:latin typeface="Wingdings"/>
              <a:cs typeface="Wingdings"/>
            </a:endParaRPr>
          </a:p>
          <a:p>
            <a:pPr marL="12700">
              <a:lnSpc>
                <a:spcPts val="2855"/>
              </a:lnSpc>
              <a:spcBef>
                <a:spcPts val="1200"/>
              </a:spcBef>
            </a:pPr>
            <a:endParaRPr sz="2400" dirty="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7712" y="2412595"/>
            <a:ext cx="87884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z="2400" spc="-5" dirty="0">
                <a:latin typeface="Book Antiqua"/>
                <a:cs typeface="Book Antiqua"/>
              </a:rPr>
              <a:t>	</a:t>
            </a:r>
            <a:endParaRPr sz="2400" dirty="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19</a:t>
            </a:fld>
            <a:endParaRPr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C36CE-2334-F08B-70E9-FF513418B874}"/>
              </a:ext>
            </a:extLst>
          </p:cNvPr>
          <p:cNvSpPr txBox="1"/>
          <p:nvPr/>
        </p:nvSpPr>
        <p:spPr>
          <a:xfrm>
            <a:off x="1699140" y="4134958"/>
            <a:ext cx="930859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lang="en-US" sz="2400" spc="35" dirty="0">
                <a:latin typeface="Book Antiqua"/>
                <a:cs typeface="Book Antiqua"/>
              </a:rPr>
              <a:t>G</a:t>
            </a:r>
            <a:r>
              <a:rPr lang="en-US" sz="2400" spc="25" dirty="0">
                <a:latin typeface="Book Antiqua"/>
                <a:cs typeface="Book Antiqua"/>
              </a:rPr>
              <a:t>o</a:t>
            </a:r>
            <a:r>
              <a:rPr lang="en-US" sz="2400" spc="30" dirty="0">
                <a:latin typeface="Book Antiqua"/>
                <a:cs typeface="Book Antiqua"/>
              </a:rPr>
              <a:t>a</a:t>
            </a:r>
            <a:r>
              <a:rPr lang="en-US" sz="2400" dirty="0">
                <a:latin typeface="Book Antiqua"/>
                <a:cs typeface="Book Antiqua"/>
              </a:rPr>
              <a:t>l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spc="30" dirty="0">
                <a:latin typeface="Book Antiqua"/>
                <a:cs typeface="Book Antiqua"/>
              </a:rPr>
              <a:t>o</a:t>
            </a:r>
            <a:r>
              <a:rPr lang="en-US" sz="2400" dirty="0">
                <a:latin typeface="Book Antiqua"/>
                <a:cs typeface="Book Antiqua"/>
              </a:rPr>
              <a:t>f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215" dirty="0">
                <a:latin typeface="Book Antiqua"/>
                <a:cs typeface="Book Antiqua"/>
              </a:rPr>
              <a:t>R</a:t>
            </a:r>
            <a:r>
              <a:rPr lang="en-US" sz="2400" dirty="0">
                <a:latin typeface="Book Antiqua"/>
                <a:cs typeface="Book Antiqua"/>
              </a:rPr>
              <a:t>L</a:t>
            </a:r>
            <a:r>
              <a:rPr lang="en-US" sz="2400" spc="-229" dirty="0">
                <a:latin typeface="Times New Roman"/>
                <a:cs typeface="Times New Roman"/>
              </a:rPr>
              <a:t> </a:t>
            </a:r>
            <a:r>
              <a:rPr lang="en-US" sz="2400" spc="-40" dirty="0">
                <a:latin typeface="Book Antiqua"/>
                <a:cs typeface="Book Antiqua"/>
              </a:rPr>
              <a:t>i</a:t>
            </a:r>
            <a:r>
              <a:rPr lang="en-US" sz="2400" dirty="0">
                <a:latin typeface="Book Antiqua"/>
                <a:cs typeface="Book Antiqua"/>
              </a:rPr>
              <a:t>s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30" dirty="0">
                <a:latin typeface="Book Antiqua"/>
                <a:cs typeface="Book Antiqua"/>
              </a:rPr>
              <a:t>t</a:t>
            </a:r>
            <a:r>
              <a:rPr lang="en-US" sz="2400" dirty="0">
                <a:latin typeface="Book Antiqua"/>
                <a:cs typeface="Book Antiqua"/>
              </a:rPr>
              <a:t>o</a:t>
            </a:r>
            <a:r>
              <a:rPr lang="en-US" sz="2400" spc="100" dirty="0">
                <a:latin typeface="Times New Roman"/>
                <a:cs typeface="Times New Roman"/>
              </a:rPr>
              <a:t> </a:t>
            </a:r>
            <a:r>
              <a:rPr lang="en-US" sz="2400" spc="-35" dirty="0">
                <a:latin typeface="Book Antiqua"/>
                <a:cs typeface="Book Antiqua"/>
              </a:rPr>
              <a:t>f</a:t>
            </a:r>
            <a:r>
              <a:rPr lang="en-US" sz="2400" spc="-40" dirty="0">
                <a:latin typeface="Book Antiqua"/>
                <a:cs typeface="Book Antiqua"/>
              </a:rPr>
              <a:t>i</a:t>
            </a:r>
            <a:r>
              <a:rPr lang="en-US" sz="2400" spc="-45" dirty="0">
                <a:latin typeface="Book Antiqua"/>
                <a:cs typeface="Book Antiqua"/>
              </a:rPr>
              <a:t>n</a:t>
            </a:r>
            <a:r>
              <a:rPr lang="en-US" sz="2400" dirty="0">
                <a:latin typeface="Book Antiqua"/>
                <a:cs typeface="Book Antiqua"/>
              </a:rPr>
              <a:t>d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Book Antiqua"/>
                <a:cs typeface="Book Antiqua"/>
              </a:rPr>
              <a:t>a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30" dirty="0">
                <a:latin typeface="Book Antiqua"/>
                <a:cs typeface="Book Antiqua"/>
              </a:rPr>
              <a:t>pol</a:t>
            </a:r>
            <a:r>
              <a:rPr lang="en-US" sz="2400" spc="35" dirty="0">
                <a:latin typeface="Book Antiqua"/>
                <a:cs typeface="Book Antiqua"/>
              </a:rPr>
              <a:t>i</a:t>
            </a:r>
            <a:r>
              <a:rPr lang="en-US" sz="2400" spc="25" dirty="0">
                <a:latin typeface="Book Antiqua"/>
                <a:cs typeface="Book Antiqua"/>
              </a:rPr>
              <a:t>c</a:t>
            </a:r>
            <a:r>
              <a:rPr lang="en-US" sz="2400" dirty="0">
                <a:latin typeface="Book Antiqua"/>
                <a:cs typeface="Book Antiqua"/>
              </a:rPr>
              <a:t>y</a:t>
            </a:r>
            <a:r>
              <a:rPr lang="en-US" sz="2400" spc="-2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Book Antiqua"/>
                <a:cs typeface="Book Antiqua"/>
              </a:rPr>
              <a:t>t</a:t>
            </a:r>
            <a:r>
              <a:rPr lang="en-US" sz="2400" spc="-10" dirty="0">
                <a:latin typeface="Book Antiqua"/>
                <a:cs typeface="Book Antiqua"/>
              </a:rPr>
              <a:t>h</a:t>
            </a:r>
            <a:r>
              <a:rPr lang="en-US" sz="2400" dirty="0">
                <a:latin typeface="Book Antiqua"/>
                <a:cs typeface="Book Antiqua"/>
              </a:rPr>
              <a:t>at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Book Antiqua"/>
                <a:cs typeface="Book Antiqua"/>
              </a:rPr>
              <a:t>m</a:t>
            </a:r>
            <a:r>
              <a:rPr lang="en-US" sz="2400" spc="-5" dirty="0">
                <a:latin typeface="Book Antiqua"/>
                <a:cs typeface="Book Antiqua"/>
              </a:rPr>
              <a:t>ax</a:t>
            </a:r>
            <a:r>
              <a:rPr lang="en-US" sz="2400" spc="-30" dirty="0">
                <a:latin typeface="Book Antiqua"/>
                <a:cs typeface="Book Antiqua"/>
              </a:rPr>
              <a:t>i</a:t>
            </a:r>
            <a:r>
              <a:rPr lang="en-US" sz="2400" spc="-25" dirty="0">
                <a:latin typeface="Book Antiqua"/>
                <a:cs typeface="Book Antiqua"/>
              </a:rPr>
              <a:t>m</a:t>
            </a:r>
            <a:r>
              <a:rPr lang="en-US" sz="2400" spc="-30" dirty="0">
                <a:latin typeface="Book Antiqua"/>
                <a:cs typeface="Book Antiqua"/>
              </a:rPr>
              <a:t>i</a:t>
            </a:r>
            <a:r>
              <a:rPr lang="en-US" sz="2400" spc="-25" dirty="0">
                <a:latin typeface="Book Antiqua"/>
                <a:cs typeface="Book Antiqua"/>
              </a:rPr>
              <a:t>z</a:t>
            </a:r>
            <a:r>
              <a:rPr lang="en-US" sz="2400" dirty="0">
                <a:latin typeface="Book Antiqua"/>
                <a:cs typeface="Book Antiqua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50" dirty="0">
                <a:latin typeface="Book Antiqua"/>
                <a:cs typeface="Book Antiqua"/>
              </a:rPr>
              <a:t>th</a:t>
            </a:r>
            <a:r>
              <a:rPr lang="en-US" sz="2400" dirty="0">
                <a:latin typeface="Book Antiqua"/>
                <a:cs typeface="Book Antiqua"/>
              </a:rPr>
              <a:t>e</a:t>
            </a:r>
            <a:r>
              <a:rPr lang="en-US" sz="2400" spc="100" dirty="0">
                <a:latin typeface="Times New Roman"/>
                <a:cs typeface="Times New Roman"/>
              </a:rPr>
              <a:t> </a:t>
            </a:r>
            <a:r>
              <a:rPr lang="en-US" sz="2400" spc="105" dirty="0">
                <a:latin typeface="Book Antiqua"/>
                <a:cs typeface="Book Antiqua"/>
              </a:rPr>
              <a:t>e</a:t>
            </a:r>
            <a:r>
              <a:rPr lang="en-US" sz="2400" spc="100" dirty="0">
                <a:latin typeface="Book Antiqua"/>
                <a:cs typeface="Book Antiqua"/>
              </a:rPr>
              <a:t>x</a:t>
            </a:r>
            <a:r>
              <a:rPr lang="en-US" sz="2400" spc="110" dirty="0">
                <a:latin typeface="Book Antiqua"/>
                <a:cs typeface="Book Antiqua"/>
              </a:rPr>
              <a:t>p</a:t>
            </a:r>
            <a:r>
              <a:rPr lang="en-US" sz="2400" spc="95" dirty="0">
                <a:latin typeface="Book Antiqua"/>
                <a:cs typeface="Book Antiqua"/>
              </a:rPr>
              <a:t>ec</a:t>
            </a:r>
            <a:r>
              <a:rPr lang="en-US" sz="2400" spc="90" dirty="0">
                <a:latin typeface="Book Antiqua"/>
                <a:cs typeface="Book Antiqua"/>
              </a:rPr>
              <a:t>t</a:t>
            </a:r>
            <a:r>
              <a:rPr lang="en-US" sz="2400" spc="105" dirty="0">
                <a:latin typeface="Book Antiqua"/>
                <a:cs typeface="Book Antiqua"/>
              </a:rPr>
              <a:t>e</a:t>
            </a:r>
            <a:r>
              <a:rPr lang="en-US" sz="2400" dirty="0">
                <a:latin typeface="Book Antiqua"/>
                <a:cs typeface="Book Antiqua"/>
              </a:rPr>
              <a:t>d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Book Antiqua"/>
                <a:cs typeface="Book Antiqua"/>
              </a:rPr>
              <a:t>re</a:t>
            </a:r>
            <a:r>
              <a:rPr lang="en-US" sz="2400" spc="-50" dirty="0">
                <a:latin typeface="Book Antiqua"/>
                <a:cs typeface="Book Antiqua"/>
              </a:rPr>
              <a:t>w</a:t>
            </a:r>
            <a:r>
              <a:rPr lang="en-US" sz="2400" spc="-5" dirty="0">
                <a:latin typeface="Book Antiqua"/>
                <a:cs typeface="Book Antiqua"/>
              </a:rPr>
              <a:t>ard</a:t>
            </a:r>
            <a:endParaRPr lang="en-US" sz="24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lang="en-US" sz="2400" spc="-90" dirty="0">
                <a:latin typeface="Book Antiqua"/>
                <a:cs typeface="Book Antiqua"/>
              </a:rPr>
              <a:t>M</a:t>
            </a:r>
            <a:r>
              <a:rPr lang="en-US" sz="2400" spc="-60" dirty="0">
                <a:latin typeface="Book Antiqua"/>
                <a:cs typeface="Book Antiqua"/>
              </a:rPr>
              <a:t>ar</a:t>
            </a:r>
            <a:r>
              <a:rPr lang="en-US" sz="2400" spc="-65" dirty="0">
                <a:latin typeface="Book Antiqua"/>
                <a:cs typeface="Book Antiqua"/>
              </a:rPr>
              <a:t>k</a:t>
            </a:r>
            <a:r>
              <a:rPr lang="en-US" sz="2400" spc="-80" dirty="0">
                <a:latin typeface="Book Antiqua"/>
                <a:cs typeface="Book Antiqua"/>
              </a:rPr>
              <a:t>o</a:t>
            </a:r>
            <a:r>
              <a:rPr lang="en-US" sz="2400" spc="-15" dirty="0">
                <a:latin typeface="Book Antiqua"/>
                <a:cs typeface="Book Antiqua"/>
              </a:rPr>
              <a:t>v</a:t>
            </a:r>
            <a:r>
              <a:rPr lang="en-US" sz="2400" spc="-60" dirty="0">
                <a:latin typeface="Times New Roman"/>
                <a:cs typeface="Times New Roman"/>
              </a:rPr>
              <a:t> </a:t>
            </a:r>
            <a:r>
              <a:rPr lang="en-US" sz="2400" spc="90" dirty="0">
                <a:latin typeface="Book Antiqua"/>
                <a:cs typeface="Book Antiqua"/>
              </a:rPr>
              <a:t>D</a:t>
            </a:r>
            <a:r>
              <a:rPr lang="en-US" sz="2400" spc="60" dirty="0">
                <a:latin typeface="Book Antiqua"/>
                <a:cs typeface="Book Antiqua"/>
              </a:rPr>
              <a:t>e</a:t>
            </a:r>
            <a:r>
              <a:rPr lang="en-US" sz="2400" spc="0" dirty="0">
                <a:latin typeface="Book Antiqua"/>
                <a:cs typeface="Book Antiqua"/>
              </a:rPr>
              <a:t>c</a:t>
            </a:r>
            <a:r>
              <a:rPr lang="en-US" sz="2400" spc="15" dirty="0">
                <a:latin typeface="Book Antiqua"/>
                <a:cs typeface="Book Antiqua"/>
              </a:rPr>
              <a:t>i</a:t>
            </a:r>
            <a:r>
              <a:rPr lang="en-US" sz="2400" spc="0" dirty="0">
                <a:latin typeface="Book Antiqua"/>
                <a:cs typeface="Book Antiqua"/>
              </a:rPr>
              <a:t>s</a:t>
            </a:r>
            <a:r>
              <a:rPr lang="en-US" sz="2400" spc="15" dirty="0">
                <a:latin typeface="Book Antiqua"/>
                <a:cs typeface="Book Antiqua"/>
              </a:rPr>
              <a:t>i</a:t>
            </a:r>
            <a:r>
              <a:rPr lang="en-US" sz="2400" dirty="0">
                <a:latin typeface="Book Antiqua"/>
                <a:cs typeface="Book Antiqua"/>
              </a:rPr>
              <a:t>on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60" dirty="0">
                <a:latin typeface="Book Antiqua"/>
                <a:cs typeface="Book Antiqua"/>
              </a:rPr>
              <a:t>P</a:t>
            </a:r>
            <a:r>
              <a:rPr lang="en-US" sz="2400" spc="55" dirty="0">
                <a:latin typeface="Book Antiqua"/>
                <a:cs typeface="Book Antiqua"/>
              </a:rPr>
              <a:t>r</a:t>
            </a:r>
            <a:r>
              <a:rPr lang="en-US" sz="2400" spc="40" dirty="0">
                <a:latin typeface="Book Antiqua"/>
                <a:cs typeface="Book Antiqua"/>
              </a:rPr>
              <a:t>o</a:t>
            </a:r>
            <a:r>
              <a:rPr lang="en-US" sz="2400" spc="50" dirty="0">
                <a:latin typeface="Book Antiqua"/>
                <a:cs typeface="Book Antiqua"/>
              </a:rPr>
              <a:t>c</a:t>
            </a:r>
            <a:r>
              <a:rPr lang="en-US" sz="2400" spc="60" dirty="0">
                <a:latin typeface="Book Antiqua"/>
                <a:cs typeface="Book Antiqua"/>
              </a:rPr>
              <a:t>e</a:t>
            </a:r>
            <a:r>
              <a:rPr lang="en-US" sz="2400" spc="70" dirty="0">
                <a:latin typeface="Book Antiqua"/>
                <a:cs typeface="Book Antiqua"/>
              </a:rPr>
              <a:t>sses</a:t>
            </a:r>
            <a:endParaRPr lang="en-US" sz="2400" dirty="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0720">
              <a:lnSpc>
                <a:spcPct val="100000"/>
              </a:lnSpc>
            </a:pPr>
            <a:r>
              <a:rPr spc="-65" dirty="0"/>
              <a:t>H</a:t>
            </a:r>
            <a:r>
              <a:rPr spc="-55" dirty="0"/>
              <a:t>o</a:t>
            </a:r>
            <a:r>
              <a:rPr spc="-30" dirty="0"/>
              <a:t>w</a:t>
            </a:r>
            <a:r>
              <a:rPr spc="75" dirty="0">
                <a:latin typeface="Times New Roman"/>
                <a:cs typeface="Times New Roman"/>
              </a:rPr>
              <a:t> </a:t>
            </a:r>
            <a:r>
              <a:rPr spc="-65" dirty="0"/>
              <a:t>R</a:t>
            </a:r>
            <a:r>
              <a:rPr spc="-25" dirty="0"/>
              <a:t>L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spc="-30" dirty="0"/>
              <a:t>s</a:t>
            </a:r>
            <a:r>
              <a:rPr spc="-55" dirty="0"/>
              <a:t>a</a:t>
            </a:r>
            <a:r>
              <a:rPr spc="-35" dirty="0"/>
              <a:t>t</a:t>
            </a:r>
            <a:r>
              <a:rPr spc="-25" dirty="0"/>
              <a:t>i</a:t>
            </a:r>
            <a:r>
              <a:rPr spc="-40" dirty="0"/>
              <a:t>s</a:t>
            </a:r>
            <a:r>
              <a:rPr spc="-10" dirty="0"/>
              <a:t>f</a:t>
            </a:r>
            <a:r>
              <a:rPr spc="-25" dirty="0"/>
              <a:t>i</a:t>
            </a:r>
            <a:r>
              <a:rPr spc="-55" dirty="0"/>
              <a:t>e</a:t>
            </a:r>
            <a:r>
              <a:rPr spc="-20" dirty="0"/>
              <a:t>s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spc="-65" dirty="0"/>
              <a:t>D</a:t>
            </a:r>
            <a:r>
              <a:rPr spc="-30" dirty="0"/>
              <a:t>P</a:t>
            </a:r>
            <a:r>
              <a:rPr spc="75" dirty="0">
                <a:latin typeface="Times New Roman"/>
                <a:cs typeface="Times New Roman"/>
              </a:rPr>
              <a:t> </a:t>
            </a:r>
            <a:r>
              <a:rPr spc="-40" dirty="0"/>
              <a:t>r</a:t>
            </a:r>
            <a:r>
              <a:rPr spc="-55" dirty="0"/>
              <a:t>equ</a:t>
            </a:r>
            <a:r>
              <a:rPr spc="-25" dirty="0"/>
              <a:t>i</a:t>
            </a:r>
            <a:r>
              <a:rPr spc="-40" dirty="0"/>
              <a:t>r</a:t>
            </a:r>
            <a:r>
              <a:rPr spc="-45" dirty="0"/>
              <a:t>e</a:t>
            </a:r>
            <a:r>
              <a:rPr spc="-50" dirty="0"/>
              <a:t>m</a:t>
            </a:r>
            <a:r>
              <a:rPr spc="-65" dirty="0"/>
              <a:t>e</a:t>
            </a:r>
            <a:r>
              <a:rPr spc="-55" dirty="0"/>
              <a:t>n</a:t>
            </a:r>
            <a:r>
              <a:rPr spc="-35" dirty="0"/>
              <a:t>t</a:t>
            </a:r>
            <a:r>
              <a:rPr spc="-25" dirty="0"/>
              <a:t>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5089" y="1640218"/>
            <a:ext cx="10061575" cy="1380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6235" algn="l"/>
              </a:tabLst>
            </a:pPr>
            <a:r>
              <a:rPr sz="2400" spc="-90" dirty="0">
                <a:latin typeface="Book Antiqua"/>
                <a:cs typeface="Book Antiqua"/>
              </a:rPr>
              <a:t>M</a:t>
            </a:r>
            <a:r>
              <a:rPr sz="2400" spc="-60" dirty="0">
                <a:latin typeface="Book Antiqua"/>
                <a:cs typeface="Book Antiqua"/>
              </a:rPr>
              <a:t>ar</a:t>
            </a:r>
            <a:r>
              <a:rPr sz="2400" spc="-65" dirty="0">
                <a:latin typeface="Book Antiqua"/>
                <a:cs typeface="Book Antiqua"/>
              </a:rPr>
              <a:t>k</a:t>
            </a:r>
            <a:r>
              <a:rPr sz="2400" spc="-80" dirty="0">
                <a:latin typeface="Book Antiqua"/>
                <a:cs typeface="Book Antiqua"/>
              </a:rPr>
              <a:t>o</a:t>
            </a:r>
            <a:r>
              <a:rPr sz="2400" spc="-15" dirty="0">
                <a:latin typeface="Book Antiqua"/>
                <a:cs typeface="Book Antiqua"/>
              </a:rPr>
              <a:t>v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Book Antiqua"/>
                <a:cs typeface="Book Antiqua"/>
              </a:rPr>
              <a:t>d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20" dirty="0">
                <a:latin typeface="Book Antiqua"/>
                <a:cs typeface="Book Antiqua"/>
              </a:rPr>
              <a:t>c</a:t>
            </a:r>
            <a:r>
              <a:rPr sz="2400" spc="30" dirty="0">
                <a:latin typeface="Book Antiqua"/>
                <a:cs typeface="Book Antiqua"/>
              </a:rPr>
              <a:t>i</a:t>
            </a:r>
            <a:r>
              <a:rPr sz="2400" spc="20" dirty="0">
                <a:latin typeface="Book Antiqua"/>
                <a:cs typeface="Book Antiqua"/>
              </a:rPr>
              <a:t>s</a:t>
            </a:r>
            <a:r>
              <a:rPr sz="2400" spc="30" dirty="0">
                <a:latin typeface="Book Antiqua"/>
                <a:cs typeface="Book Antiqua"/>
              </a:rPr>
              <a:t>i</a:t>
            </a:r>
            <a:r>
              <a:rPr sz="2400" spc="2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90" dirty="0">
                <a:latin typeface="Book Antiqua"/>
                <a:cs typeface="Book Antiqua"/>
              </a:rPr>
              <a:t>pr</a:t>
            </a:r>
            <a:r>
              <a:rPr sz="2400" spc="75" dirty="0">
                <a:latin typeface="Book Antiqua"/>
                <a:cs typeface="Book Antiqua"/>
              </a:rPr>
              <a:t>o</a:t>
            </a:r>
            <a:r>
              <a:rPr sz="2400" spc="90" dirty="0">
                <a:latin typeface="Book Antiqua"/>
                <a:cs typeface="Book Antiqua"/>
              </a:rPr>
              <a:t>c</a:t>
            </a:r>
            <a:r>
              <a:rPr sz="2400" spc="70" dirty="0">
                <a:latin typeface="Book Antiqua"/>
                <a:cs typeface="Book Antiqua"/>
              </a:rPr>
              <a:t>esse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Book Antiqua"/>
                <a:cs typeface="Book Antiqua"/>
              </a:rPr>
              <a:t>s</a:t>
            </a:r>
            <a:r>
              <a:rPr sz="2400" spc="-40" dirty="0">
                <a:latin typeface="Book Antiqua"/>
                <a:cs typeface="Book Antiqua"/>
              </a:rPr>
              <a:t>ati</a:t>
            </a:r>
            <a:r>
              <a:rPr sz="2400" spc="-50" dirty="0">
                <a:latin typeface="Book Antiqua"/>
                <a:cs typeface="Book Antiqua"/>
              </a:rPr>
              <a:t>s</a:t>
            </a:r>
            <a:r>
              <a:rPr sz="2400" spc="-35" dirty="0">
                <a:latin typeface="Book Antiqua"/>
                <a:cs typeface="Book Antiqua"/>
              </a:rPr>
              <a:t>f</a:t>
            </a:r>
            <a:r>
              <a:rPr sz="2400" spc="-40" dirty="0">
                <a:latin typeface="Book Antiqua"/>
                <a:cs typeface="Book Antiqua"/>
              </a:rPr>
              <a:t>y</a:t>
            </a:r>
            <a:r>
              <a:rPr sz="2400" dirty="0">
                <a:latin typeface="Book Antiqua"/>
                <a:cs typeface="Book Antiqua"/>
              </a:rPr>
              <a:t>:</a:t>
            </a:r>
            <a:endParaRPr sz="2400">
              <a:latin typeface="Book Antiqua"/>
              <a:cs typeface="Book Antiqua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6235" algn="l"/>
              </a:tabLst>
            </a:pPr>
            <a:r>
              <a:rPr sz="2400" spc="65" dirty="0">
                <a:latin typeface="Book Antiqua"/>
                <a:cs typeface="Book Antiqua"/>
              </a:rPr>
              <a:t>Op</a:t>
            </a:r>
            <a:r>
              <a:rPr sz="2400" spc="20" dirty="0">
                <a:latin typeface="Book Antiqua"/>
                <a:cs typeface="Book Antiqua"/>
              </a:rPr>
              <a:t>t</a:t>
            </a:r>
            <a:r>
              <a:rPr sz="2400" spc="-40" dirty="0">
                <a:latin typeface="Book Antiqua"/>
                <a:cs typeface="Book Antiqua"/>
              </a:rPr>
              <a:t>i</a:t>
            </a:r>
            <a:r>
              <a:rPr sz="2400" spc="-60" dirty="0">
                <a:latin typeface="Book Antiqua"/>
                <a:cs typeface="Book Antiqua"/>
              </a:rPr>
              <a:t>m</a:t>
            </a:r>
            <a:r>
              <a:rPr sz="2400" spc="-4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su</a:t>
            </a:r>
            <a:r>
              <a:rPr sz="2400" spc="50" dirty="0">
                <a:latin typeface="Book Antiqua"/>
                <a:cs typeface="Book Antiqua"/>
              </a:rPr>
              <a:t>b</a:t>
            </a:r>
            <a:r>
              <a:rPr sz="2400" spc="-50" dirty="0">
                <a:latin typeface="Book Antiqua"/>
                <a:cs typeface="Book Antiqua"/>
              </a:rPr>
              <a:t>s</a:t>
            </a:r>
            <a:r>
              <a:rPr sz="2400" spc="-40" dirty="0">
                <a:latin typeface="Book Antiqua"/>
                <a:cs typeface="Book Antiqua"/>
              </a:rPr>
              <a:t>tr</a:t>
            </a:r>
            <a:r>
              <a:rPr sz="2400" spc="-60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c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80" dirty="0">
                <a:latin typeface="Book Antiqua"/>
                <a:cs typeface="Book Antiqua"/>
              </a:rPr>
              <a:t>re</a:t>
            </a:r>
            <a:r>
              <a:rPr sz="2400" dirty="0">
                <a:latin typeface="Book Antiqua"/>
                <a:cs typeface="Book Antiqua"/>
              </a:rPr>
              <a:t>: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Book Antiqua"/>
                <a:cs typeface="Book Antiqua"/>
              </a:rPr>
              <a:t>r</a:t>
            </a:r>
            <a:r>
              <a:rPr sz="2400" spc="85" dirty="0">
                <a:latin typeface="Book Antiqua"/>
                <a:cs typeface="Book Antiqua"/>
              </a:rPr>
              <a:t>e</a:t>
            </a:r>
            <a:r>
              <a:rPr sz="2400" spc="50" dirty="0">
                <a:latin typeface="Book Antiqua"/>
                <a:cs typeface="Book Antiqua"/>
              </a:rPr>
              <a:t>c</a:t>
            </a:r>
            <a:r>
              <a:rPr sz="2400" spc="-35" dirty="0">
                <a:latin typeface="Book Antiqua"/>
                <a:cs typeface="Book Antiqua"/>
              </a:rPr>
              <a:t>u</a:t>
            </a:r>
            <a:r>
              <a:rPr sz="2400" spc="-40" dirty="0">
                <a:latin typeface="Book Antiqua"/>
                <a:cs typeface="Book Antiqua"/>
              </a:rPr>
              <a:t>r</a:t>
            </a:r>
            <a:r>
              <a:rPr sz="2400" spc="-50" dirty="0">
                <a:latin typeface="Book Antiqua"/>
                <a:cs typeface="Book Antiqua"/>
              </a:rPr>
              <a:t>s</a:t>
            </a:r>
            <a:r>
              <a:rPr sz="2400" spc="-40" dirty="0">
                <a:latin typeface="Book Antiqua"/>
                <a:cs typeface="Book Antiqua"/>
              </a:rPr>
              <a:t>i</a:t>
            </a:r>
            <a:r>
              <a:rPr sz="2400" spc="-65" dirty="0">
                <a:latin typeface="Book Antiqua"/>
                <a:cs typeface="Book Antiqua"/>
              </a:rPr>
              <a:t>v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135" dirty="0">
                <a:latin typeface="Book Antiqua"/>
                <a:cs typeface="Book Antiqua"/>
              </a:rPr>
              <a:t>d</a:t>
            </a:r>
            <a:r>
              <a:rPr sz="2400" spc="110" dirty="0">
                <a:latin typeface="Book Antiqua"/>
                <a:cs typeface="Book Antiqua"/>
              </a:rPr>
              <a:t>e</a:t>
            </a:r>
            <a:r>
              <a:rPr sz="2400" spc="75" dirty="0">
                <a:latin typeface="Book Antiqua"/>
                <a:cs typeface="Book Antiqua"/>
              </a:rPr>
              <a:t>co</a:t>
            </a:r>
            <a:r>
              <a:rPr sz="2400" spc="70" dirty="0">
                <a:latin typeface="Book Antiqua"/>
                <a:cs typeface="Book Antiqua"/>
              </a:rPr>
              <a:t>m</a:t>
            </a:r>
            <a:r>
              <a:rPr sz="2400" spc="100" dirty="0">
                <a:latin typeface="Book Antiqua"/>
                <a:cs typeface="Book Antiqua"/>
              </a:rPr>
              <a:t>p</a:t>
            </a:r>
            <a:r>
              <a:rPr sz="2400" spc="65" dirty="0">
                <a:latin typeface="Book Antiqua"/>
                <a:cs typeface="Book Antiqua"/>
              </a:rPr>
              <a:t>o</a:t>
            </a:r>
            <a:r>
              <a:rPr sz="2400" spc="-25" dirty="0">
                <a:latin typeface="Book Antiqua"/>
                <a:cs typeface="Book Antiqua"/>
              </a:rPr>
              <a:t>s</a:t>
            </a:r>
            <a:r>
              <a:rPr sz="2400" spc="-15" dirty="0">
                <a:latin typeface="Book Antiqua"/>
                <a:cs typeface="Book Antiqua"/>
              </a:rPr>
              <a:t>iti</a:t>
            </a:r>
            <a:r>
              <a:rPr sz="2400" spc="-4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  <a:endParaRPr sz="2400">
              <a:latin typeface="Book Antiqua"/>
              <a:cs typeface="Book Antiqua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6235" algn="l"/>
              </a:tabLst>
            </a:pPr>
            <a:r>
              <a:rPr sz="2400" spc="5" dirty="0">
                <a:latin typeface="Book Antiqua"/>
                <a:cs typeface="Book Antiqua"/>
              </a:rPr>
              <a:t>O</a:t>
            </a:r>
            <a:r>
              <a:rPr sz="2400" spc="-10" dirty="0">
                <a:latin typeface="Book Antiqua"/>
                <a:cs typeface="Book Antiqua"/>
              </a:rPr>
              <a:t>v</a:t>
            </a:r>
            <a:r>
              <a:rPr sz="2400" spc="10" dirty="0">
                <a:latin typeface="Book Antiqua"/>
                <a:cs typeface="Book Antiqua"/>
              </a:rPr>
              <a:t>e</a:t>
            </a:r>
            <a:r>
              <a:rPr sz="2400" spc="5" dirty="0">
                <a:latin typeface="Book Antiqua"/>
                <a:cs typeface="Book Antiqua"/>
              </a:rPr>
              <a:t>rlappi</a:t>
            </a:r>
            <a:r>
              <a:rPr sz="2400" spc="3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g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spc="60" dirty="0">
                <a:latin typeface="Book Antiqua"/>
                <a:cs typeface="Book Antiqua"/>
              </a:rPr>
              <a:t>u</a:t>
            </a:r>
            <a:r>
              <a:rPr sz="2400" spc="65" dirty="0">
                <a:latin typeface="Book Antiqua"/>
                <a:cs typeface="Book Antiqua"/>
              </a:rPr>
              <a:t>b</a:t>
            </a:r>
            <a:r>
              <a:rPr sz="2400" spc="-35" dirty="0">
                <a:latin typeface="Book Antiqua"/>
                <a:cs typeface="Book Antiqua"/>
              </a:rPr>
              <a:t>-</a:t>
            </a:r>
            <a:r>
              <a:rPr sz="2400" spc="75" dirty="0">
                <a:latin typeface="Book Antiqua"/>
                <a:cs typeface="Book Antiqua"/>
              </a:rPr>
              <a:t>p</a:t>
            </a:r>
            <a:r>
              <a:rPr sz="2400" spc="80" dirty="0">
                <a:latin typeface="Book Antiqua"/>
                <a:cs typeface="Book Antiqua"/>
              </a:rPr>
              <a:t>r</a:t>
            </a:r>
            <a:r>
              <a:rPr sz="2400" spc="70" dirty="0">
                <a:latin typeface="Book Antiqua"/>
                <a:cs typeface="Book Antiqua"/>
              </a:rPr>
              <a:t>o</a:t>
            </a:r>
            <a:r>
              <a:rPr sz="2400" spc="85" dirty="0">
                <a:latin typeface="Book Antiqua"/>
                <a:cs typeface="Book Antiqua"/>
              </a:rPr>
              <a:t>b</a:t>
            </a:r>
            <a:r>
              <a:rPr sz="2400" spc="35" dirty="0">
                <a:latin typeface="Book Antiqua"/>
                <a:cs typeface="Book Antiqua"/>
              </a:rPr>
              <a:t>l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25" dirty="0">
                <a:latin typeface="Book Antiqua"/>
                <a:cs typeface="Book Antiqua"/>
              </a:rPr>
              <a:t>ms</a:t>
            </a:r>
            <a:r>
              <a:rPr sz="2400" dirty="0">
                <a:latin typeface="Book Antiqua"/>
                <a:cs typeface="Book Antiqua"/>
              </a:rPr>
              <a:t>: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Book Antiqua"/>
                <a:cs typeface="Book Antiqua"/>
              </a:rPr>
              <a:t>V</a:t>
            </a:r>
            <a:r>
              <a:rPr sz="2400" spc="-40" dirty="0">
                <a:latin typeface="Book Antiqua"/>
                <a:cs typeface="Book Antiqua"/>
              </a:rPr>
              <a:t>al</a:t>
            </a:r>
            <a:r>
              <a:rPr sz="2400" spc="-35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spc="-15" dirty="0">
                <a:latin typeface="Book Antiqua"/>
                <a:cs typeface="Book Antiqua"/>
              </a:rPr>
              <a:t>u</a:t>
            </a:r>
            <a:r>
              <a:rPr sz="2400" spc="-20" dirty="0">
                <a:latin typeface="Book Antiqua"/>
                <a:cs typeface="Book Antiqua"/>
              </a:rPr>
              <a:t>n</a:t>
            </a:r>
            <a:r>
              <a:rPr sz="2400" spc="-25" dirty="0">
                <a:latin typeface="Book Antiqua"/>
                <a:cs typeface="Book Antiqua"/>
              </a:rPr>
              <a:t>ct</a:t>
            </a:r>
            <a:r>
              <a:rPr sz="2400" spc="-5" dirty="0">
                <a:latin typeface="Book Antiqua"/>
                <a:cs typeface="Book Antiqua"/>
              </a:rPr>
              <a:t>io</a:t>
            </a:r>
            <a:r>
              <a:rPr sz="2400" spc="-15" dirty="0">
                <a:latin typeface="Book Antiqua"/>
                <a:cs typeface="Book Antiqua"/>
              </a:rPr>
              <a:t>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spc="40" dirty="0">
                <a:latin typeface="Book Antiqua"/>
                <a:cs typeface="Book Antiqua"/>
              </a:rPr>
              <a:t>o</a:t>
            </a:r>
            <a:r>
              <a:rPr sz="2400" spc="65" dirty="0">
                <a:latin typeface="Book Antiqua"/>
                <a:cs typeface="Book Antiqua"/>
              </a:rPr>
              <a:t>r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Book Antiqua"/>
                <a:cs typeface="Book Antiqua"/>
              </a:rPr>
              <a:t>a</a:t>
            </a:r>
            <a:r>
              <a:rPr sz="2400" spc="30" dirty="0">
                <a:latin typeface="Book Antiqua"/>
                <a:cs typeface="Book Antiqua"/>
              </a:rPr>
              <a:t>n</a:t>
            </a: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Book Antiqua"/>
                <a:cs typeface="Book Antiqua"/>
              </a:rPr>
              <a:t>r</a:t>
            </a:r>
            <a:r>
              <a:rPr sz="2400" spc="25" dirty="0">
                <a:latin typeface="Book Antiqua"/>
                <a:cs typeface="Book Antiqua"/>
              </a:rPr>
              <a:t>e</a:t>
            </a:r>
            <a:r>
              <a:rPr sz="2400" spc="15" dirty="0">
                <a:latin typeface="Book Antiqua"/>
                <a:cs typeface="Book Antiqua"/>
              </a:rPr>
              <a:t>u</a:t>
            </a:r>
            <a:r>
              <a:rPr sz="2400" spc="75" dirty="0">
                <a:latin typeface="Book Antiqua"/>
                <a:cs typeface="Book Antiqua"/>
              </a:rPr>
              <a:t>se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1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ti</a:t>
            </a:r>
            <a:r>
              <a:rPr sz="2400" spc="-20" dirty="0">
                <a:latin typeface="Book Antiqua"/>
                <a:cs typeface="Book Antiqua"/>
              </a:rPr>
              <a:t>ons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26535" y="3429000"/>
            <a:ext cx="5353050" cy="990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53383" y="4827892"/>
            <a:ext cx="5724509" cy="1009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20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0538" y="277995"/>
            <a:ext cx="7900034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0" dirty="0">
                <a:latin typeface="Arial"/>
                <a:cs typeface="Arial"/>
              </a:rPr>
              <a:t>Plann</a:t>
            </a:r>
            <a:r>
              <a:rPr sz="4000" spc="-45" dirty="0">
                <a:latin typeface="Arial"/>
                <a:cs typeface="Arial"/>
              </a:rPr>
              <a:t>i</a:t>
            </a:r>
            <a:r>
              <a:rPr sz="4000" spc="-80" dirty="0">
                <a:latin typeface="Arial"/>
                <a:cs typeface="Arial"/>
              </a:rPr>
              <a:t>n</a:t>
            </a:r>
            <a:r>
              <a:rPr sz="4000" spc="-25" dirty="0">
                <a:latin typeface="Arial"/>
                <a:cs typeface="Arial"/>
              </a:rPr>
              <a:t>g</a:t>
            </a:r>
            <a:r>
              <a:rPr sz="4000" spc="145" dirty="0">
                <a:latin typeface="Times New Roman"/>
                <a:cs typeface="Times New Roman"/>
              </a:rPr>
              <a:t> </a:t>
            </a:r>
            <a:r>
              <a:rPr sz="4000" spc="-55" dirty="0">
                <a:latin typeface="Arial"/>
                <a:cs typeface="Arial"/>
              </a:rPr>
              <a:t>b</a:t>
            </a:r>
            <a:r>
              <a:rPr sz="4000" spc="-20" dirty="0">
                <a:latin typeface="Arial"/>
                <a:cs typeface="Arial"/>
              </a:rPr>
              <a:t>y</a:t>
            </a:r>
            <a:r>
              <a:rPr sz="4000" spc="100" dirty="0">
                <a:latin typeface="Times New Roman"/>
                <a:cs typeface="Times New Roman"/>
              </a:rPr>
              <a:t> </a:t>
            </a:r>
            <a:r>
              <a:rPr sz="4000" spc="-85" dirty="0">
                <a:latin typeface="Arial"/>
                <a:cs typeface="Arial"/>
              </a:rPr>
              <a:t>D</a:t>
            </a:r>
            <a:r>
              <a:rPr sz="4000" spc="-40" dirty="0">
                <a:latin typeface="Arial"/>
                <a:cs typeface="Arial"/>
              </a:rPr>
              <a:t>y</a:t>
            </a:r>
            <a:r>
              <a:rPr sz="4000" spc="-50" dirty="0">
                <a:latin typeface="Arial"/>
                <a:cs typeface="Arial"/>
              </a:rPr>
              <a:t>na</a:t>
            </a:r>
            <a:r>
              <a:rPr sz="4000" spc="-65" dirty="0">
                <a:latin typeface="Arial"/>
                <a:cs typeface="Arial"/>
              </a:rPr>
              <a:t>m</a:t>
            </a:r>
            <a:r>
              <a:rPr sz="4000" spc="-35" dirty="0">
                <a:latin typeface="Arial"/>
                <a:cs typeface="Arial"/>
              </a:rPr>
              <a:t>i</a:t>
            </a:r>
            <a:r>
              <a:rPr sz="4000" spc="-20" dirty="0">
                <a:latin typeface="Arial"/>
                <a:cs typeface="Arial"/>
              </a:rPr>
              <a:t>c</a:t>
            </a:r>
            <a:r>
              <a:rPr sz="4000" spc="114" dirty="0">
                <a:latin typeface="Times New Roman"/>
                <a:cs typeface="Times New Roman"/>
              </a:rPr>
              <a:t> </a:t>
            </a:r>
            <a:r>
              <a:rPr sz="4000" spc="-45" dirty="0">
                <a:latin typeface="Arial"/>
                <a:cs typeface="Arial"/>
              </a:rPr>
              <a:t>Progra</a:t>
            </a:r>
            <a:r>
              <a:rPr sz="4000" spc="-90" dirty="0">
                <a:latin typeface="Arial"/>
                <a:cs typeface="Arial"/>
              </a:rPr>
              <a:t>m</a:t>
            </a:r>
            <a:r>
              <a:rPr sz="4000" spc="-65" dirty="0">
                <a:latin typeface="Arial"/>
                <a:cs typeface="Arial"/>
              </a:rPr>
              <a:t>m</a:t>
            </a:r>
            <a:r>
              <a:rPr sz="4000" spc="-45" dirty="0">
                <a:latin typeface="Arial"/>
                <a:cs typeface="Arial"/>
              </a:rPr>
              <a:t>in</a:t>
            </a:r>
            <a:r>
              <a:rPr sz="4000" spc="-25" dirty="0">
                <a:latin typeface="Arial"/>
                <a:cs typeface="Arial"/>
              </a:rPr>
              <a:t>g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4281" y="1403269"/>
            <a:ext cx="9996170" cy="1485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Font typeface="Wingdings"/>
              <a:buChar char=""/>
              <a:tabLst>
                <a:tab pos="469900" algn="l"/>
              </a:tabLst>
            </a:pPr>
            <a:r>
              <a:rPr sz="2800" spc="-90" dirty="0">
                <a:latin typeface="Book Antiqua"/>
                <a:cs typeface="Book Antiqua"/>
              </a:rPr>
              <a:t>D</a:t>
            </a:r>
            <a:r>
              <a:rPr sz="2800" spc="-80" dirty="0">
                <a:latin typeface="Book Antiqua"/>
                <a:cs typeface="Book Antiqua"/>
              </a:rPr>
              <a:t>y</a:t>
            </a:r>
            <a:r>
              <a:rPr sz="2800" spc="-75" dirty="0">
                <a:latin typeface="Book Antiqua"/>
                <a:cs typeface="Book Antiqua"/>
              </a:rPr>
              <a:t>n</a:t>
            </a:r>
            <a:r>
              <a:rPr sz="2800" spc="-70" dirty="0">
                <a:latin typeface="Book Antiqua"/>
                <a:cs typeface="Book Antiqua"/>
              </a:rPr>
              <a:t>a</a:t>
            </a:r>
            <a:r>
              <a:rPr sz="2800" spc="-20" dirty="0">
                <a:latin typeface="Book Antiqua"/>
                <a:cs typeface="Book Antiqua"/>
              </a:rPr>
              <a:t>mic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35" dirty="0">
                <a:latin typeface="Book Antiqua"/>
                <a:cs typeface="Book Antiqua"/>
              </a:rPr>
              <a:t>p</a:t>
            </a:r>
            <a:r>
              <a:rPr sz="2800" spc="40" dirty="0">
                <a:latin typeface="Book Antiqua"/>
                <a:cs typeface="Book Antiqua"/>
              </a:rPr>
              <a:t>r</a:t>
            </a:r>
            <a:r>
              <a:rPr sz="2800" spc="35" dirty="0">
                <a:latin typeface="Book Antiqua"/>
                <a:cs typeface="Book Antiqua"/>
              </a:rPr>
              <a:t>o</a:t>
            </a:r>
            <a:r>
              <a:rPr sz="2800" spc="40" dirty="0">
                <a:latin typeface="Book Antiqua"/>
                <a:cs typeface="Book Antiqua"/>
              </a:rPr>
              <a:t>g</a:t>
            </a:r>
            <a:r>
              <a:rPr sz="2800" spc="50" dirty="0">
                <a:latin typeface="Book Antiqua"/>
                <a:cs typeface="Book Antiqua"/>
              </a:rPr>
              <a:t>r</a:t>
            </a:r>
            <a:r>
              <a:rPr sz="2800" spc="35" dirty="0">
                <a:latin typeface="Book Antiqua"/>
                <a:cs typeface="Book Antiqua"/>
              </a:rPr>
              <a:t>a</a:t>
            </a:r>
            <a:r>
              <a:rPr sz="2800" spc="-25" dirty="0">
                <a:latin typeface="Book Antiqua"/>
                <a:cs typeface="Book Antiqua"/>
              </a:rPr>
              <a:t>mm</a:t>
            </a:r>
            <a:r>
              <a:rPr sz="2800" spc="-5" dirty="0">
                <a:latin typeface="Book Antiqua"/>
                <a:cs typeface="Book Antiqua"/>
              </a:rPr>
              <a:t>i</a:t>
            </a:r>
            <a:r>
              <a:rPr sz="2800" spc="-20" dirty="0">
                <a:latin typeface="Book Antiqua"/>
                <a:cs typeface="Book Antiqua"/>
              </a:rPr>
              <a:t>ng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Book Antiqua"/>
                <a:cs typeface="Book Antiqua"/>
              </a:rPr>
              <a:t>r</a:t>
            </a:r>
            <a:r>
              <a:rPr sz="2800" spc="10" dirty="0">
                <a:latin typeface="Book Antiqua"/>
                <a:cs typeface="Book Antiqua"/>
              </a:rPr>
              <a:t>e</a:t>
            </a:r>
            <a:r>
              <a:rPr sz="2800" spc="-5" dirty="0">
                <a:latin typeface="Book Antiqua"/>
                <a:cs typeface="Book Antiqua"/>
              </a:rPr>
              <a:t>q</a:t>
            </a:r>
            <a:r>
              <a:rPr sz="2800" spc="15" dirty="0">
                <a:latin typeface="Book Antiqua"/>
                <a:cs typeface="Book Antiqua"/>
              </a:rPr>
              <a:t>u</a:t>
            </a:r>
            <a:r>
              <a:rPr sz="2800" spc="-10" dirty="0">
                <a:latin typeface="Book Antiqua"/>
                <a:cs typeface="Book Antiqua"/>
              </a:rPr>
              <a:t>i</a:t>
            </a:r>
            <a:r>
              <a:rPr sz="2800" spc="40" dirty="0">
                <a:latin typeface="Book Antiqua"/>
                <a:cs typeface="Book Antiqua"/>
              </a:rPr>
              <a:t>r</a:t>
            </a:r>
            <a:r>
              <a:rPr sz="2800" spc="45" dirty="0">
                <a:latin typeface="Book Antiqua"/>
                <a:cs typeface="Book Antiqua"/>
              </a:rPr>
              <a:t>e</a:t>
            </a:r>
            <a:r>
              <a:rPr sz="2800" spc="-15" dirty="0">
                <a:latin typeface="Book Antiqua"/>
                <a:cs typeface="Book Antiqua"/>
              </a:rPr>
              <a:t>s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Book Antiqua"/>
                <a:cs typeface="Book Antiqua"/>
              </a:rPr>
              <a:t>ful</a:t>
            </a:r>
            <a:r>
              <a:rPr sz="2800" spc="-10" dirty="0">
                <a:latin typeface="Book Antiqua"/>
                <a:cs typeface="Book Antiqua"/>
              </a:rPr>
              <a:t>l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Book Antiqua"/>
                <a:cs typeface="Book Antiqua"/>
              </a:rPr>
              <a:t>k</a:t>
            </a:r>
            <a:r>
              <a:rPr sz="2800" spc="-15" dirty="0">
                <a:latin typeface="Book Antiqua"/>
                <a:cs typeface="Book Antiqua"/>
              </a:rPr>
              <a:t>nowle</a:t>
            </a:r>
            <a:r>
              <a:rPr sz="2800" spc="-40" dirty="0">
                <a:latin typeface="Book Antiqua"/>
                <a:cs typeface="Book Antiqua"/>
              </a:rPr>
              <a:t>d</a:t>
            </a:r>
            <a:r>
              <a:rPr sz="2800" spc="210" dirty="0">
                <a:latin typeface="Book Antiqua"/>
                <a:cs typeface="Book Antiqua"/>
              </a:rPr>
              <a:t>g</a:t>
            </a:r>
            <a:r>
              <a:rPr sz="2800" spc="-15" dirty="0">
                <a:latin typeface="Book Antiqua"/>
                <a:cs typeface="Book Antiqua"/>
              </a:rPr>
              <a:t>e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Book Antiqua"/>
                <a:cs typeface="Book Antiqua"/>
              </a:rPr>
              <a:t>o</a:t>
            </a:r>
            <a:r>
              <a:rPr sz="2800" spc="-10" dirty="0">
                <a:latin typeface="Book Antiqua"/>
                <a:cs typeface="Book Antiqua"/>
              </a:rPr>
              <a:t>f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Book Antiqua"/>
                <a:cs typeface="Book Antiqua"/>
              </a:rPr>
              <a:t>t</a:t>
            </a:r>
            <a:r>
              <a:rPr sz="2800" spc="90" dirty="0">
                <a:latin typeface="Book Antiqua"/>
                <a:cs typeface="Book Antiqua"/>
              </a:rPr>
              <a:t>h</a:t>
            </a:r>
            <a:r>
              <a:rPr sz="2800" spc="-15" dirty="0">
                <a:latin typeface="Book Antiqua"/>
                <a:cs typeface="Book Antiqua"/>
              </a:rPr>
              <a:t>e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Book Antiqua"/>
                <a:cs typeface="Book Antiqua"/>
              </a:rPr>
              <a:t>MDP</a:t>
            </a:r>
            <a:endParaRPr sz="2800" dirty="0">
              <a:latin typeface="Book Antiqua"/>
              <a:cs typeface="Book Antiqu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469900" algn="l"/>
              </a:tabLst>
            </a:pPr>
            <a:r>
              <a:rPr sz="2800" spc="-140" dirty="0">
                <a:latin typeface="Book Antiqua"/>
                <a:cs typeface="Book Antiqua"/>
              </a:rPr>
              <a:t>I</a:t>
            </a:r>
            <a:r>
              <a:rPr sz="2800" spc="-10" dirty="0">
                <a:latin typeface="Book Antiqua"/>
                <a:cs typeface="Book Antiqua"/>
              </a:rPr>
              <a:t>t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Book Antiqua"/>
                <a:cs typeface="Book Antiqua"/>
              </a:rPr>
              <a:t>i</a:t>
            </a:r>
            <a:r>
              <a:rPr sz="2800" spc="-15" dirty="0">
                <a:latin typeface="Book Antiqua"/>
                <a:cs typeface="Book Antiqua"/>
              </a:rPr>
              <a:t>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Book Antiqua"/>
                <a:cs typeface="Book Antiqua"/>
              </a:rPr>
              <a:t>u</a:t>
            </a:r>
            <a:r>
              <a:rPr sz="2800" spc="125" dirty="0">
                <a:latin typeface="Book Antiqua"/>
                <a:cs typeface="Book Antiqua"/>
              </a:rPr>
              <a:t>se</a:t>
            </a:r>
            <a:r>
              <a:rPr sz="2800" spc="-20" dirty="0">
                <a:latin typeface="Book Antiqua"/>
                <a:cs typeface="Book Antiqua"/>
              </a:rPr>
              <a:t>d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Book Antiqua"/>
                <a:cs typeface="Book Antiqua"/>
              </a:rPr>
              <a:t>f</a:t>
            </a:r>
            <a:r>
              <a:rPr sz="2800" spc="-45" dirty="0">
                <a:latin typeface="Book Antiqua"/>
                <a:cs typeface="Book Antiqua"/>
              </a:rPr>
              <a:t>o</a:t>
            </a:r>
            <a:r>
              <a:rPr sz="2800" spc="-15" dirty="0">
                <a:latin typeface="Book Antiqua"/>
                <a:cs typeface="Book Antiqua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Book Antiqua"/>
                <a:cs typeface="Book Antiqua"/>
              </a:rPr>
              <a:t>pla</a:t>
            </a:r>
            <a:r>
              <a:rPr sz="2800" spc="-10" dirty="0">
                <a:latin typeface="Book Antiqua"/>
                <a:cs typeface="Book Antiqua"/>
              </a:rPr>
              <a:t>n</a:t>
            </a:r>
            <a:r>
              <a:rPr sz="2800" spc="-30" dirty="0">
                <a:latin typeface="Book Antiqua"/>
                <a:cs typeface="Book Antiqua"/>
              </a:rPr>
              <a:t>n</a:t>
            </a:r>
            <a:r>
              <a:rPr sz="2800" spc="5" dirty="0">
                <a:latin typeface="Book Antiqua"/>
                <a:cs typeface="Book Antiqua"/>
              </a:rPr>
              <a:t>in</a:t>
            </a:r>
            <a:r>
              <a:rPr sz="2800" spc="-20" dirty="0">
                <a:latin typeface="Book Antiqua"/>
                <a:cs typeface="Book Antiqua"/>
              </a:rPr>
              <a:t>g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Book Antiqua"/>
                <a:cs typeface="Book Antiqua"/>
              </a:rPr>
              <a:t>i</a:t>
            </a:r>
            <a:r>
              <a:rPr sz="2800" spc="-20" dirty="0">
                <a:latin typeface="Book Antiqua"/>
                <a:cs typeface="Book Antiqua"/>
              </a:rPr>
              <a:t>n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15" dirty="0">
                <a:latin typeface="Book Antiqua"/>
                <a:cs typeface="Book Antiqua"/>
              </a:rPr>
              <a:t>a</a:t>
            </a:r>
            <a:r>
              <a:rPr sz="2800" spc="-20" dirty="0">
                <a:latin typeface="Book Antiqua"/>
                <a:cs typeface="Book Antiqua"/>
              </a:rPr>
              <a:t>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Book Antiqua"/>
                <a:cs typeface="Book Antiqua"/>
              </a:rPr>
              <a:t>M</a:t>
            </a:r>
            <a:r>
              <a:rPr sz="2800" spc="-150" dirty="0">
                <a:latin typeface="Book Antiqua"/>
                <a:cs typeface="Book Antiqua"/>
              </a:rPr>
              <a:t>D</a:t>
            </a:r>
            <a:r>
              <a:rPr sz="2800" spc="-20" dirty="0">
                <a:latin typeface="Book Antiqua"/>
                <a:cs typeface="Book Antiqua"/>
              </a:rPr>
              <a:t>P</a:t>
            </a:r>
            <a:endParaRPr sz="2800" dirty="0">
              <a:latin typeface="Book Antiqua"/>
              <a:cs typeface="Book Antiqua"/>
            </a:endParaRPr>
          </a:p>
          <a:p>
            <a:pPr marL="469900" indent="-457200">
              <a:lnSpc>
                <a:spcPct val="100000"/>
              </a:lnSpc>
              <a:spcBef>
                <a:spcPts val="1165"/>
              </a:spcBef>
              <a:buFont typeface="Wingdings"/>
              <a:buChar char=""/>
              <a:tabLst>
                <a:tab pos="469900" algn="l"/>
              </a:tabLst>
            </a:pPr>
            <a:endParaRPr sz="3075" baseline="-13550" dirty="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769862" y="6562130"/>
            <a:ext cx="22352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447519-F62A-9413-8046-C87BB4EFA6EC}"/>
                  </a:ext>
                </a:extLst>
              </p:cNvPr>
              <p:cNvSpPr txBox="1"/>
              <p:nvPr/>
            </p:nvSpPr>
            <p:spPr>
              <a:xfrm>
                <a:off x="1291654" y="2900186"/>
                <a:ext cx="9701728" cy="2554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Prediction (Policy Evaluation):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 MDP + a fixed policy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i.e., the expected return under that policy.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Question answered: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“If I follow this policy, how good will it be?”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 (Policy Improvement):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Just the MDP (no fixed policy given).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optimal value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the optimal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Question answered: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“What is the best policy I can follow?”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447519-F62A-9413-8046-C87BB4EFA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654" y="2900186"/>
                <a:ext cx="9701728" cy="2554545"/>
              </a:xfrm>
              <a:prstGeom prst="rect">
                <a:avLst/>
              </a:prstGeom>
              <a:blipFill>
                <a:blip r:embed="rId4"/>
                <a:stretch>
                  <a:fillRect l="-566" t="-1432" b="-33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865" rIns="0" bIns="0" rtlCol="0">
            <a:spAutoFit/>
          </a:bodyPr>
          <a:lstStyle/>
          <a:p>
            <a:pPr marL="2033905">
              <a:lnSpc>
                <a:spcPts val="4285"/>
              </a:lnSpc>
            </a:pPr>
            <a:r>
              <a:rPr sz="3600" dirty="0"/>
              <a:t>How</a:t>
            </a:r>
            <a:r>
              <a:rPr sz="3600" spc="75" dirty="0">
                <a:latin typeface="Times New Roman"/>
                <a:cs typeface="Times New Roman"/>
              </a:rPr>
              <a:t> </a:t>
            </a:r>
            <a:r>
              <a:rPr sz="3600" spc="-30" dirty="0"/>
              <a:t>t</a:t>
            </a:r>
            <a:r>
              <a:rPr sz="3600" dirty="0"/>
              <a:t>o</a:t>
            </a:r>
            <a:r>
              <a:rPr sz="3600" spc="105" dirty="0">
                <a:latin typeface="Times New Roman"/>
                <a:cs typeface="Times New Roman"/>
              </a:rPr>
              <a:t> </a:t>
            </a:r>
            <a:r>
              <a:rPr sz="3600" dirty="0"/>
              <a:t>find</a:t>
            </a:r>
            <a:r>
              <a:rPr sz="3600" spc="85" dirty="0">
                <a:latin typeface="Times New Roman"/>
                <a:cs typeface="Times New Roman"/>
              </a:rPr>
              <a:t> </a:t>
            </a:r>
            <a:r>
              <a:rPr sz="3600" dirty="0"/>
              <a:t>op</a:t>
            </a:r>
            <a:r>
              <a:rPr sz="3600" spc="-30" dirty="0"/>
              <a:t>t</a:t>
            </a:r>
            <a:r>
              <a:rPr sz="3600" spc="-5" dirty="0"/>
              <a:t>im</a:t>
            </a:r>
            <a:r>
              <a:rPr sz="3600" spc="10" dirty="0"/>
              <a:t>a</a:t>
            </a:r>
            <a:r>
              <a:rPr sz="3600" dirty="0"/>
              <a:t>l</a:t>
            </a:r>
            <a:r>
              <a:rPr sz="3600" spc="85" dirty="0">
                <a:latin typeface="Times New Roman"/>
                <a:cs typeface="Times New Roman"/>
              </a:rPr>
              <a:t> </a:t>
            </a:r>
            <a:r>
              <a:rPr sz="3600" spc="-5" dirty="0"/>
              <a:t>po</a:t>
            </a:r>
            <a:r>
              <a:rPr sz="3600" spc="-15" dirty="0"/>
              <a:t>l</a:t>
            </a:r>
            <a:r>
              <a:rPr sz="3600" spc="-5" dirty="0"/>
              <a:t>icy?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6918" y="985122"/>
            <a:ext cx="11531409" cy="52014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094864" indent="-342900">
              <a:lnSpc>
                <a:spcPts val="2870"/>
              </a:lnSpc>
              <a:buFont typeface="Wingdings"/>
              <a:buChar char=""/>
              <a:tabLst>
                <a:tab pos="355600" algn="l"/>
              </a:tabLst>
            </a:pPr>
            <a:r>
              <a:rPr sz="2400" spc="35" dirty="0">
                <a:latin typeface="Book Antiqua"/>
                <a:cs typeface="Book Antiqua"/>
              </a:rPr>
              <a:t>P</a:t>
            </a:r>
            <a:r>
              <a:rPr sz="2400" spc="30" dirty="0">
                <a:latin typeface="Book Antiqua"/>
                <a:cs typeface="Book Antiqua"/>
              </a:rPr>
              <a:t>r</a:t>
            </a:r>
            <a:r>
              <a:rPr sz="2400" spc="20" dirty="0">
                <a:latin typeface="Book Antiqua"/>
                <a:cs typeface="Book Antiqua"/>
              </a:rPr>
              <a:t>o</a:t>
            </a:r>
            <a:r>
              <a:rPr sz="2400" spc="40" dirty="0">
                <a:latin typeface="Book Antiqua"/>
                <a:cs typeface="Book Antiqua"/>
              </a:rPr>
              <a:t>b</a:t>
            </a:r>
            <a:r>
              <a:rPr sz="2400" spc="45" dirty="0">
                <a:latin typeface="Book Antiqua"/>
                <a:cs typeface="Book Antiqua"/>
              </a:rPr>
              <a:t>l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25" dirty="0">
                <a:latin typeface="Book Antiqua"/>
                <a:cs typeface="Book Antiqua"/>
              </a:rPr>
              <a:t>m</a:t>
            </a:r>
            <a:r>
              <a:rPr sz="2400" spc="-10" dirty="0">
                <a:latin typeface="Book Antiqua"/>
                <a:cs typeface="Book Antiqua"/>
              </a:rPr>
              <a:t>: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Book Antiqua"/>
                <a:cs typeface="Book Antiqua"/>
              </a:rPr>
              <a:t>Fi</a:t>
            </a:r>
            <a:r>
              <a:rPr sz="2400" spc="-65" dirty="0">
                <a:latin typeface="Book Antiqua"/>
                <a:cs typeface="Book Antiqua"/>
              </a:rPr>
              <a:t>n</a:t>
            </a: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Book Antiqua"/>
                <a:cs typeface="Book Antiqua"/>
              </a:rPr>
              <a:t>op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-40" dirty="0">
                <a:latin typeface="Book Antiqua"/>
                <a:cs typeface="Book Antiqua"/>
              </a:rPr>
              <a:t>i</a:t>
            </a:r>
            <a:r>
              <a:rPr sz="2400" spc="-60" dirty="0">
                <a:latin typeface="Book Antiqua"/>
                <a:cs typeface="Book Antiqua"/>
              </a:rPr>
              <a:t>m</a:t>
            </a:r>
            <a:r>
              <a:rPr sz="2400" spc="-4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Book Antiqua"/>
                <a:cs typeface="Book Antiqua"/>
              </a:rPr>
              <a:t>p</a:t>
            </a:r>
            <a:r>
              <a:rPr sz="2400" spc="75" dirty="0">
                <a:latin typeface="Book Antiqua"/>
                <a:cs typeface="Book Antiqua"/>
              </a:rPr>
              <a:t>o</a:t>
            </a:r>
            <a:r>
              <a:rPr sz="2400" spc="-65" dirty="0">
                <a:latin typeface="Book Antiqua"/>
                <a:cs typeface="Book Antiqua"/>
              </a:rPr>
              <a:t>li</a:t>
            </a:r>
            <a:r>
              <a:rPr sz="2400" spc="-75" dirty="0">
                <a:latin typeface="Book Antiqua"/>
                <a:cs typeface="Book Antiqua"/>
              </a:rPr>
              <a:t>c</a:t>
            </a:r>
            <a:r>
              <a:rPr sz="2400" dirty="0">
                <a:latin typeface="Book Antiqua"/>
                <a:cs typeface="Book Antiqua"/>
              </a:rPr>
              <a:t>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335" dirty="0">
                <a:latin typeface="Lucida Sans"/>
                <a:cs typeface="Lucida Sans"/>
              </a:rPr>
              <a:t>π</a:t>
            </a:r>
            <a:r>
              <a:rPr sz="2400" dirty="0">
                <a:latin typeface="Lucida Sans"/>
                <a:cs typeface="Lucida Sans"/>
              </a:rPr>
              <a:t>*</a:t>
            </a:r>
            <a:r>
              <a:rPr sz="2400" spc="-550" dirty="0">
                <a:latin typeface="Lucida Sans"/>
                <a:cs typeface="Lucida Sans"/>
              </a:rPr>
              <a:t> </a:t>
            </a:r>
            <a:r>
              <a:rPr sz="2400" spc="-10" dirty="0">
                <a:latin typeface="Book Antiqua"/>
                <a:cs typeface="Book Antiqua"/>
              </a:rPr>
              <a:t>f</a:t>
            </a:r>
            <a:r>
              <a:rPr sz="2400" spc="-4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a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Book Antiqua"/>
                <a:cs typeface="Book Antiqua"/>
              </a:rPr>
              <a:t>gi</a:t>
            </a:r>
            <a:r>
              <a:rPr sz="2400" spc="0" dirty="0">
                <a:latin typeface="Book Antiqua"/>
                <a:cs typeface="Book Antiqua"/>
              </a:rPr>
              <a:t>v</a:t>
            </a:r>
            <a:r>
              <a:rPr sz="2400" spc="20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Book Antiqua"/>
                <a:cs typeface="Book Antiqua"/>
              </a:rPr>
              <a:t>MD</a:t>
            </a:r>
            <a:r>
              <a:rPr sz="2400" spc="-85" dirty="0">
                <a:latin typeface="Book Antiqua"/>
                <a:cs typeface="Book Antiqua"/>
              </a:rPr>
              <a:t>P</a:t>
            </a:r>
            <a:r>
              <a:rPr sz="2400" dirty="0">
                <a:latin typeface="Book Antiqua"/>
                <a:cs typeface="Book Antiqua"/>
              </a:rPr>
              <a:t>.</a:t>
            </a:r>
            <a:r>
              <a:rPr sz="2400" dirty="0">
                <a:latin typeface="Times New Roman"/>
                <a:cs typeface="Times New Roman"/>
              </a:rPr>
              <a:t> </a:t>
            </a:r>
            <a:endParaRPr lang="en-IN" sz="2400" dirty="0">
              <a:latin typeface="Times New Roman"/>
              <a:cs typeface="Times New Roman"/>
            </a:endParaRPr>
          </a:p>
          <a:p>
            <a:pPr marL="812800" marR="2094864" lvl="1" indent="-342900">
              <a:lnSpc>
                <a:spcPts val="2870"/>
              </a:lnSpc>
              <a:buFont typeface="Wingdings"/>
              <a:buChar char=""/>
              <a:tabLst>
                <a:tab pos="355600" algn="l"/>
              </a:tabLst>
            </a:pPr>
            <a:r>
              <a:rPr sz="2400" b="1" spc="0" dirty="0">
                <a:solidFill>
                  <a:srgbClr val="0070C0"/>
                </a:solidFill>
                <a:latin typeface="Book Antiqua"/>
                <a:cs typeface="Book Antiqua"/>
              </a:rPr>
              <a:t>S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o</a:t>
            </a:r>
            <a:r>
              <a:rPr sz="2400" b="1" spc="25" dirty="0">
                <a:solidFill>
                  <a:srgbClr val="0070C0"/>
                </a:solidFill>
                <a:latin typeface="Book Antiqua"/>
                <a:cs typeface="Book Antiqua"/>
              </a:rPr>
              <a:t>l</a:t>
            </a:r>
            <a:r>
              <a:rPr sz="2400" b="1" spc="15" dirty="0">
                <a:solidFill>
                  <a:srgbClr val="0070C0"/>
                </a:solidFill>
                <a:latin typeface="Book Antiqua"/>
                <a:cs typeface="Book Antiqua"/>
              </a:rPr>
              <a:t>u</a:t>
            </a:r>
            <a:r>
              <a:rPr sz="2400" b="1" spc="-5" dirty="0">
                <a:solidFill>
                  <a:srgbClr val="0070C0"/>
                </a:solidFill>
                <a:latin typeface="Book Antiqua"/>
                <a:cs typeface="Book Antiqua"/>
              </a:rPr>
              <a:t>ti</a:t>
            </a:r>
            <a:r>
              <a:rPr sz="2400" b="1" spc="-20" dirty="0">
                <a:solidFill>
                  <a:srgbClr val="0070C0"/>
                </a:solidFill>
                <a:latin typeface="Book Antiqua"/>
                <a:cs typeface="Book Antiqua"/>
              </a:rPr>
              <a:t>o</a:t>
            </a:r>
            <a:r>
              <a:rPr sz="2400" b="1" spc="55" dirty="0">
                <a:solidFill>
                  <a:srgbClr val="0070C0"/>
                </a:solidFill>
                <a:latin typeface="Book Antiqua"/>
                <a:cs typeface="Book Antiqua"/>
              </a:rPr>
              <a:t>n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:</a:t>
            </a:r>
            <a:r>
              <a:rPr sz="2400" b="1" spc="8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70C0"/>
                </a:solidFill>
                <a:latin typeface="Book Antiqua"/>
                <a:cs typeface="Book Antiqua"/>
              </a:rPr>
              <a:t>It</a:t>
            </a:r>
            <a:r>
              <a:rPr sz="2400" b="1" spc="-10" dirty="0">
                <a:solidFill>
                  <a:srgbClr val="0070C0"/>
                </a:solidFill>
                <a:latin typeface="Book Antiqua"/>
                <a:cs typeface="Book Antiqua"/>
              </a:rPr>
              <a:t>e</a:t>
            </a:r>
            <a:r>
              <a:rPr sz="2400" b="1" spc="-25" dirty="0">
                <a:solidFill>
                  <a:srgbClr val="0070C0"/>
                </a:solidFill>
                <a:latin typeface="Book Antiqua"/>
                <a:cs typeface="Book Antiqua"/>
              </a:rPr>
              <a:t>ra</a:t>
            </a:r>
            <a:r>
              <a:rPr sz="2400" b="1" spc="-30" dirty="0">
                <a:solidFill>
                  <a:srgbClr val="0070C0"/>
                </a:solidFill>
                <a:latin typeface="Book Antiqua"/>
                <a:cs typeface="Book Antiqua"/>
              </a:rPr>
              <a:t>ti</a:t>
            </a:r>
            <a:r>
              <a:rPr sz="2400" b="1" spc="-40" dirty="0">
                <a:solidFill>
                  <a:srgbClr val="0070C0"/>
                </a:solidFill>
                <a:latin typeface="Book Antiqua"/>
                <a:cs typeface="Book Antiqua"/>
              </a:rPr>
              <a:t>v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e</a:t>
            </a: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70C0"/>
                </a:solidFill>
                <a:latin typeface="Book Antiqua"/>
                <a:cs typeface="Book Antiqua"/>
              </a:rPr>
              <a:t>appli</a:t>
            </a:r>
            <a:r>
              <a:rPr sz="2400" b="1" spc="-5" dirty="0">
                <a:solidFill>
                  <a:srgbClr val="0070C0"/>
                </a:solidFill>
                <a:latin typeface="Book Antiqua"/>
                <a:cs typeface="Book Antiqua"/>
              </a:rPr>
              <a:t>c</a:t>
            </a:r>
            <a:r>
              <a:rPr sz="2400" b="1" spc="5" dirty="0">
                <a:solidFill>
                  <a:srgbClr val="0070C0"/>
                </a:solidFill>
                <a:latin typeface="Book Antiqua"/>
                <a:cs typeface="Book Antiqua"/>
              </a:rPr>
              <a:t>ati</a:t>
            </a:r>
            <a:r>
              <a:rPr sz="2400" b="1" spc="15" dirty="0">
                <a:solidFill>
                  <a:srgbClr val="0070C0"/>
                </a:solidFill>
                <a:latin typeface="Book Antiqua"/>
                <a:cs typeface="Book Antiqua"/>
              </a:rPr>
              <a:t>o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n</a:t>
            </a:r>
            <a:r>
              <a:rPr sz="2400" b="1" spc="9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15" dirty="0">
                <a:solidFill>
                  <a:srgbClr val="0070C0"/>
                </a:solidFill>
                <a:latin typeface="Book Antiqua"/>
                <a:cs typeface="Book Antiqua"/>
              </a:rPr>
              <a:t>o</a:t>
            </a:r>
            <a:r>
              <a:rPr sz="2400" b="1" spc="-10" dirty="0">
                <a:solidFill>
                  <a:srgbClr val="0070C0"/>
                </a:solidFill>
                <a:latin typeface="Book Antiqua"/>
                <a:cs typeface="Book Antiqua"/>
              </a:rPr>
              <a:t>f</a:t>
            </a:r>
            <a:r>
              <a:rPr sz="2400" b="1" spc="1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125" dirty="0">
                <a:solidFill>
                  <a:srgbClr val="0070C0"/>
                </a:solidFill>
                <a:latin typeface="Book Antiqua"/>
                <a:cs typeface="Book Antiqua"/>
              </a:rPr>
              <a:t>B</a:t>
            </a:r>
            <a:r>
              <a:rPr sz="2400" b="1" spc="110" dirty="0">
                <a:solidFill>
                  <a:srgbClr val="0070C0"/>
                </a:solidFill>
                <a:latin typeface="Book Antiqua"/>
                <a:cs typeface="Book Antiqua"/>
              </a:rPr>
              <a:t>e</a:t>
            </a:r>
            <a:r>
              <a:rPr sz="2400" b="1" spc="-100" dirty="0">
                <a:solidFill>
                  <a:srgbClr val="0070C0"/>
                </a:solidFill>
                <a:latin typeface="Book Antiqua"/>
                <a:cs typeface="Book Antiqua"/>
              </a:rPr>
              <a:t>l</a:t>
            </a:r>
            <a:r>
              <a:rPr sz="2400" b="1" spc="-114" dirty="0">
                <a:solidFill>
                  <a:srgbClr val="0070C0"/>
                </a:solidFill>
                <a:latin typeface="Book Antiqua"/>
                <a:cs typeface="Book Antiqua"/>
              </a:rPr>
              <a:t>l</a:t>
            </a:r>
            <a:r>
              <a:rPr sz="2400" b="1" spc="-15" dirty="0">
                <a:solidFill>
                  <a:srgbClr val="0070C0"/>
                </a:solidFill>
                <a:latin typeface="Book Antiqua"/>
                <a:cs typeface="Book Antiqua"/>
              </a:rPr>
              <a:t>m</a:t>
            </a:r>
            <a:r>
              <a:rPr sz="2400" b="1" spc="5" dirty="0">
                <a:solidFill>
                  <a:srgbClr val="0070C0"/>
                </a:solidFill>
                <a:latin typeface="Book Antiqua"/>
                <a:cs typeface="Book Antiqua"/>
              </a:rPr>
              <a:t>a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n</a:t>
            </a:r>
            <a:r>
              <a:rPr sz="2400" b="1" spc="4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-30" dirty="0">
                <a:solidFill>
                  <a:srgbClr val="0070C0"/>
                </a:solidFill>
                <a:latin typeface="Book Antiqua"/>
                <a:cs typeface="Book Antiqua"/>
              </a:rPr>
              <a:t>o</a:t>
            </a:r>
            <a:r>
              <a:rPr sz="2400" b="1" spc="-15" dirty="0">
                <a:solidFill>
                  <a:srgbClr val="0070C0"/>
                </a:solidFill>
                <a:latin typeface="Book Antiqua"/>
                <a:cs typeface="Book Antiqua"/>
              </a:rPr>
              <a:t>pti</a:t>
            </a:r>
            <a:r>
              <a:rPr sz="2400" b="1" spc="-35" dirty="0">
                <a:solidFill>
                  <a:srgbClr val="0070C0"/>
                </a:solidFill>
                <a:latin typeface="Book Antiqua"/>
                <a:cs typeface="Book Antiqua"/>
              </a:rPr>
              <a:t>m</a:t>
            </a:r>
            <a:r>
              <a:rPr sz="2400" b="1" spc="-15" dirty="0">
                <a:solidFill>
                  <a:srgbClr val="0070C0"/>
                </a:solidFill>
                <a:latin typeface="Book Antiqua"/>
                <a:cs typeface="Book Antiqua"/>
              </a:rPr>
              <a:t>ali</a:t>
            </a:r>
            <a:r>
              <a:rPr sz="2400" b="1" spc="-30" dirty="0">
                <a:solidFill>
                  <a:srgbClr val="0070C0"/>
                </a:solidFill>
                <a:latin typeface="Book Antiqua"/>
                <a:cs typeface="Book Antiqua"/>
              </a:rPr>
              <a:t>t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y</a:t>
            </a:r>
            <a:r>
              <a:rPr sz="2400" b="1" spc="-16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70" dirty="0">
                <a:solidFill>
                  <a:srgbClr val="0070C0"/>
                </a:solidFill>
                <a:latin typeface="Book Antiqua"/>
                <a:cs typeface="Book Antiqua"/>
              </a:rPr>
              <a:t>e</a:t>
            </a:r>
            <a:r>
              <a:rPr sz="2400" b="1" spc="65" dirty="0">
                <a:solidFill>
                  <a:srgbClr val="0070C0"/>
                </a:solidFill>
                <a:latin typeface="Book Antiqua"/>
                <a:cs typeface="Book Antiqua"/>
              </a:rPr>
              <a:t>q</a:t>
            </a:r>
            <a:r>
              <a:rPr sz="2400" b="1" spc="70" dirty="0">
                <a:solidFill>
                  <a:srgbClr val="0070C0"/>
                </a:solidFill>
                <a:latin typeface="Book Antiqua"/>
                <a:cs typeface="Book Antiqua"/>
              </a:rPr>
              <a:t>u</a:t>
            </a:r>
            <a:r>
              <a:rPr sz="2400" b="1" spc="75" dirty="0">
                <a:solidFill>
                  <a:srgbClr val="0070C0"/>
                </a:solidFill>
                <a:latin typeface="Book Antiqua"/>
                <a:cs typeface="Book Antiqua"/>
              </a:rPr>
              <a:t>a</a:t>
            </a:r>
            <a:r>
              <a:rPr sz="2400" b="1" spc="30" dirty="0">
                <a:solidFill>
                  <a:srgbClr val="0070C0"/>
                </a:solidFill>
                <a:latin typeface="Book Antiqua"/>
                <a:cs typeface="Book Antiqua"/>
              </a:rPr>
              <a:t>t</a:t>
            </a:r>
            <a:r>
              <a:rPr sz="2400" b="1" spc="-10" dirty="0">
                <a:solidFill>
                  <a:srgbClr val="0070C0"/>
                </a:solidFill>
                <a:latin typeface="Book Antiqua"/>
                <a:cs typeface="Book Antiqua"/>
              </a:rPr>
              <a:t>ion</a:t>
            </a:r>
            <a:endParaRPr sz="2400" b="1" dirty="0">
              <a:solidFill>
                <a:srgbClr val="0070C0"/>
              </a:solidFill>
              <a:latin typeface="Book Antiqua"/>
              <a:cs typeface="Book Antiqua"/>
            </a:endParaRPr>
          </a:p>
          <a:p>
            <a:pPr marL="355600" indent="-342900">
              <a:lnSpc>
                <a:spcPct val="100000"/>
              </a:lnSpc>
              <a:spcBef>
                <a:spcPts val="110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spc="-40" dirty="0">
                <a:solidFill>
                  <a:srgbClr val="292929"/>
                </a:solidFill>
                <a:latin typeface="Book Antiqua"/>
                <a:cs typeface="Book Antiqua"/>
              </a:rPr>
              <a:t>Pri</a:t>
            </a:r>
            <a:r>
              <a:rPr sz="2400" spc="-45" dirty="0">
                <a:solidFill>
                  <a:srgbClr val="292929"/>
                </a:solidFill>
                <a:latin typeface="Book Antiqua"/>
                <a:cs typeface="Book Antiqua"/>
              </a:rPr>
              <a:t>n</a:t>
            </a:r>
            <a:r>
              <a:rPr sz="2400" spc="-35" dirty="0">
                <a:solidFill>
                  <a:srgbClr val="292929"/>
                </a:solidFill>
                <a:latin typeface="Book Antiqua"/>
                <a:cs typeface="Book Antiqua"/>
              </a:rPr>
              <a:t>c</a:t>
            </a:r>
            <a:r>
              <a:rPr sz="2400" spc="-40" dirty="0">
                <a:solidFill>
                  <a:srgbClr val="292929"/>
                </a:solidFill>
                <a:latin typeface="Book Antiqua"/>
                <a:cs typeface="Book Antiqua"/>
              </a:rPr>
              <a:t>i</a:t>
            </a:r>
            <a:r>
              <a:rPr sz="2400" spc="-45" dirty="0">
                <a:solidFill>
                  <a:srgbClr val="292929"/>
                </a:solidFill>
                <a:latin typeface="Book Antiqua"/>
                <a:cs typeface="Book Antiqua"/>
              </a:rPr>
              <a:t>p</a:t>
            </a:r>
            <a:r>
              <a:rPr sz="2400" spc="-40" dirty="0">
                <a:solidFill>
                  <a:srgbClr val="292929"/>
                </a:solidFill>
                <a:latin typeface="Book Antiqua"/>
                <a:cs typeface="Book Antiqua"/>
              </a:rPr>
              <a:t>l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e</a:t>
            </a:r>
            <a:r>
              <a:rPr sz="2400" spc="19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400" spc="30" dirty="0">
                <a:solidFill>
                  <a:srgbClr val="292929"/>
                </a:solidFill>
                <a:latin typeface="Book Antiqua"/>
                <a:cs typeface="Book Antiqua"/>
              </a:rPr>
              <a:t>o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f</a:t>
            </a:r>
            <a:r>
              <a:rPr sz="2400" spc="2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400" spc="15" dirty="0">
                <a:solidFill>
                  <a:srgbClr val="292929"/>
                </a:solidFill>
                <a:latin typeface="Book Antiqua"/>
                <a:cs typeface="Book Antiqua"/>
              </a:rPr>
              <a:t>Opti</a:t>
            </a:r>
            <a:r>
              <a:rPr sz="2400" spc="35" dirty="0">
                <a:solidFill>
                  <a:srgbClr val="292929"/>
                </a:solidFill>
                <a:latin typeface="Book Antiqua"/>
                <a:cs typeface="Book Antiqua"/>
              </a:rPr>
              <a:t>m</a:t>
            </a:r>
            <a:r>
              <a:rPr sz="2400" spc="20" dirty="0">
                <a:solidFill>
                  <a:srgbClr val="292929"/>
                </a:solidFill>
                <a:latin typeface="Book Antiqua"/>
                <a:cs typeface="Book Antiqua"/>
              </a:rPr>
              <a:t>a</a:t>
            </a:r>
            <a:r>
              <a:rPr sz="2400" spc="-80" dirty="0">
                <a:solidFill>
                  <a:srgbClr val="292929"/>
                </a:solidFill>
                <a:latin typeface="Book Antiqua"/>
                <a:cs typeface="Book Antiqua"/>
              </a:rPr>
              <a:t>li</a:t>
            </a:r>
            <a:r>
              <a:rPr sz="2400" spc="-100" dirty="0">
                <a:solidFill>
                  <a:srgbClr val="292929"/>
                </a:solidFill>
                <a:latin typeface="Book Antiqua"/>
                <a:cs typeface="Book Antiqua"/>
              </a:rPr>
              <a:t>t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y</a:t>
            </a:r>
            <a:endParaRPr sz="2400" dirty="0">
              <a:latin typeface="Book Antiqua"/>
              <a:cs typeface="Book Antiqua"/>
            </a:endParaRPr>
          </a:p>
          <a:p>
            <a:pPr marL="698500" marR="508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 b="1" spc="-160" dirty="0">
                <a:solidFill>
                  <a:srgbClr val="0070C0"/>
                </a:solidFill>
                <a:latin typeface="Book Antiqua"/>
                <a:cs typeface="Book Antiqua"/>
              </a:rPr>
              <a:t>A</a:t>
            </a:r>
            <a:r>
              <a:rPr sz="2400" b="1" spc="-165" dirty="0">
                <a:solidFill>
                  <a:srgbClr val="0070C0"/>
                </a:solidFill>
                <a:latin typeface="Book Antiqua"/>
                <a:cs typeface="Book Antiqua"/>
              </a:rPr>
              <a:t>n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y</a:t>
            </a:r>
            <a:r>
              <a:rPr sz="2400" b="1" spc="-114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65" dirty="0">
                <a:solidFill>
                  <a:srgbClr val="0070C0"/>
                </a:solidFill>
                <a:latin typeface="Book Antiqua"/>
                <a:cs typeface="Book Antiqua"/>
              </a:rPr>
              <a:t>op</a:t>
            </a:r>
            <a:r>
              <a:rPr sz="2400" b="1" spc="30" dirty="0">
                <a:solidFill>
                  <a:srgbClr val="0070C0"/>
                </a:solidFill>
                <a:latin typeface="Book Antiqua"/>
                <a:cs typeface="Book Antiqua"/>
              </a:rPr>
              <a:t>t</a:t>
            </a:r>
            <a:r>
              <a:rPr sz="2400" b="1" spc="-40" dirty="0">
                <a:solidFill>
                  <a:srgbClr val="0070C0"/>
                </a:solidFill>
                <a:latin typeface="Book Antiqua"/>
                <a:cs typeface="Book Antiqua"/>
              </a:rPr>
              <a:t>i</a:t>
            </a:r>
            <a:r>
              <a:rPr sz="2400" b="1" spc="-60" dirty="0">
                <a:solidFill>
                  <a:srgbClr val="0070C0"/>
                </a:solidFill>
                <a:latin typeface="Book Antiqua"/>
                <a:cs typeface="Book Antiqua"/>
              </a:rPr>
              <a:t>m</a:t>
            </a:r>
            <a:r>
              <a:rPr sz="2400" b="1" spc="-40" dirty="0">
                <a:solidFill>
                  <a:srgbClr val="0070C0"/>
                </a:solidFill>
                <a:latin typeface="Book Antiqua"/>
                <a:cs typeface="Book Antiqua"/>
              </a:rPr>
              <a:t>a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l</a:t>
            </a:r>
            <a:r>
              <a:rPr sz="2400" b="1" spc="-4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40" dirty="0">
                <a:solidFill>
                  <a:srgbClr val="0070C0"/>
                </a:solidFill>
                <a:latin typeface="Book Antiqua"/>
                <a:cs typeface="Book Antiqua"/>
              </a:rPr>
              <a:t>po</a:t>
            </a:r>
            <a:r>
              <a:rPr sz="2400" b="1" spc="5" dirty="0">
                <a:solidFill>
                  <a:srgbClr val="0070C0"/>
                </a:solidFill>
                <a:latin typeface="Book Antiqua"/>
                <a:cs typeface="Book Antiqua"/>
              </a:rPr>
              <a:t>l</a:t>
            </a:r>
            <a:r>
              <a:rPr sz="2400" b="1" spc="-65" dirty="0">
                <a:solidFill>
                  <a:srgbClr val="0070C0"/>
                </a:solidFill>
                <a:latin typeface="Book Antiqua"/>
                <a:cs typeface="Book Antiqua"/>
              </a:rPr>
              <a:t>i</a:t>
            </a:r>
            <a:r>
              <a:rPr sz="2400" b="1" spc="-75" dirty="0">
                <a:solidFill>
                  <a:srgbClr val="0070C0"/>
                </a:solidFill>
                <a:latin typeface="Book Antiqua"/>
                <a:cs typeface="Book Antiqua"/>
              </a:rPr>
              <a:t>c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y</a:t>
            </a:r>
            <a:r>
              <a:rPr sz="2400" b="1" spc="-4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45" dirty="0">
                <a:solidFill>
                  <a:srgbClr val="0070C0"/>
                </a:solidFill>
                <a:latin typeface="Book Antiqua"/>
                <a:cs typeface="Book Antiqua"/>
              </a:rPr>
              <a:t>c</a:t>
            </a:r>
            <a:r>
              <a:rPr sz="2400" b="1" spc="55" dirty="0">
                <a:solidFill>
                  <a:srgbClr val="0070C0"/>
                </a:solidFill>
                <a:latin typeface="Book Antiqua"/>
                <a:cs typeface="Book Antiqua"/>
              </a:rPr>
              <a:t>a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n</a:t>
            </a:r>
            <a:r>
              <a:rPr sz="2400" b="1" spc="6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220" dirty="0">
                <a:solidFill>
                  <a:srgbClr val="0070C0"/>
                </a:solidFill>
                <a:latin typeface="Book Antiqua"/>
                <a:cs typeface="Book Antiqua"/>
              </a:rPr>
              <a:t>b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e</a:t>
            </a:r>
            <a:r>
              <a:rPr sz="2400" b="1" spc="18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45" dirty="0">
                <a:solidFill>
                  <a:srgbClr val="0070C0"/>
                </a:solidFill>
                <a:latin typeface="Book Antiqua"/>
                <a:cs typeface="Book Antiqua"/>
              </a:rPr>
              <a:t>su</a:t>
            </a:r>
            <a:r>
              <a:rPr sz="2400" b="1" spc="50" dirty="0">
                <a:solidFill>
                  <a:srgbClr val="0070C0"/>
                </a:solidFill>
                <a:latin typeface="Book Antiqua"/>
                <a:cs typeface="Book Antiqua"/>
              </a:rPr>
              <a:t>b</a:t>
            </a:r>
            <a:r>
              <a:rPr sz="2400" b="1" spc="-80" dirty="0">
                <a:solidFill>
                  <a:srgbClr val="0070C0"/>
                </a:solidFill>
                <a:latin typeface="Book Antiqua"/>
                <a:cs typeface="Book Antiqua"/>
              </a:rPr>
              <a:t>d</a:t>
            </a:r>
            <a:r>
              <a:rPr sz="2400" b="1" spc="-65" dirty="0">
                <a:solidFill>
                  <a:srgbClr val="0070C0"/>
                </a:solidFill>
                <a:latin typeface="Book Antiqua"/>
                <a:cs typeface="Book Antiqua"/>
              </a:rPr>
              <a:t>i</a:t>
            </a:r>
            <a:r>
              <a:rPr sz="2400" b="1" spc="-75" dirty="0">
                <a:solidFill>
                  <a:srgbClr val="0070C0"/>
                </a:solidFill>
                <a:latin typeface="Book Antiqua"/>
                <a:cs typeface="Book Antiqua"/>
              </a:rPr>
              <a:t>v</a:t>
            </a:r>
            <a:r>
              <a:rPr sz="2400" b="1" spc="-65" dirty="0">
                <a:solidFill>
                  <a:srgbClr val="0070C0"/>
                </a:solidFill>
                <a:latin typeface="Book Antiqua"/>
                <a:cs typeface="Book Antiqua"/>
              </a:rPr>
              <a:t>i</a:t>
            </a:r>
            <a:r>
              <a:rPr sz="2400" b="1" spc="-105" dirty="0">
                <a:solidFill>
                  <a:srgbClr val="0070C0"/>
                </a:solidFill>
                <a:latin typeface="Book Antiqua"/>
                <a:cs typeface="Book Antiqua"/>
              </a:rPr>
              <a:t>d</a:t>
            </a:r>
            <a:r>
              <a:rPr sz="2400" b="1" spc="125" dirty="0">
                <a:solidFill>
                  <a:srgbClr val="0070C0"/>
                </a:solidFill>
                <a:latin typeface="Book Antiqua"/>
                <a:cs typeface="Book Antiqua"/>
              </a:rPr>
              <a:t>e</a:t>
            </a:r>
            <a:r>
              <a:rPr sz="2400" b="1" spc="-15" dirty="0">
                <a:solidFill>
                  <a:srgbClr val="0070C0"/>
                </a:solidFill>
                <a:latin typeface="Book Antiqua"/>
                <a:cs typeface="Book Antiqua"/>
              </a:rPr>
              <a:t>d</a:t>
            </a:r>
            <a:r>
              <a:rPr sz="2400" b="1" spc="114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-65" dirty="0">
                <a:solidFill>
                  <a:srgbClr val="0070C0"/>
                </a:solidFill>
                <a:latin typeface="Book Antiqua"/>
                <a:cs typeface="Book Antiqua"/>
              </a:rPr>
              <a:t>in</a:t>
            </a:r>
            <a:r>
              <a:rPr sz="2400" b="1" spc="-55" dirty="0">
                <a:solidFill>
                  <a:srgbClr val="0070C0"/>
                </a:solidFill>
                <a:latin typeface="Book Antiqua"/>
                <a:cs typeface="Book Antiqua"/>
              </a:rPr>
              <a:t>t</a:t>
            </a:r>
            <a:r>
              <a:rPr sz="2400" b="1" spc="-15" dirty="0">
                <a:solidFill>
                  <a:srgbClr val="0070C0"/>
                </a:solidFill>
                <a:latin typeface="Book Antiqua"/>
                <a:cs typeface="Book Antiqua"/>
              </a:rPr>
              <a:t>o</a:t>
            </a:r>
            <a:r>
              <a:rPr sz="2400" b="1" spc="16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-75" dirty="0">
                <a:solidFill>
                  <a:srgbClr val="0070C0"/>
                </a:solidFill>
                <a:latin typeface="Book Antiqua"/>
                <a:cs typeface="Book Antiqua"/>
              </a:rPr>
              <a:t>t</a:t>
            </a:r>
            <a:r>
              <a:rPr sz="2400" b="1" spc="-210" dirty="0">
                <a:solidFill>
                  <a:srgbClr val="0070C0"/>
                </a:solidFill>
                <a:latin typeface="Book Antiqua"/>
                <a:cs typeface="Book Antiqua"/>
              </a:rPr>
              <a:t>w</a:t>
            </a:r>
            <a:r>
              <a:rPr sz="2400" b="1" spc="-15" dirty="0">
                <a:solidFill>
                  <a:srgbClr val="0070C0"/>
                </a:solidFill>
                <a:latin typeface="Book Antiqua"/>
                <a:cs typeface="Book Antiqua"/>
              </a:rPr>
              <a:t>o</a:t>
            </a:r>
            <a:r>
              <a:rPr sz="2400" b="1" spc="14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100" dirty="0">
                <a:solidFill>
                  <a:srgbClr val="0070C0"/>
                </a:solidFill>
                <a:latin typeface="Book Antiqua"/>
                <a:cs typeface="Book Antiqua"/>
              </a:rPr>
              <a:t>c</a:t>
            </a:r>
            <a:r>
              <a:rPr sz="2400" b="1" spc="125" dirty="0">
                <a:solidFill>
                  <a:srgbClr val="0070C0"/>
                </a:solidFill>
                <a:latin typeface="Book Antiqua"/>
                <a:cs typeface="Book Antiqua"/>
              </a:rPr>
              <a:t>o</a:t>
            </a:r>
            <a:r>
              <a:rPr sz="2400" b="1" spc="70" dirty="0">
                <a:solidFill>
                  <a:srgbClr val="0070C0"/>
                </a:solidFill>
                <a:latin typeface="Book Antiqua"/>
                <a:cs typeface="Book Antiqua"/>
              </a:rPr>
              <a:t>m</a:t>
            </a:r>
            <a:r>
              <a:rPr sz="2400" b="1" spc="90" dirty="0">
                <a:solidFill>
                  <a:srgbClr val="0070C0"/>
                </a:solidFill>
                <a:latin typeface="Book Antiqua"/>
                <a:cs typeface="Book Antiqua"/>
              </a:rPr>
              <a:t>p</a:t>
            </a:r>
            <a:r>
              <a:rPr sz="2400" b="1" spc="75" dirty="0">
                <a:solidFill>
                  <a:srgbClr val="0070C0"/>
                </a:solidFill>
                <a:latin typeface="Book Antiqua"/>
                <a:cs typeface="Book Antiqua"/>
              </a:rPr>
              <a:t>o</a:t>
            </a:r>
            <a:r>
              <a:rPr sz="2400" b="1" spc="95" dirty="0">
                <a:solidFill>
                  <a:srgbClr val="0070C0"/>
                </a:solidFill>
                <a:latin typeface="Book Antiqua"/>
                <a:cs typeface="Book Antiqua"/>
              </a:rPr>
              <a:t>n</a:t>
            </a:r>
            <a:r>
              <a:rPr sz="2400" b="1" spc="50" dirty="0">
                <a:solidFill>
                  <a:srgbClr val="0070C0"/>
                </a:solidFill>
                <a:latin typeface="Book Antiqua"/>
                <a:cs typeface="Book Antiqua"/>
              </a:rPr>
              <a:t>e</a:t>
            </a:r>
            <a:r>
              <a:rPr sz="2400" b="1" spc="-40" dirty="0">
                <a:solidFill>
                  <a:srgbClr val="0070C0"/>
                </a:solidFill>
                <a:latin typeface="Book Antiqua"/>
                <a:cs typeface="Book Antiqua"/>
              </a:rPr>
              <a:t>nt</a:t>
            </a:r>
            <a:r>
              <a:rPr sz="2400" b="1" spc="-15" dirty="0">
                <a:solidFill>
                  <a:srgbClr val="0070C0"/>
                </a:solidFill>
                <a:latin typeface="Book Antiqua"/>
                <a:cs typeface="Book Antiqua"/>
              </a:rPr>
              <a:t>s</a:t>
            </a:r>
            <a:r>
              <a:rPr sz="2400" b="1" spc="7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-70" dirty="0">
                <a:solidFill>
                  <a:srgbClr val="0070C0"/>
                </a:solidFill>
                <a:latin typeface="Book Antiqua"/>
                <a:cs typeface="Book Antiqua"/>
              </a:rPr>
              <a:t>w</a:t>
            </a:r>
            <a:r>
              <a:rPr sz="2400" b="1" spc="-55" dirty="0">
                <a:solidFill>
                  <a:srgbClr val="0070C0"/>
                </a:solidFill>
                <a:latin typeface="Book Antiqua"/>
                <a:cs typeface="Book Antiqua"/>
              </a:rPr>
              <a:t>hi</a:t>
            </a:r>
            <a:r>
              <a:rPr sz="2400" b="1" spc="-65" dirty="0">
                <a:solidFill>
                  <a:srgbClr val="0070C0"/>
                </a:solidFill>
                <a:latin typeface="Book Antiqua"/>
                <a:cs typeface="Book Antiqua"/>
              </a:rPr>
              <a:t>c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h</a:t>
            </a:r>
            <a:r>
              <a:rPr sz="2400" b="1" spc="-4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10" dirty="0">
                <a:solidFill>
                  <a:srgbClr val="0070C0"/>
                </a:solidFill>
                <a:latin typeface="Book Antiqua"/>
                <a:cs typeface="Book Antiqua"/>
              </a:rPr>
              <a:t>m</a:t>
            </a:r>
            <a:r>
              <a:rPr sz="2400" b="1" spc="30" dirty="0">
                <a:solidFill>
                  <a:srgbClr val="0070C0"/>
                </a:solidFill>
                <a:latin typeface="Book Antiqua"/>
                <a:cs typeface="Book Antiqua"/>
              </a:rPr>
              <a:t>ak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e</a:t>
            </a:r>
            <a:r>
              <a:rPr sz="2400" b="1" spc="6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50" dirty="0">
                <a:solidFill>
                  <a:srgbClr val="0070C0"/>
                </a:solidFill>
                <a:latin typeface="Book Antiqua"/>
                <a:cs typeface="Book Antiqua"/>
              </a:rPr>
              <a:t>th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e</a:t>
            </a: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-15" dirty="0">
                <a:solidFill>
                  <a:srgbClr val="0070C0"/>
                </a:solidFill>
                <a:latin typeface="Book Antiqua"/>
                <a:cs typeface="Book Antiqua"/>
              </a:rPr>
              <a:t>overall</a:t>
            </a:r>
            <a:r>
              <a:rPr sz="2400" b="1" spc="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220" dirty="0" err="1">
                <a:solidFill>
                  <a:srgbClr val="0070C0"/>
                </a:solidFill>
                <a:latin typeface="Book Antiqua"/>
                <a:cs typeface="Book Antiqua"/>
              </a:rPr>
              <a:t>b</a:t>
            </a:r>
            <a:r>
              <a:rPr sz="2400" b="1" spc="180" dirty="0" err="1">
                <a:solidFill>
                  <a:srgbClr val="0070C0"/>
                </a:solidFill>
                <a:latin typeface="Book Antiqua"/>
                <a:cs typeface="Book Antiqua"/>
              </a:rPr>
              <a:t>e</a:t>
            </a:r>
            <a:r>
              <a:rPr sz="2400" b="1" spc="-45" dirty="0" err="1">
                <a:solidFill>
                  <a:srgbClr val="0070C0"/>
                </a:solidFill>
                <a:latin typeface="Book Antiqua"/>
                <a:cs typeface="Book Antiqua"/>
              </a:rPr>
              <a:t>h</a:t>
            </a:r>
            <a:r>
              <a:rPr sz="2400" b="1" spc="-40" dirty="0" err="1">
                <a:solidFill>
                  <a:srgbClr val="0070C0"/>
                </a:solidFill>
                <a:latin typeface="Book Antiqua"/>
                <a:cs typeface="Book Antiqua"/>
              </a:rPr>
              <a:t>a</a:t>
            </a:r>
            <a:r>
              <a:rPr sz="2400" b="1" spc="-55" dirty="0" err="1">
                <a:solidFill>
                  <a:srgbClr val="0070C0"/>
                </a:solidFill>
                <a:latin typeface="Book Antiqua"/>
                <a:cs typeface="Book Antiqua"/>
              </a:rPr>
              <a:t>v</a:t>
            </a:r>
            <a:r>
              <a:rPr sz="2400" b="1" spc="-30" dirty="0" err="1">
                <a:solidFill>
                  <a:srgbClr val="0070C0"/>
                </a:solidFill>
                <a:latin typeface="Book Antiqua"/>
                <a:cs typeface="Book Antiqua"/>
              </a:rPr>
              <a:t>i</a:t>
            </a:r>
            <a:r>
              <a:rPr sz="2400" b="1" spc="-45" dirty="0" err="1">
                <a:solidFill>
                  <a:srgbClr val="0070C0"/>
                </a:solidFill>
                <a:latin typeface="Book Antiqua"/>
                <a:cs typeface="Book Antiqua"/>
              </a:rPr>
              <a:t>o</a:t>
            </a:r>
            <a:r>
              <a:rPr sz="2400" b="1" spc="-20" dirty="0" err="1">
                <a:solidFill>
                  <a:srgbClr val="0070C0"/>
                </a:solidFill>
                <a:latin typeface="Book Antiqua"/>
                <a:cs typeface="Book Antiqua"/>
              </a:rPr>
              <a:t>u</a:t>
            </a:r>
            <a:r>
              <a:rPr sz="2400" b="1" dirty="0" err="1">
                <a:solidFill>
                  <a:srgbClr val="0070C0"/>
                </a:solidFill>
                <a:latin typeface="Book Antiqua"/>
                <a:cs typeface="Book Antiqua"/>
              </a:rPr>
              <a:t>r</a:t>
            </a:r>
            <a:r>
              <a:rPr sz="2400" b="1" spc="-2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70C0"/>
                </a:solidFill>
                <a:latin typeface="Book Antiqua"/>
                <a:cs typeface="Book Antiqua"/>
              </a:rPr>
              <a:t>o</a:t>
            </a:r>
            <a:r>
              <a:rPr sz="2400" b="1" spc="5" dirty="0">
                <a:solidFill>
                  <a:srgbClr val="0070C0"/>
                </a:solidFill>
                <a:latin typeface="Book Antiqua"/>
                <a:cs typeface="Book Antiqua"/>
              </a:rPr>
              <a:t>pti</a:t>
            </a:r>
            <a:r>
              <a:rPr sz="2400" b="1" spc="-15" dirty="0">
                <a:solidFill>
                  <a:srgbClr val="0070C0"/>
                </a:solidFill>
                <a:latin typeface="Book Antiqua"/>
                <a:cs typeface="Book Antiqua"/>
              </a:rPr>
              <a:t>m</a:t>
            </a:r>
            <a:r>
              <a:rPr sz="2400" b="1" spc="5" dirty="0">
                <a:solidFill>
                  <a:srgbClr val="0070C0"/>
                </a:solidFill>
                <a:latin typeface="Book Antiqua"/>
                <a:cs typeface="Book Antiqua"/>
              </a:rPr>
              <a:t>a</a:t>
            </a:r>
            <a:r>
              <a:rPr sz="2400" b="1" dirty="0">
                <a:solidFill>
                  <a:srgbClr val="0070C0"/>
                </a:solidFill>
                <a:latin typeface="Book Antiqua"/>
                <a:cs typeface="Book Antiqua"/>
              </a:rPr>
              <a:t>l</a:t>
            </a:r>
          </a:p>
          <a:p>
            <a:pPr marL="1270000" lvl="2" indent="-342900">
              <a:spcBef>
                <a:spcPts val="12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spc="-120" dirty="0">
                <a:solidFill>
                  <a:srgbClr val="292929"/>
                </a:solidFill>
                <a:latin typeface="Book Antiqua"/>
                <a:cs typeface="Book Antiqua"/>
              </a:rPr>
              <a:t>A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n</a:t>
            </a:r>
            <a:r>
              <a:rPr sz="2400" spc="-9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400" spc="80" dirty="0">
                <a:solidFill>
                  <a:srgbClr val="292929"/>
                </a:solidFill>
                <a:latin typeface="Book Antiqua"/>
                <a:cs typeface="Book Antiqua"/>
              </a:rPr>
              <a:t>op</a:t>
            </a:r>
            <a:r>
              <a:rPr sz="2400" spc="30" dirty="0">
                <a:solidFill>
                  <a:srgbClr val="292929"/>
                </a:solidFill>
                <a:latin typeface="Book Antiqua"/>
                <a:cs typeface="Book Antiqua"/>
              </a:rPr>
              <a:t>t</a:t>
            </a:r>
            <a:r>
              <a:rPr sz="2400" spc="-40" dirty="0">
                <a:solidFill>
                  <a:srgbClr val="292929"/>
                </a:solidFill>
                <a:latin typeface="Book Antiqua"/>
                <a:cs typeface="Book Antiqua"/>
              </a:rPr>
              <a:t>i</a:t>
            </a:r>
            <a:r>
              <a:rPr sz="2400" spc="-35" dirty="0">
                <a:solidFill>
                  <a:srgbClr val="292929"/>
                </a:solidFill>
                <a:latin typeface="Book Antiqua"/>
                <a:cs typeface="Book Antiqua"/>
              </a:rPr>
              <a:t>m</a:t>
            </a:r>
            <a:r>
              <a:rPr sz="2400" spc="-40" dirty="0">
                <a:solidFill>
                  <a:srgbClr val="292929"/>
                </a:solidFill>
                <a:latin typeface="Book Antiqua"/>
                <a:cs typeface="Book Antiqua"/>
              </a:rPr>
              <a:t>a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l</a:t>
            </a:r>
            <a:r>
              <a:rPr sz="2400" spc="-4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292929"/>
                </a:solidFill>
                <a:latin typeface="Book Antiqua"/>
                <a:cs typeface="Book Antiqua"/>
              </a:rPr>
              <a:t>f</a:t>
            </a:r>
            <a:r>
              <a:rPr sz="2400" spc="-65" dirty="0">
                <a:solidFill>
                  <a:srgbClr val="292929"/>
                </a:solidFill>
                <a:latin typeface="Book Antiqua"/>
                <a:cs typeface="Book Antiqua"/>
              </a:rPr>
              <a:t>ir</a:t>
            </a:r>
            <a:r>
              <a:rPr sz="2400" spc="-60" dirty="0">
                <a:solidFill>
                  <a:srgbClr val="292929"/>
                </a:solidFill>
                <a:latin typeface="Book Antiqua"/>
                <a:cs typeface="Book Antiqua"/>
              </a:rPr>
              <a:t>s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t</a:t>
            </a:r>
            <a:r>
              <a:rPr sz="2400" spc="-4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400" spc="15" dirty="0">
                <a:solidFill>
                  <a:srgbClr val="292929"/>
                </a:solidFill>
                <a:latin typeface="Book Antiqua"/>
                <a:cs typeface="Book Antiqua"/>
              </a:rPr>
              <a:t>a</a:t>
            </a:r>
            <a:r>
              <a:rPr sz="2400" spc="20" dirty="0">
                <a:solidFill>
                  <a:srgbClr val="292929"/>
                </a:solidFill>
                <a:latin typeface="Book Antiqua"/>
                <a:cs typeface="Book Antiqua"/>
              </a:rPr>
              <a:t>c</a:t>
            </a:r>
            <a:r>
              <a:rPr sz="2400" spc="15" dirty="0">
                <a:solidFill>
                  <a:srgbClr val="292929"/>
                </a:solidFill>
                <a:latin typeface="Book Antiqua"/>
                <a:cs typeface="Book Antiqua"/>
              </a:rPr>
              <a:t>ti</a:t>
            </a:r>
            <a:r>
              <a:rPr sz="2400" spc="25" dirty="0">
                <a:solidFill>
                  <a:srgbClr val="292929"/>
                </a:solidFill>
                <a:latin typeface="Book Antiqua"/>
                <a:cs typeface="Book Antiqua"/>
              </a:rPr>
              <a:t>o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n</a:t>
            </a:r>
            <a:r>
              <a:rPr sz="2400" spc="7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400" spc="70" dirty="0">
                <a:solidFill>
                  <a:srgbClr val="292929"/>
                </a:solidFill>
                <a:latin typeface="Book Antiqua"/>
                <a:cs typeface="Book Antiqua"/>
              </a:rPr>
              <a:t>a</a:t>
            </a:r>
            <a:r>
              <a:rPr sz="2400" dirty="0">
                <a:solidFill>
                  <a:srgbClr val="292929"/>
                </a:solidFill>
                <a:latin typeface="Cambria Math"/>
                <a:cs typeface="Cambria Math"/>
              </a:rPr>
              <a:t>∗</a:t>
            </a:r>
            <a:r>
              <a:rPr sz="2400" spc="75" dirty="0">
                <a:solidFill>
                  <a:srgbClr val="292929"/>
                </a:solidFill>
                <a:latin typeface="Cambria Math"/>
                <a:cs typeface="Cambria Math"/>
              </a:rPr>
              <a:t> </a:t>
            </a:r>
            <a:r>
              <a:rPr sz="2400" spc="-20" dirty="0">
                <a:solidFill>
                  <a:srgbClr val="292929"/>
                </a:solidFill>
                <a:latin typeface="Book Antiqua"/>
                <a:cs typeface="Book Antiqua"/>
              </a:rPr>
              <a:t>f</a:t>
            </a:r>
            <a:r>
              <a:rPr sz="2400" spc="-30" dirty="0">
                <a:solidFill>
                  <a:srgbClr val="292929"/>
                </a:solidFill>
                <a:latin typeface="Book Antiqua"/>
                <a:cs typeface="Book Antiqua"/>
              </a:rPr>
              <a:t>ol</a:t>
            </a:r>
            <a:r>
              <a:rPr sz="2400" spc="20" dirty="0">
                <a:solidFill>
                  <a:srgbClr val="292929"/>
                </a:solidFill>
                <a:latin typeface="Book Antiqua"/>
                <a:cs typeface="Book Antiqua"/>
              </a:rPr>
              <a:t>lo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w</a:t>
            </a:r>
            <a:r>
              <a:rPr sz="2400" spc="-15" dirty="0">
                <a:solidFill>
                  <a:srgbClr val="292929"/>
                </a:solidFill>
                <a:latin typeface="Book Antiqua"/>
                <a:cs typeface="Book Antiqua"/>
              </a:rPr>
              <a:t>e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d</a:t>
            </a:r>
            <a:r>
              <a:rPr sz="2400" spc="4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by</a:t>
            </a:r>
            <a:r>
              <a:rPr sz="2400" spc="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400" spc="30" dirty="0">
                <a:solidFill>
                  <a:srgbClr val="292929"/>
                </a:solidFill>
                <a:latin typeface="Book Antiqua"/>
                <a:cs typeface="Book Antiqua"/>
              </a:rPr>
              <a:t>a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n</a:t>
            </a:r>
            <a:r>
              <a:rPr sz="2400" spc="4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292929"/>
                </a:solidFill>
                <a:latin typeface="Book Antiqua"/>
                <a:cs typeface="Book Antiqua"/>
              </a:rPr>
              <a:t>o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p</a:t>
            </a:r>
            <a:r>
              <a:rPr sz="2400" spc="5" dirty="0">
                <a:solidFill>
                  <a:srgbClr val="292929"/>
                </a:solidFill>
                <a:latin typeface="Book Antiqua"/>
                <a:cs typeface="Book Antiqua"/>
              </a:rPr>
              <a:t>ti</a:t>
            </a:r>
            <a:r>
              <a:rPr sz="2400" spc="10" dirty="0">
                <a:solidFill>
                  <a:srgbClr val="292929"/>
                </a:solidFill>
                <a:latin typeface="Book Antiqua"/>
                <a:cs typeface="Book Antiqua"/>
              </a:rPr>
              <a:t>m</a:t>
            </a:r>
            <a:r>
              <a:rPr sz="2400" spc="5" dirty="0">
                <a:solidFill>
                  <a:srgbClr val="292929"/>
                </a:solidFill>
                <a:latin typeface="Book Antiqua"/>
                <a:cs typeface="Book Antiqua"/>
              </a:rPr>
              <a:t>a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l</a:t>
            </a:r>
            <a:r>
              <a:rPr sz="2400" spc="4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400" spc="30" dirty="0">
                <a:solidFill>
                  <a:srgbClr val="292929"/>
                </a:solidFill>
                <a:latin typeface="Book Antiqua"/>
                <a:cs typeface="Book Antiqua"/>
              </a:rPr>
              <a:t>poli</a:t>
            </a:r>
            <a:r>
              <a:rPr sz="2400" spc="25" dirty="0">
                <a:solidFill>
                  <a:srgbClr val="292929"/>
                </a:solidFill>
                <a:latin typeface="Book Antiqua"/>
                <a:cs typeface="Book Antiqua"/>
              </a:rPr>
              <a:t>c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y</a:t>
            </a:r>
            <a:r>
              <a:rPr sz="2400" spc="-21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Book Antiqua"/>
                <a:cs typeface="Book Antiqua"/>
              </a:rPr>
              <a:t>f</a:t>
            </a:r>
            <a:r>
              <a:rPr sz="2400" spc="-15" dirty="0">
                <a:solidFill>
                  <a:srgbClr val="292929"/>
                </a:solidFill>
                <a:latin typeface="Book Antiqua"/>
                <a:cs typeface="Book Antiqua"/>
              </a:rPr>
              <a:t>r</a:t>
            </a:r>
            <a:r>
              <a:rPr sz="2400" spc="-20" dirty="0">
                <a:solidFill>
                  <a:srgbClr val="292929"/>
                </a:solidFill>
                <a:latin typeface="Book Antiqua"/>
                <a:cs typeface="Book Antiqua"/>
              </a:rPr>
              <a:t>o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m</a:t>
            </a:r>
            <a:r>
              <a:rPr sz="2400" spc="-1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400" spc="60" dirty="0">
                <a:solidFill>
                  <a:srgbClr val="292929"/>
                </a:solidFill>
                <a:latin typeface="Book Antiqua"/>
                <a:cs typeface="Book Antiqua"/>
              </a:rPr>
              <a:t>succ</a:t>
            </a:r>
            <a:r>
              <a:rPr sz="2400" spc="55" dirty="0">
                <a:solidFill>
                  <a:srgbClr val="292929"/>
                </a:solidFill>
                <a:latin typeface="Book Antiqua"/>
                <a:cs typeface="Book Antiqua"/>
              </a:rPr>
              <a:t>e</a:t>
            </a:r>
            <a:r>
              <a:rPr sz="2400" spc="60" dirty="0">
                <a:solidFill>
                  <a:srgbClr val="292929"/>
                </a:solidFill>
                <a:latin typeface="Book Antiqua"/>
                <a:cs typeface="Book Antiqua"/>
              </a:rPr>
              <a:t>ss</a:t>
            </a:r>
            <a:r>
              <a:rPr sz="2400" spc="50" dirty="0">
                <a:solidFill>
                  <a:srgbClr val="292929"/>
                </a:solidFill>
                <a:latin typeface="Book Antiqua"/>
                <a:cs typeface="Book Antiqua"/>
              </a:rPr>
              <a:t>o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r</a:t>
            </a:r>
            <a:endParaRPr sz="2400" dirty="0">
              <a:latin typeface="Book Antiqua"/>
              <a:cs typeface="Book Antiqua"/>
            </a:endParaRPr>
          </a:p>
          <a:p>
            <a:pPr marL="1270000" lvl="2"/>
            <a:r>
              <a:rPr sz="2400" spc="0" dirty="0">
                <a:solidFill>
                  <a:srgbClr val="292929"/>
                </a:solidFill>
                <a:latin typeface="Book Antiqua"/>
                <a:cs typeface="Book Antiqua"/>
              </a:rPr>
              <a:t>s</a:t>
            </a:r>
            <a:r>
              <a:rPr sz="2400" spc="15" dirty="0">
                <a:solidFill>
                  <a:srgbClr val="292929"/>
                </a:solidFill>
                <a:latin typeface="Book Antiqua"/>
                <a:cs typeface="Book Antiqua"/>
              </a:rPr>
              <a:t>t</a:t>
            </a:r>
            <a:r>
              <a:rPr sz="2400" spc="25" dirty="0">
                <a:solidFill>
                  <a:srgbClr val="292929"/>
                </a:solidFill>
                <a:latin typeface="Book Antiqua"/>
                <a:cs typeface="Book Antiqua"/>
              </a:rPr>
              <a:t>a</a:t>
            </a:r>
            <a:r>
              <a:rPr sz="2400" spc="-5" dirty="0">
                <a:solidFill>
                  <a:srgbClr val="292929"/>
                </a:solidFill>
                <a:latin typeface="Book Antiqua"/>
                <a:cs typeface="Book Antiqua"/>
              </a:rPr>
              <a:t>t</a:t>
            </a:r>
            <a:r>
              <a:rPr sz="2400" dirty="0">
                <a:solidFill>
                  <a:srgbClr val="292929"/>
                </a:solidFill>
                <a:latin typeface="Book Antiqua"/>
                <a:cs typeface="Book Antiqua"/>
              </a:rPr>
              <a:t>e</a:t>
            </a:r>
            <a:r>
              <a:rPr sz="2400" spc="21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92929"/>
                </a:solidFill>
                <a:latin typeface="Book Antiqua"/>
                <a:cs typeface="Book Antiqua"/>
              </a:rPr>
              <a:t>S</a:t>
            </a:r>
            <a:endParaRPr sz="2400" dirty="0">
              <a:latin typeface="Book Antiqua"/>
              <a:cs typeface="Book Antiqua"/>
            </a:endParaRPr>
          </a:p>
          <a:p>
            <a:pPr marL="1270000" lvl="2" indent="-342900">
              <a:lnSpc>
                <a:spcPts val="2875"/>
              </a:lnSpc>
              <a:spcBef>
                <a:spcPts val="121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spc="-20" dirty="0">
                <a:latin typeface="Book Antiqua"/>
                <a:cs typeface="Book Antiqua"/>
              </a:rPr>
              <a:t>A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Book Antiqua"/>
                <a:cs typeface="Book Antiqua"/>
              </a:rPr>
              <a:t>po</a:t>
            </a:r>
            <a:r>
              <a:rPr sz="2400" spc="5" dirty="0">
                <a:latin typeface="Book Antiqua"/>
                <a:cs typeface="Book Antiqua"/>
              </a:rPr>
              <a:t>l</a:t>
            </a:r>
            <a:r>
              <a:rPr sz="2400" spc="-65" dirty="0">
                <a:latin typeface="Book Antiqua"/>
                <a:cs typeface="Book Antiqua"/>
              </a:rPr>
              <a:t>i</a:t>
            </a:r>
            <a:r>
              <a:rPr sz="2400" spc="-75" dirty="0">
                <a:latin typeface="Book Antiqua"/>
                <a:cs typeface="Book Antiqua"/>
              </a:rPr>
              <a:t>c</a:t>
            </a:r>
            <a:r>
              <a:rPr sz="2400" dirty="0">
                <a:latin typeface="Book Antiqua"/>
                <a:cs typeface="Book Antiqua"/>
              </a:rPr>
              <a:t>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320" dirty="0">
                <a:latin typeface="Lucida Sans"/>
                <a:cs typeface="Lucida Sans"/>
              </a:rPr>
              <a:t>π</a:t>
            </a:r>
            <a:r>
              <a:rPr sz="2400" spc="-350" dirty="0">
                <a:latin typeface="Lucida Sans"/>
                <a:cs typeface="Lucida Sans"/>
              </a:rPr>
              <a:t>(</a:t>
            </a:r>
            <a:r>
              <a:rPr sz="2400" spc="-254" dirty="0">
                <a:latin typeface="Book Antiqua"/>
                <a:cs typeface="Book Antiqua"/>
              </a:rPr>
              <a:t>a</a:t>
            </a:r>
            <a:r>
              <a:rPr sz="2400" spc="-270" dirty="0">
                <a:latin typeface="Book Antiqua"/>
                <a:cs typeface="Book Antiqua"/>
              </a:rPr>
              <a:t>|</a:t>
            </a:r>
            <a:r>
              <a:rPr sz="2400" spc="-265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)</a:t>
            </a:r>
            <a:r>
              <a:rPr sz="2400" spc="-18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a</a:t>
            </a:r>
            <a:r>
              <a:rPr sz="2400" spc="35" dirty="0">
                <a:latin typeface="Book Antiqua"/>
                <a:cs typeface="Book Antiqua"/>
              </a:rPr>
              <a:t>c</a:t>
            </a:r>
            <a:r>
              <a:rPr sz="2400" spc="65" dirty="0">
                <a:latin typeface="Book Antiqua"/>
                <a:cs typeface="Book Antiqua"/>
              </a:rPr>
              <a:t>h</a:t>
            </a:r>
            <a:r>
              <a:rPr sz="2400" spc="30" dirty="0">
                <a:latin typeface="Book Antiqua"/>
                <a:cs typeface="Book Antiqua"/>
              </a:rPr>
              <a:t>i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15" dirty="0">
                <a:latin typeface="Book Antiqua"/>
                <a:cs typeface="Book Antiqua"/>
              </a:rPr>
              <a:t>v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5" dirty="0">
                <a:latin typeface="Book Antiqua"/>
                <a:cs typeface="Book Antiqua"/>
              </a:rPr>
              <a:t>pti</a:t>
            </a:r>
            <a:r>
              <a:rPr sz="2400" spc="-15" dirty="0">
                <a:latin typeface="Book Antiqua"/>
                <a:cs typeface="Book Antiqua"/>
              </a:rPr>
              <a:t>m</a:t>
            </a:r>
            <a:r>
              <a:rPr sz="2400" spc="5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Book Antiqua"/>
                <a:cs typeface="Book Antiqua"/>
              </a:rPr>
              <a:t>va</a:t>
            </a:r>
            <a:r>
              <a:rPr sz="2400" spc="15" dirty="0">
                <a:latin typeface="Book Antiqua"/>
                <a:cs typeface="Book Antiqua"/>
              </a:rPr>
              <a:t>l</a:t>
            </a:r>
            <a:r>
              <a:rPr sz="2400" spc="25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spc="-20" dirty="0">
                <a:latin typeface="Book Antiqua"/>
                <a:cs typeface="Book Antiqua"/>
              </a:rPr>
              <a:t>r</a:t>
            </a:r>
            <a:r>
              <a:rPr sz="2400" spc="-30" dirty="0">
                <a:latin typeface="Book Antiqua"/>
                <a:cs typeface="Book Antiqua"/>
              </a:rPr>
              <a:t>o</a:t>
            </a:r>
            <a:r>
              <a:rPr sz="2400" spc="-25" dirty="0">
                <a:latin typeface="Book Antiqua"/>
                <a:cs typeface="Book Antiqua"/>
              </a:rPr>
              <a:t>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Book Antiqua"/>
                <a:cs typeface="Book Antiqua"/>
              </a:rPr>
              <a:t>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15" dirty="0">
                <a:latin typeface="Lucida Sans"/>
                <a:cs typeface="Lucida Sans"/>
              </a:rPr>
              <a:t>v</a:t>
            </a:r>
            <a:r>
              <a:rPr sz="2400" spc="-245" dirty="0">
                <a:latin typeface="Lucida Sans"/>
                <a:cs typeface="Lucida Sans"/>
              </a:rPr>
              <a:t>_</a:t>
            </a:r>
            <a:r>
              <a:rPr sz="2400" spc="-285" dirty="0">
                <a:latin typeface="Lucida Sans"/>
                <a:cs typeface="Lucida Sans"/>
              </a:rPr>
              <a:t>π</a:t>
            </a:r>
            <a:r>
              <a:rPr sz="2400" spc="-100" dirty="0">
                <a:latin typeface="Lucida Sans"/>
                <a:cs typeface="Lucida Sans"/>
              </a:rPr>
              <a:t>(s</a:t>
            </a:r>
            <a:r>
              <a:rPr sz="2400" dirty="0">
                <a:latin typeface="Lucida Sans"/>
                <a:cs typeface="Lucida Sans"/>
              </a:rPr>
              <a:t>)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"/>
                <a:cs typeface="Lucida Sans"/>
              </a:rPr>
              <a:t>=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Lucida Sans"/>
                <a:cs typeface="Lucida Sans"/>
              </a:rPr>
              <a:t>v</a:t>
            </a:r>
            <a:r>
              <a:rPr sz="2400" dirty="0">
                <a:latin typeface="Cambria Math"/>
                <a:cs typeface="Cambria Math"/>
              </a:rPr>
              <a:t>∗</a:t>
            </a:r>
            <a:r>
              <a:rPr sz="2400" spc="-20" dirty="0">
                <a:latin typeface="Book Antiqua"/>
                <a:cs typeface="Book Antiqua"/>
              </a:rPr>
              <a:t>(</a:t>
            </a:r>
            <a:r>
              <a:rPr sz="2400" spc="-40" dirty="0">
                <a:latin typeface="Book Antiqua"/>
                <a:cs typeface="Book Antiqua"/>
              </a:rPr>
              <a:t>s</a:t>
            </a:r>
            <a:r>
              <a:rPr sz="2400" spc="-20" dirty="0">
                <a:latin typeface="Book Antiqua"/>
                <a:cs typeface="Book Antiqua"/>
              </a:rPr>
              <a:t>)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Book Antiqua"/>
                <a:cs typeface="Book Antiqua"/>
              </a:rPr>
              <a:t>i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a</a:t>
            </a:r>
            <a:r>
              <a:rPr sz="2400" spc="25" dirty="0">
                <a:latin typeface="Book Antiqua"/>
                <a:cs typeface="Book Antiqua"/>
              </a:rPr>
              <a:t>n</a:t>
            </a:r>
            <a:r>
              <a:rPr sz="2400" spc="-15" dirty="0">
                <a:latin typeface="Book Antiqua"/>
                <a:cs typeface="Book Antiqua"/>
              </a:rPr>
              <a:t>d</a:t>
            </a:r>
            <a:endParaRPr sz="2400" dirty="0">
              <a:latin typeface="Book Antiqua"/>
              <a:cs typeface="Book Antiqua"/>
            </a:endParaRPr>
          </a:p>
          <a:p>
            <a:pPr marL="1270000" lvl="2">
              <a:lnSpc>
                <a:spcPts val="2875"/>
              </a:lnSpc>
            </a:pPr>
            <a:r>
              <a:rPr sz="2400" spc="5" dirty="0">
                <a:latin typeface="Book Antiqua"/>
                <a:cs typeface="Book Antiqua"/>
              </a:rPr>
              <a:t>on</a:t>
            </a:r>
            <a:r>
              <a:rPr sz="2400" spc="-5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y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Book Antiqua"/>
                <a:cs typeface="Book Antiqua"/>
              </a:rPr>
              <a:t>i</a:t>
            </a:r>
            <a:r>
              <a:rPr sz="2400" spc="-35" dirty="0">
                <a:latin typeface="Book Antiqua"/>
                <a:cs typeface="Book Antiqua"/>
              </a:rPr>
              <a:t>f</a:t>
            </a:r>
            <a:r>
              <a:rPr sz="2400" dirty="0">
                <a:latin typeface="Book Antiqua"/>
                <a:cs typeface="Book Antiqua"/>
              </a:rPr>
              <a:t>:</a:t>
            </a:r>
          </a:p>
          <a:p>
            <a:pPr marL="1803400" lvl="3" indent="-419100">
              <a:spcBef>
                <a:spcPts val="1210"/>
              </a:spcBef>
              <a:buFont typeface="Wingdings"/>
              <a:buChar char=""/>
              <a:tabLst>
                <a:tab pos="432434" algn="l"/>
              </a:tabLst>
            </a:pPr>
            <a:r>
              <a:rPr sz="2400" spc="-150" dirty="0">
                <a:latin typeface="Lucida Sans"/>
                <a:cs typeface="Lucida Sans"/>
              </a:rPr>
              <a:t>s</a:t>
            </a:r>
            <a:r>
              <a:rPr sz="2400" spc="-130" dirty="0">
                <a:latin typeface="Lucida Sans"/>
                <a:cs typeface="Lucida Sans"/>
              </a:rPr>
              <a:t>t</a:t>
            </a:r>
            <a:r>
              <a:rPr sz="2400" spc="-114" dirty="0">
                <a:latin typeface="Lucida Sans"/>
                <a:cs typeface="Lucida Sans"/>
              </a:rPr>
              <a:t>a</a:t>
            </a:r>
            <a:r>
              <a:rPr sz="2400" spc="-110" dirty="0">
                <a:latin typeface="Lucida Sans"/>
                <a:cs typeface="Lucida Sans"/>
              </a:rPr>
              <a:t>t</a:t>
            </a:r>
            <a:r>
              <a:rPr sz="2400" dirty="0">
                <a:latin typeface="Lucida Sans"/>
                <a:cs typeface="Lucida Sans"/>
              </a:rPr>
              <a:t>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04" dirty="0">
                <a:latin typeface="Lucida Sans"/>
                <a:cs typeface="Lucida Sans"/>
              </a:rPr>
              <a:t>s</a:t>
            </a:r>
            <a:r>
              <a:rPr sz="2400" dirty="0">
                <a:latin typeface="Lucida Sans"/>
                <a:cs typeface="Lucida Sans"/>
              </a:rPr>
              <a:t>’</a:t>
            </a:r>
            <a:r>
              <a:rPr sz="2400" spc="-345" dirty="0">
                <a:latin typeface="Lucida Sans"/>
                <a:cs typeface="Lucida Sans"/>
              </a:rPr>
              <a:t> </a:t>
            </a:r>
            <a:r>
              <a:rPr sz="2400" spc="-35" dirty="0">
                <a:latin typeface="Lucida Sans"/>
                <a:cs typeface="Lucida Sans"/>
              </a:rPr>
              <a:t>r</a:t>
            </a:r>
            <a:r>
              <a:rPr sz="2400" spc="-20" dirty="0">
                <a:latin typeface="Lucida Sans"/>
                <a:cs typeface="Lucida Sans"/>
              </a:rPr>
              <a:t>e</a:t>
            </a:r>
            <a:r>
              <a:rPr sz="2400" spc="-30" dirty="0">
                <a:latin typeface="Lucida Sans"/>
                <a:cs typeface="Lucida Sans"/>
              </a:rPr>
              <a:t>a</a:t>
            </a:r>
            <a:r>
              <a:rPr sz="2400" spc="-45" dirty="0">
                <a:latin typeface="Lucida Sans"/>
                <a:cs typeface="Lucida Sans"/>
              </a:rPr>
              <a:t>c</a:t>
            </a:r>
            <a:r>
              <a:rPr sz="2400" spc="-65" dirty="0">
                <a:latin typeface="Lucida Sans"/>
                <a:cs typeface="Lucida Sans"/>
              </a:rPr>
              <a:t>h</a:t>
            </a:r>
            <a:r>
              <a:rPr sz="2400" spc="-30" dirty="0">
                <a:latin typeface="Lucida Sans"/>
                <a:cs typeface="Lucida Sans"/>
              </a:rPr>
              <a:t>a</a:t>
            </a:r>
            <a:r>
              <a:rPr sz="2400" spc="-60" dirty="0">
                <a:latin typeface="Lucida Sans"/>
                <a:cs typeface="Lucida Sans"/>
              </a:rPr>
              <a:t>b</a:t>
            </a:r>
            <a:r>
              <a:rPr sz="2400" spc="-50" dirty="0">
                <a:latin typeface="Lucida Sans"/>
                <a:cs typeface="Lucida Sans"/>
              </a:rPr>
              <a:t>l</a:t>
            </a:r>
            <a:r>
              <a:rPr sz="2400" dirty="0">
                <a:latin typeface="Lucida Sans"/>
                <a:cs typeface="Lucida Sans"/>
              </a:rPr>
              <a:t>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Lucida Sans"/>
                <a:cs typeface="Lucida Sans"/>
              </a:rPr>
              <a:t>f</a:t>
            </a:r>
            <a:r>
              <a:rPr sz="2400" spc="-110" dirty="0">
                <a:latin typeface="Lucida Sans"/>
                <a:cs typeface="Lucida Sans"/>
              </a:rPr>
              <a:t>ro</a:t>
            </a:r>
            <a:r>
              <a:rPr sz="2400" spc="-25" dirty="0">
                <a:latin typeface="Lucida Sans"/>
                <a:cs typeface="Lucida Sans"/>
              </a:rPr>
              <a:t>m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s</a:t>
            </a:r>
            <a:endParaRPr sz="2400" dirty="0">
              <a:latin typeface="Book Antiqua"/>
              <a:cs typeface="Book Antiqua"/>
            </a:endParaRPr>
          </a:p>
          <a:p>
            <a:pPr marL="1803400" lvl="3" indent="-419100">
              <a:spcBef>
                <a:spcPts val="1200"/>
              </a:spcBef>
              <a:buFont typeface="Wingdings"/>
              <a:buChar char=""/>
              <a:tabLst>
                <a:tab pos="432434" algn="l"/>
              </a:tabLst>
            </a:pPr>
            <a:r>
              <a:rPr sz="2400" spc="-20" dirty="0">
                <a:latin typeface="Lucida Sans"/>
                <a:cs typeface="Lucida Sans"/>
              </a:rPr>
              <a:t>π</a:t>
            </a:r>
            <a:r>
              <a:rPr sz="2400" spc="25" dirty="0">
                <a:latin typeface="Book Antiqua"/>
                <a:cs typeface="Book Antiqua"/>
              </a:rPr>
              <a:t>a</a:t>
            </a:r>
            <a:r>
              <a:rPr sz="2400" spc="35" dirty="0">
                <a:latin typeface="Book Antiqua"/>
                <a:cs typeface="Book Antiqua"/>
              </a:rPr>
              <a:t>c</a:t>
            </a:r>
            <a:r>
              <a:rPr sz="2400" spc="65" dirty="0">
                <a:latin typeface="Book Antiqua"/>
                <a:cs typeface="Book Antiqua"/>
              </a:rPr>
              <a:t>h</a:t>
            </a:r>
            <a:r>
              <a:rPr sz="2400" spc="30" dirty="0">
                <a:latin typeface="Book Antiqua"/>
                <a:cs typeface="Book Antiqua"/>
              </a:rPr>
              <a:t>i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15" dirty="0">
                <a:latin typeface="Book Antiqua"/>
                <a:cs typeface="Book Antiqua"/>
              </a:rPr>
              <a:t>v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5" dirty="0">
                <a:latin typeface="Book Antiqua"/>
                <a:cs typeface="Book Antiqua"/>
              </a:rPr>
              <a:t>pti</a:t>
            </a:r>
            <a:r>
              <a:rPr sz="2400" spc="-15" dirty="0">
                <a:latin typeface="Book Antiqua"/>
                <a:cs typeface="Book Antiqua"/>
              </a:rPr>
              <a:t>m</a:t>
            </a:r>
            <a:r>
              <a:rPr sz="2400" spc="5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Book Antiqua"/>
                <a:cs typeface="Book Antiqua"/>
              </a:rPr>
              <a:t>va</a:t>
            </a:r>
            <a:r>
              <a:rPr sz="2400" spc="15" dirty="0">
                <a:latin typeface="Book Antiqua"/>
                <a:cs typeface="Book Antiqua"/>
              </a:rPr>
              <a:t>l</a:t>
            </a:r>
            <a:r>
              <a:rPr sz="2400" spc="25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spc="-20" dirty="0">
                <a:latin typeface="Book Antiqua"/>
                <a:cs typeface="Book Antiqua"/>
              </a:rPr>
              <a:t>r</a:t>
            </a:r>
            <a:r>
              <a:rPr sz="2400" spc="-30" dirty="0">
                <a:latin typeface="Book Antiqua"/>
                <a:cs typeface="Book Antiqua"/>
              </a:rPr>
              <a:t>o</a:t>
            </a:r>
            <a:r>
              <a:rPr sz="2400" spc="-25" dirty="0">
                <a:latin typeface="Book Antiqua"/>
                <a:cs typeface="Book Antiqua"/>
              </a:rPr>
              <a:t>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Lucida Sans"/>
                <a:cs typeface="Lucida Sans"/>
              </a:rPr>
              <a:t>s</a:t>
            </a:r>
            <a:r>
              <a:rPr sz="2400" spc="-185" dirty="0">
                <a:latin typeface="Lucida Sans"/>
                <a:cs typeface="Lucida Sans"/>
              </a:rPr>
              <a:t>’</a:t>
            </a:r>
            <a:r>
              <a:rPr sz="2400" dirty="0">
                <a:latin typeface="Lucida Sans"/>
                <a:cs typeface="Lucida Sans"/>
              </a:rPr>
              <a:t>,</a:t>
            </a:r>
            <a:r>
              <a:rPr sz="2400" spc="-320" dirty="0">
                <a:latin typeface="Lucida Sans"/>
                <a:cs typeface="Lucida Sans"/>
              </a:rPr>
              <a:t> </a:t>
            </a:r>
            <a:r>
              <a:rPr sz="2400" spc="-215" dirty="0">
                <a:latin typeface="Lucida Sans"/>
                <a:cs typeface="Lucida Sans"/>
              </a:rPr>
              <a:t>v</a:t>
            </a:r>
            <a:r>
              <a:rPr sz="2400" spc="-245" dirty="0">
                <a:latin typeface="Lucida Sans"/>
                <a:cs typeface="Lucida Sans"/>
              </a:rPr>
              <a:t>_</a:t>
            </a:r>
            <a:r>
              <a:rPr sz="2400" spc="-285" dirty="0">
                <a:latin typeface="Lucida Sans"/>
                <a:cs typeface="Lucida Sans"/>
              </a:rPr>
              <a:t>π</a:t>
            </a:r>
            <a:r>
              <a:rPr sz="2400" spc="-160" dirty="0">
                <a:latin typeface="Lucida Sans"/>
                <a:cs typeface="Lucida Sans"/>
              </a:rPr>
              <a:t>(s</a:t>
            </a:r>
            <a:r>
              <a:rPr sz="2400" dirty="0">
                <a:latin typeface="Lucida Sans"/>
                <a:cs typeface="Lucida Sans"/>
              </a:rPr>
              <a:t>’</a:t>
            </a:r>
            <a:r>
              <a:rPr sz="2400" spc="-320" dirty="0">
                <a:latin typeface="Lucida Sans"/>
                <a:cs typeface="Lucida Sans"/>
              </a:rPr>
              <a:t> </a:t>
            </a:r>
            <a:r>
              <a:rPr sz="2400" spc="-25" dirty="0">
                <a:latin typeface="Lucida Sans"/>
                <a:cs typeface="Lucida Sans"/>
              </a:rPr>
              <a:t>)</a:t>
            </a:r>
            <a:r>
              <a:rPr sz="2400" spc="-30" dirty="0">
                <a:latin typeface="Lucida Sans"/>
                <a:cs typeface="Lucida Sans"/>
              </a:rPr>
              <a:t>=</a:t>
            </a:r>
            <a:r>
              <a:rPr sz="2400" spc="-35" dirty="0">
                <a:latin typeface="Lucida Sans"/>
                <a:cs typeface="Lucida Sans"/>
              </a:rPr>
              <a:t>v</a:t>
            </a:r>
            <a:r>
              <a:rPr sz="2400" dirty="0">
                <a:latin typeface="Cambria Math"/>
                <a:cs typeface="Cambria Math"/>
              </a:rPr>
              <a:t>∗</a:t>
            </a:r>
            <a:r>
              <a:rPr sz="2400" spc="-160" dirty="0">
                <a:latin typeface="Lucida Sans"/>
                <a:cs typeface="Lucida Sans"/>
              </a:rPr>
              <a:t>(s</a:t>
            </a:r>
            <a:r>
              <a:rPr sz="2400" dirty="0">
                <a:latin typeface="Lucida Sans"/>
                <a:cs typeface="Lucida Sans"/>
              </a:rPr>
              <a:t>’</a:t>
            </a:r>
            <a:r>
              <a:rPr sz="2400" spc="-345" dirty="0">
                <a:latin typeface="Lucida Sans"/>
                <a:cs typeface="Lucida Sans"/>
              </a:rPr>
              <a:t> </a:t>
            </a:r>
            <a:r>
              <a:rPr sz="2400" dirty="0">
                <a:latin typeface="Lucida Sans"/>
                <a:cs typeface="Lucida Sans"/>
              </a:rPr>
              <a:t>)</a:t>
            </a:r>
          </a:p>
        </p:txBody>
      </p:sp>
      <p:sp>
        <p:nvSpPr>
          <p:cNvPr id="4" name="object 4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22</a:t>
            </a:fld>
            <a:endParaRPr dirty="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2FEBB4-5D86-4E37-9ED7-0B47D1565637}"/>
              </a:ext>
            </a:extLst>
          </p:cNvPr>
          <p:cNvSpPr txBox="1"/>
          <p:nvPr/>
        </p:nvSpPr>
        <p:spPr>
          <a:xfrm>
            <a:off x="3721608" y="9067"/>
            <a:ext cx="9281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if you start optimally, and then always continue optimally, the overall behavior is optimal.</a:t>
            </a: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88BC7A-EEE6-7047-D1A8-EA2E21359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Iteration Algorithm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61F0CF-3AD0-F009-7C3B-493E3E5B1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13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9728" y="311276"/>
            <a:ext cx="548830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360" dirty="0">
                <a:latin typeface="Arial"/>
                <a:cs typeface="Arial"/>
              </a:rPr>
              <a:t>V</a:t>
            </a:r>
            <a:r>
              <a:rPr sz="4000" spc="-55" dirty="0">
                <a:latin typeface="Arial"/>
                <a:cs typeface="Arial"/>
              </a:rPr>
              <a:t>a</a:t>
            </a:r>
            <a:r>
              <a:rPr sz="4000" spc="-25" dirty="0">
                <a:latin typeface="Arial"/>
                <a:cs typeface="Arial"/>
              </a:rPr>
              <a:t>l</a:t>
            </a:r>
            <a:r>
              <a:rPr sz="4000" spc="-55" dirty="0">
                <a:latin typeface="Arial"/>
                <a:cs typeface="Arial"/>
              </a:rPr>
              <a:t>u</a:t>
            </a:r>
            <a:r>
              <a:rPr sz="4000" spc="-25" dirty="0">
                <a:latin typeface="Arial"/>
                <a:cs typeface="Arial"/>
              </a:rPr>
              <a:t>e</a:t>
            </a:r>
            <a:r>
              <a:rPr sz="4000" spc="9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Arial"/>
                <a:cs typeface="Arial"/>
              </a:rPr>
              <a:t>I</a:t>
            </a:r>
            <a:r>
              <a:rPr sz="4000" spc="-35" dirty="0">
                <a:latin typeface="Arial"/>
                <a:cs typeface="Arial"/>
              </a:rPr>
              <a:t>t</a:t>
            </a:r>
            <a:r>
              <a:rPr sz="4000" spc="-55" dirty="0">
                <a:latin typeface="Arial"/>
                <a:cs typeface="Arial"/>
              </a:rPr>
              <a:t>e</a:t>
            </a:r>
            <a:r>
              <a:rPr sz="4000" spc="-40" dirty="0">
                <a:latin typeface="Arial"/>
                <a:cs typeface="Arial"/>
              </a:rPr>
              <a:t>r</a:t>
            </a:r>
            <a:r>
              <a:rPr sz="4000" spc="-55" dirty="0">
                <a:latin typeface="Arial"/>
                <a:cs typeface="Arial"/>
              </a:rPr>
              <a:t>a</a:t>
            </a:r>
            <a:r>
              <a:rPr sz="4000" spc="-35" dirty="0">
                <a:latin typeface="Arial"/>
                <a:cs typeface="Arial"/>
              </a:rPr>
              <a:t>t</a:t>
            </a:r>
            <a:r>
              <a:rPr sz="4000" spc="-25" dirty="0">
                <a:latin typeface="Arial"/>
                <a:cs typeface="Arial"/>
              </a:rPr>
              <a:t>i</a:t>
            </a:r>
            <a:r>
              <a:rPr sz="4000" spc="-55" dirty="0">
                <a:latin typeface="Arial"/>
                <a:cs typeface="Arial"/>
              </a:rPr>
              <a:t>o</a:t>
            </a:r>
            <a:r>
              <a:rPr sz="4000" spc="-25" dirty="0">
                <a:latin typeface="Arial"/>
                <a:cs typeface="Arial"/>
              </a:rPr>
              <a:t>n</a:t>
            </a:r>
            <a:r>
              <a:rPr sz="4000" spc="125" dirty="0">
                <a:latin typeface="Times New Roman"/>
                <a:cs typeface="Times New Roman"/>
              </a:rPr>
              <a:t> </a:t>
            </a:r>
            <a:r>
              <a:rPr sz="4000" spc="-60" dirty="0">
                <a:latin typeface="Arial"/>
                <a:cs typeface="Arial"/>
              </a:rPr>
              <a:t>A</a:t>
            </a:r>
            <a:r>
              <a:rPr sz="4000" spc="-25" dirty="0">
                <a:latin typeface="Arial"/>
                <a:cs typeface="Arial"/>
              </a:rPr>
              <a:t>l</a:t>
            </a:r>
            <a:r>
              <a:rPr sz="4000" spc="-55" dirty="0">
                <a:latin typeface="Arial"/>
                <a:cs typeface="Arial"/>
              </a:rPr>
              <a:t>go</a:t>
            </a:r>
            <a:r>
              <a:rPr sz="4000" spc="-40" dirty="0">
                <a:latin typeface="Arial"/>
                <a:cs typeface="Arial"/>
              </a:rPr>
              <a:t>r</a:t>
            </a:r>
            <a:r>
              <a:rPr sz="4000" spc="-25" dirty="0">
                <a:latin typeface="Arial"/>
                <a:cs typeface="Arial"/>
              </a:rPr>
              <a:t>i</a:t>
            </a:r>
            <a:r>
              <a:rPr sz="4000" spc="-40" dirty="0">
                <a:latin typeface="Arial"/>
                <a:cs typeface="Arial"/>
              </a:rPr>
              <a:t>th</a:t>
            </a:r>
            <a:r>
              <a:rPr sz="4000" spc="-35" dirty="0">
                <a:latin typeface="Arial"/>
                <a:cs typeface="Arial"/>
              </a:rPr>
              <a:t>m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1175" y="1311915"/>
            <a:ext cx="7419340" cy="709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  <a:tab pos="911225" algn="l"/>
                <a:tab pos="2341245" algn="l"/>
                <a:tab pos="2985770" algn="l"/>
                <a:tab pos="4060825" algn="l"/>
                <a:tab pos="4534535" algn="l"/>
                <a:tab pos="5182235" algn="l"/>
                <a:tab pos="6180455" algn="l"/>
                <a:tab pos="6654800" algn="l"/>
              </a:tabLst>
            </a:pPr>
            <a:r>
              <a:rPr sz="2400" spc="-1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20" dirty="0">
                <a:latin typeface="Book Antiqua"/>
                <a:cs typeface="Book Antiqua"/>
              </a:rPr>
              <a:t>c</a:t>
            </a:r>
            <a:r>
              <a:rPr sz="2400" spc="30" dirty="0">
                <a:latin typeface="Book Antiqua"/>
                <a:cs typeface="Book Antiqua"/>
              </a:rPr>
              <a:t>al</a:t>
            </a:r>
            <a:r>
              <a:rPr sz="2400" spc="20" dirty="0">
                <a:latin typeface="Book Antiqua"/>
                <a:cs typeface="Book Antiqua"/>
              </a:rPr>
              <a:t>c</a:t>
            </a:r>
            <a:r>
              <a:rPr sz="2400" spc="50" dirty="0">
                <a:latin typeface="Book Antiqua"/>
                <a:cs typeface="Book Antiqua"/>
              </a:rPr>
              <a:t>u</a:t>
            </a:r>
            <a:r>
              <a:rPr sz="2400" spc="-15" dirty="0">
                <a:latin typeface="Book Antiqua"/>
                <a:cs typeface="Book Antiqua"/>
              </a:rPr>
              <a:t>l</a:t>
            </a:r>
            <a:r>
              <a:rPr sz="2400" spc="-10" dirty="0">
                <a:latin typeface="Book Antiqua"/>
                <a:cs typeface="Book Antiqua"/>
              </a:rPr>
              <a:t>a</a:t>
            </a:r>
            <a:r>
              <a:rPr sz="2400" spc="9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95" dirty="0">
                <a:latin typeface="Book Antiqua"/>
                <a:cs typeface="Book Antiqua"/>
              </a:rPr>
              <a:t>v</a:t>
            </a:r>
            <a:r>
              <a:rPr sz="2400" spc="-25" dirty="0">
                <a:latin typeface="Book Antiqua"/>
                <a:cs typeface="Book Antiqua"/>
              </a:rPr>
              <a:t>a</a:t>
            </a:r>
            <a:r>
              <a:rPr sz="2400" spc="-5" dirty="0">
                <a:latin typeface="Book Antiqua"/>
                <a:cs typeface="Book Antiqua"/>
              </a:rPr>
              <a:t>l</a:t>
            </a:r>
            <a:r>
              <a:rPr sz="2400" spc="85" dirty="0">
                <a:latin typeface="Book Antiqua"/>
                <a:cs typeface="Book Antiqua"/>
              </a:rPr>
              <a:t>u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5" dirty="0">
                <a:latin typeface="Book Antiqua"/>
                <a:cs typeface="Book Antiqua"/>
              </a:rPr>
              <a:t>t</a:t>
            </a:r>
            <a:r>
              <a:rPr sz="2400" spc="-20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25" dirty="0">
                <a:latin typeface="Book Antiqua"/>
                <a:cs typeface="Book Antiqua"/>
              </a:rPr>
              <a:t>s</a:t>
            </a:r>
            <a:r>
              <a:rPr sz="2400" spc="20" dirty="0">
                <a:latin typeface="Book Antiqua"/>
                <a:cs typeface="Book Antiqua"/>
              </a:rPr>
              <a:t>t</a:t>
            </a:r>
            <a:r>
              <a:rPr sz="2400" spc="35" dirty="0">
                <a:latin typeface="Book Antiqua"/>
                <a:cs typeface="Book Antiqua"/>
              </a:rPr>
              <a:t>a</a:t>
            </a:r>
            <a:r>
              <a:rPr sz="2400" spc="65" dirty="0">
                <a:latin typeface="Book Antiqua"/>
                <a:cs typeface="Book Antiqua"/>
              </a:rPr>
              <a:t>t</a:t>
            </a:r>
            <a:r>
              <a:rPr sz="2400" spc="95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2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50" dirty="0">
                <a:latin typeface="Book Antiqua"/>
                <a:cs typeface="Book Antiqua"/>
              </a:rPr>
              <a:t>M</a:t>
            </a:r>
            <a:r>
              <a:rPr sz="2400" spc="-130" dirty="0">
                <a:latin typeface="Book Antiqua"/>
                <a:cs typeface="Book Antiqua"/>
              </a:rPr>
              <a:t>D</a:t>
            </a:r>
            <a:r>
              <a:rPr sz="2400" spc="-35" dirty="0">
                <a:latin typeface="Book Antiqua"/>
                <a:cs typeface="Book Antiqua"/>
              </a:rPr>
              <a:t>P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Book Antiqua"/>
                <a:cs typeface="Book Antiqua"/>
              </a:rPr>
              <a:t>p</a:t>
            </a:r>
            <a:r>
              <a:rPr sz="2400" spc="80" dirty="0">
                <a:latin typeface="Book Antiqua"/>
                <a:cs typeface="Book Antiqua"/>
              </a:rPr>
              <a:t>r</a:t>
            </a:r>
            <a:r>
              <a:rPr sz="2400" spc="70" dirty="0">
                <a:latin typeface="Book Antiqua"/>
                <a:cs typeface="Book Antiqua"/>
              </a:rPr>
              <a:t>o</a:t>
            </a:r>
            <a:r>
              <a:rPr sz="2400" spc="85" dirty="0">
                <a:latin typeface="Book Antiqua"/>
                <a:cs typeface="Book Antiqua"/>
              </a:rPr>
              <a:t>b</a:t>
            </a:r>
            <a:r>
              <a:rPr sz="2400" spc="-15" dirty="0">
                <a:latin typeface="Book Antiqua"/>
                <a:cs typeface="Book Antiqua"/>
              </a:rPr>
              <a:t>a</a:t>
            </a:r>
            <a:r>
              <a:rPr sz="2400" spc="-5" dirty="0">
                <a:latin typeface="Book Antiqua"/>
                <a:cs typeface="Book Antiqua"/>
              </a:rPr>
              <a:t>b</a:t>
            </a:r>
            <a:r>
              <a:rPr sz="2400" spc="-25" dirty="0">
                <a:latin typeface="Book Antiqua"/>
                <a:cs typeface="Book Antiqua"/>
              </a:rPr>
              <a:t>i</a:t>
            </a:r>
            <a:r>
              <a:rPr sz="2400" spc="-15" dirty="0">
                <a:latin typeface="Book Antiqua"/>
                <a:cs typeface="Book Antiqua"/>
              </a:rPr>
              <a:t>li</a:t>
            </a:r>
            <a:r>
              <a:rPr sz="2400" spc="-30" dirty="0">
                <a:latin typeface="Book Antiqua"/>
                <a:cs typeface="Book Antiqua"/>
              </a:rPr>
              <a:t>t</a:t>
            </a:r>
            <a:r>
              <a:rPr sz="2400" spc="40" dirty="0">
                <a:latin typeface="Book Antiqua"/>
                <a:cs typeface="Book Antiqua"/>
              </a:rPr>
              <a:t>i</a:t>
            </a:r>
            <a:r>
              <a:rPr sz="2400" spc="45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Book Antiqua"/>
                <a:cs typeface="Book Antiqua"/>
              </a:rPr>
              <a:t>a</a:t>
            </a:r>
            <a:r>
              <a:rPr sz="2400" spc="30" dirty="0">
                <a:latin typeface="Book Antiqua"/>
                <a:cs typeface="Book Antiqua"/>
              </a:rPr>
              <a:t>n</a:t>
            </a: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Book Antiqua"/>
                <a:cs typeface="Book Antiqua"/>
              </a:rPr>
              <a:t>re</a:t>
            </a:r>
            <a:r>
              <a:rPr sz="2400" spc="-70" dirty="0">
                <a:latin typeface="Book Antiqua"/>
                <a:cs typeface="Book Antiqua"/>
              </a:rPr>
              <a:t>w</a:t>
            </a:r>
            <a:r>
              <a:rPr sz="2400" spc="5" dirty="0">
                <a:latin typeface="Book Antiqua"/>
                <a:cs typeface="Book Antiqua"/>
              </a:rPr>
              <a:t>ar</a:t>
            </a:r>
            <a:r>
              <a:rPr sz="2400" spc="-10" dirty="0">
                <a:latin typeface="Book Antiqua"/>
                <a:cs typeface="Book Antiqua"/>
              </a:rPr>
              <a:t>d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.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6130" y="1325340"/>
            <a:ext cx="17195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88035" algn="l"/>
              </a:tabLst>
            </a:pPr>
            <a:r>
              <a:rPr sz="2400" spc="-270" dirty="0">
                <a:latin typeface="Book Antiqua"/>
                <a:cs typeface="Book Antiqua"/>
              </a:rPr>
              <a:t>w</a:t>
            </a:r>
            <a:r>
              <a:rPr sz="2400" spc="-90" dirty="0">
                <a:latin typeface="Book Antiqua"/>
                <a:cs typeface="Book Antiqua"/>
              </a:rPr>
              <a:t>i</a:t>
            </a:r>
            <a:r>
              <a:rPr sz="2400" spc="-1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5" dirty="0">
                <a:latin typeface="Book Antiqua"/>
                <a:cs typeface="Book Antiqua"/>
              </a:rPr>
              <a:t>k</a:t>
            </a:r>
            <a:r>
              <a:rPr sz="2400" spc="10" dirty="0">
                <a:latin typeface="Book Antiqua"/>
                <a:cs typeface="Book Antiqua"/>
              </a:rPr>
              <a:t>n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spc="-250" dirty="0">
                <a:latin typeface="Book Antiqua"/>
                <a:cs typeface="Book Antiqua"/>
              </a:rPr>
              <a:t>w</a:t>
            </a:r>
            <a:r>
              <a:rPr sz="2400" dirty="0">
                <a:latin typeface="Book Antiqua"/>
                <a:cs typeface="Book Antiqua"/>
              </a:rPr>
              <a:t>n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03892" y="1325340"/>
            <a:ext cx="13093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Book Antiqua"/>
                <a:cs typeface="Book Antiqua"/>
              </a:rPr>
              <a:t>tra</a:t>
            </a:r>
            <a:r>
              <a:rPr sz="2400" spc="-20" dirty="0">
                <a:latin typeface="Book Antiqua"/>
                <a:cs typeface="Book Antiqua"/>
              </a:rPr>
              <a:t>n</a:t>
            </a:r>
            <a:r>
              <a:rPr sz="2400" spc="-25" dirty="0">
                <a:latin typeface="Book Antiqua"/>
                <a:cs typeface="Book Antiqua"/>
              </a:rPr>
              <a:t>s</a:t>
            </a:r>
            <a:r>
              <a:rPr sz="2400" spc="-15" dirty="0">
                <a:latin typeface="Book Antiqua"/>
                <a:cs typeface="Book Antiqua"/>
              </a:rPr>
              <a:t>iti</a:t>
            </a:r>
            <a:r>
              <a:rPr sz="2400" spc="-3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1168" y="2195836"/>
            <a:ext cx="8103234" cy="715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  <a:tab pos="1289685" algn="l"/>
                <a:tab pos="2603500" algn="l"/>
                <a:tab pos="4104640" algn="l"/>
                <a:tab pos="5642610" algn="l"/>
                <a:tab pos="6242050" algn="l"/>
                <a:tab pos="7456170" algn="l"/>
              </a:tabLst>
            </a:pPr>
            <a:r>
              <a:rPr sz="2400" spc="-90" dirty="0">
                <a:latin typeface="Book Antiqua"/>
                <a:cs typeface="Book Antiqua"/>
              </a:rPr>
              <a:t>V</a:t>
            </a:r>
            <a:r>
              <a:rPr sz="2400" spc="-85" dirty="0">
                <a:latin typeface="Book Antiqua"/>
                <a:cs typeface="Book Antiqua"/>
              </a:rPr>
              <a:t>a</a:t>
            </a:r>
            <a:r>
              <a:rPr sz="2400" spc="-90" dirty="0">
                <a:latin typeface="Book Antiqua"/>
                <a:cs typeface="Book Antiqua"/>
              </a:rPr>
              <a:t>l</a:t>
            </a:r>
            <a:r>
              <a:rPr sz="2400" spc="-80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Book Antiqua"/>
                <a:cs typeface="Book Antiqua"/>
              </a:rPr>
              <a:t>It</a:t>
            </a:r>
            <a:r>
              <a:rPr sz="2400" spc="-10" dirty="0">
                <a:latin typeface="Book Antiqua"/>
                <a:cs typeface="Book Antiqua"/>
              </a:rPr>
              <a:t>e</a:t>
            </a:r>
            <a:r>
              <a:rPr sz="2400" spc="-85" dirty="0">
                <a:latin typeface="Book Antiqua"/>
                <a:cs typeface="Book Antiqua"/>
              </a:rPr>
              <a:t>r</a:t>
            </a:r>
            <a:r>
              <a:rPr sz="2400" spc="70" dirty="0">
                <a:latin typeface="Book Antiqua"/>
                <a:cs typeface="Book Antiqua"/>
              </a:rPr>
              <a:t>a</a:t>
            </a:r>
            <a:r>
              <a:rPr sz="2400" spc="-5" dirty="0">
                <a:latin typeface="Book Antiqua"/>
                <a:cs typeface="Book Antiqua"/>
              </a:rPr>
              <a:t>ti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35" dirty="0">
                <a:latin typeface="Book Antiqua"/>
                <a:cs typeface="Book Antiqua"/>
              </a:rPr>
              <a:t>a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55" dirty="0">
                <a:latin typeface="Book Antiqua"/>
                <a:cs typeface="Book Antiqua"/>
              </a:rPr>
              <a:t>g</a:t>
            </a:r>
            <a:r>
              <a:rPr sz="2400" spc="-30" dirty="0">
                <a:latin typeface="Book Antiqua"/>
                <a:cs typeface="Book Antiqua"/>
              </a:rPr>
              <a:t>or</a:t>
            </a:r>
            <a:r>
              <a:rPr sz="2400" spc="-5" dirty="0">
                <a:latin typeface="Book Antiqua"/>
                <a:cs typeface="Book Antiqua"/>
              </a:rPr>
              <a:t>i</a:t>
            </a:r>
            <a:r>
              <a:rPr sz="2400" spc="-15" dirty="0">
                <a:latin typeface="Book Antiqua"/>
                <a:cs typeface="Book Antiqua"/>
              </a:rPr>
              <a:t>t</a:t>
            </a:r>
            <a:r>
              <a:rPr sz="2400" spc="-20" dirty="0">
                <a:latin typeface="Book Antiqua"/>
                <a:cs typeface="Book Antiqua"/>
              </a:rPr>
              <a:t>h</a:t>
            </a:r>
            <a:r>
              <a:rPr sz="2400" spc="-25" dirty="0">
                <a:latin typeface="Book Antiqua"/>
                <a:cs typeface="Book Antiqua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20" dirty="0">
                <a:latin typeface="Book Antiqua"/>
                <a:cs typeface="Book Antiqua"/>
              </a:rPr>
              <a:t>c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spc="10" dirty="0">
                <a:latin typeface="Book Antiqua"/>
                <a:cs typeface="Book Antiqua"/>
              </a:rPr>
              <a:t>m</a:t>
            </a:r>
            <a:r>
              <a:rPr sz="2400" spc="30" dirty="0">
                <a:latin typeface="Book Antiqua"/>
                <a:cs typeface="Book Antiqua"/>
              </a:rPr>
              <a:t>p</a:t>
            </a:r>
            <a:r>
              <a:rPr sz="2400" spc="50" dirty="0">
                <a:latin typeface="Book Antiqua"/>
                <a:cs typeface="Book Antiqua"/>
              </a:rPr>
              <a:t>u</a:t>
            </a:r>
            <a:r>
              <a:rPr sz="2400" spc="20" dirty="0">
                <a:latin typeface="Book Antiqua"/>
                <a:cs typeface="Book Antiqua"/>
              </a:rPr>
              <a:t>t</a:t>
            </a:r>
            <a:r>
              <a:rPr sz="2400" spc="114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5" dirty="0">
                <a:latin typeface="Book Antiqua"/>
                <a:cs typeface="Book Antiqua"/>
              </a:rPr>
              <a:t>pti</a:t>
            </a:r>
            <a:r>
              <a:rPr sz="2400" spc="-15" dirty="0">
                <a:latin typeface="Book Antiqua"/>
                <a:cs typeface="Book Antiqua"/>
              </a:rPr>
              <a:t>m</a:t>
            </a:r>
            <a:r>
              <a:rPr sz="2400" spc="5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25" dirty="0">
                <a:latin typeface="Book Antiqua"/>
                <a:cs typeface="Book Antiqua"/>
              </a:rPr>
              <a:t>s</a:t>
            </a:r>
            <a:r>
              <a:rPr sz="2400" spc="20" dirty="0">
                <a:latin typeface="Book Antiqua"/>
                <a:cs typeface="Book Antiqua"/>
              </a:rPr>
              <a:t>t</a:t>
            </a:r>
            <a:r>
              <a:rPr sz="2400" spc="35" dirty="0">
                <a:latin typeface="Book Antiqua"/>
                <a:cs typeface="Book Antiqua"/>
              </a:rPr>
              <a:t>a</a:t>
            </a:r>
            <a:r>
              <a:rPr sz="2400" spc="-3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Book Antiqua"/>
                <a:cs typeface="Book Antiqua"/>
              </a:rPr>
              <a:t>it</a:t>
            </a:r>
            <a:r>
              <a:rPr sz="2400" spc="25" dirty="0">
                <a:latin typeface="Book Antiqua"/>
                <a:cs typeface="Book Antiqua"/>
              </a:rPr>
              <a:t>e</a:t>
            </a:r>
            <a:r>
              <a:rPr sz="2400" spc="-40" dirty="0">
                <a:latin typeface="Book Antiqua"/>
                <a:cs typeface="Book Antiqua"/>
              </a:rPr>
              <a:t>rati</a:t>
            </a:r>
            <a:r>
              <a:rPr sz="2400" spc="-55" dirty="0">
                <a:latin typeface="Book Antiqua"/>
                <a:cs typeface="Book Antiqua"/>
              </a:rPr>
              <a:t>v</a:t>
            </a:r>
            <a:r>
              <a:rPr sz="2400" spc="-35" dirty="0">
                <a:latin typeface="Book Antiqua"/>
                <a:cs typeface="Book Antiqua"/>
              </a:rPr>
              <a:t>e</a:t>
            </a:r>
            <a:r>
              <a:rPr sz="2400" spc="-40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y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i</a:t>
            </a:r>
            <a:r>
              <a:rPr sz="2400" spc="-35" dirty="0">
                <a:latin typeface="Book Antiqua"/>
                <a:cs typeface="Book Antiqua"/>
              </a:rPr>
              <a:t>m</a:t>
            </a:r>
            <a:r>
              <a:rPr sz="2400" spc="-15" dirty="0">
                <a:latin typeface="Book Antiqua"/>
                <a:cs typeface="Book Antiqua"/>
              </a:rPr>
              <a:t>pr</a:t>
            </a:r>
            <a:r>
              <a:rPr sz="2400" spc="-30" dirty="0">
                <a:latin typeface="Book Antiqua"/>
                <a:cs typeface="Book Antiqua"/>
              </a:rPr>
              <a:t>ov</a:t>
            </a:r>
            <a:r>
              <a:rPr sz="2400" spc="-15" dirty="0">
                <a:latin typeface="Book Antiqua"/>
                <a:cs typeface="Book Antiqua"/>
              </a:rPr>
              <a:t>i</a:t>
            </a:r>
            <a:r>
              <a:rPr sz="2400" spc="-2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Book Antiqua"/>
                <a:cs typeface="Book Antiqua"/>
              </a:rPr>
              <a:t>es</a:t>
            </a:r>
            <a:r>
              <a:rPr sz="2400" spc="45" dirty="0">
                <a:latin typeface="Book Antiqua"/>
                <a:cs typeface="Book Antiqua"/>
              </a:rPr>
              <a:t>t</a:t>
            </a:r>
            <a:r>
              <a:rPr sz="2400" spc="30" dirty="0">
                <a:latin typeface="Book Antiqua"/>
                <a:cs typeface="Book Antiqua"/>
              </a:rPr>
              <a:t>i</a:t>
            </a:r>
            <a:r>
              <a:rPr sz="2400" spc="10" dirty="0">
                <a:latin typeface="Book Antiqua"/>
                <a:cs typeface="Book Antiqua"/>
              </a:rPr>
              <a:t>m</a:t>
            </a:r>
            <a:r>
              <a:rPr sz="2400" spc="30" dirty="0">
                <a:latin typeface="Book Antiqua"/>
                <a:cs typeface="Book Antiqua"/>
              </a:rPr>
              <a:t>at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i="1" spc="50" dirty="0">
                <a:latin typeface="Calibri"/>
                <a:cs typeface="Calibri"/>
              </a:rPr>
              <a:t>V</a:t>
            </a:r>
            <a:r>
              <a:rPr sz="2400" spc="-45" dirty="0">
                <a:latin typeface="Book Antiqua"/>
                <a:cs typeface="Book Antiqua"/>
              </a:rPr>
              <a:t>(</a:t>
            </a:r>
            <a:r>
              <a:rPr sz="2400" spc="-65" dirty="0">
                <a:latin typeface="Book Antiqua"/>
                <a:cs typeface="Book Antiqua"/>
              </a:rPr>
              <a:t>s</a:t>
            </a:r>
            <a:r>
              <a:rPr sz="2400" spc="-45" dirty="0">
                <a:latin typeface="Book Antiqua"/>
                <a:cs typeface="Book Antiqua"/>
              </a:rPr>
              <a:t>)</a:t>
            </a:r>
            <a:r>
              <a:rPr sz="2400" dirty="0">
                <a:latin typeface="Book Antiqua"/>
                <a:cs typeface="Book Antiqua"/>
              </a:rPr>
              <a:t>.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75160" y="2209261"/>
            <a:ext cx="25444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05510" algn="l"/>
                <a:tab pos="2192020" algn="l"/>
              </a:tabLst>
            </a:pPr>
            <a:r>
              <a:rPr sz="2400" spc="-75" dirty="0">
                <a:latin typeface="Book Antiqua"/>
                <a:cs typeface="Book Antiqua"/>
              </a:rPr>
              <a:t>va</a:t>
            </a:r>
            <a:r>
              <a:rPr sz="2400" spc="15" dirty="0">
                <a:latin typeface="Book Antiqua"/>
                <a:cs typeface="Book Antiqua"/>
              </a:rPr>
              <a:t>l</a:t>
            </a:r>
            <a:r>
              <a:rPr sz="2400" spc="25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60" dirty="0">
                <a:latin typeface="Book Antiqua"/>
                <a:cs typeface="Book Antiqua"/>
              </a:rPr>
              <a:t>f</a:t>
            </a:r>
            <a:r>
              <a:rPr sz="2400" spc="-95" dirty="0">
                <a:latin typeface="Book Antiqua"/>
                <a:cs typeface="Book Antiqua"/>
              </a:rPr>
              <a:t>u</a:t>
            </a:r>
            <a:r>
              <a:rPr sz="2400" spc="15" dirty="0">
                <a:latin typeface="Book Antiqua"/>
                <a:cs typeface="Book Antiqua"/>
              </a:rPr>
              <a:t>n</a:t>
            </a:r>
            <a:r>
              <a:rPr sz="2400" spc="20" dirty="0">
                <a:latin typeface="Book Antiqua"/>
                <a:cs typeface="Book Antiqua"/>
              </a:rPr>
              <a:t>c</a:t>
            </a:r>
            <a:r>
              <a:rPr sz="2400" spc="5" dirty="0">
                <a:latin typeface="Book Antiqua"/>
                <a:cs typeface="Book Antiqua"/>
              </a:rPr>
              <a:t>ti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Book Antiqua"/>
                <a:cs typeface="Book Antiqua"/>
              </a:rPr>
              <a:t>by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1167" y="3080137"/>
            <a:ext cx="8762365" cy="71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  <a:tab pos="1059180" algn="l"/>
                <a:tab pos="2585085" algn="l"/>
                <a:tab pos="4028440" algn="l"/>
                <a:tab pos="4709795" algn="l"/>
                <a:tab pos="5171440" algn="l"/>
                <a:tab pos="6520815" algn="l"/>
                <a:tab pos="7802245" algn="l"/>
              </a:tabLst>
            </a:pPr>
            <a:r>
              <a:rPr sz="2400" spc="20" dirty="0">
                <a:latin typeface="Book Antiqua"/>
                <a:cs typeface="Book Antiqua"/>
              </a:rPr>
              <a:t>T</a:t>
            </a:r>
            <a:r>
              <a:rPr sz="2400" spc="25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35" dirty="0">
                <a:latin typeface="Book Antiqua"/>
                <a:cs typeface="Book Antiqua"/>
              </a:rPr>
              <a:t>a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55" dirty="0">
                <a:latin typeface="Book Antiqua"/>
                <a:cs typeface="Book Antiqua"/>
              </a:rPr>
              <a:t>g</a:t>
            </a:r>
            <a:r>
              <a:rPr sz="2400" spc="-30" dirty="0">
                <a:latin typeface="Book Antiqua"/>
                <a:cs typeface="Book Antiqua"/>
              </a:rPr>
              <a:t>o</a:t>
            </a:r>
            <a:r>
              <a:rPr sz="2400" spc="-15" dirty="0">
                <a:latin typeface="Book Antiqua"/>
                <a:cs typeface="Book Antiqua"/>
              </a:rPr>
              <a:t>rit</a:t>
            </a:r>
            <a:r>
              <a:rPr sz="2400" spc="-20" dirty="0">
                <a:latin typeface="Book Antiqua"/>
                <a:cs typeface="Book Antiqua"/>
              </a:rPr>
              <a:t>h</a:t>
            </a:r>
            <a:r>
              <a:rPr sz="2400" spc="-25" dirty="0">
                <a:latin typeface="Book Antiqua"/>
                <a:cs typeface="Book Antiqua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90" dirty="0">
                <a:latin typeface="Book Antiqua"/>
                <a:cs typeface="Book Antiqua"/>
              </a:rPr>
              <a:t>in</a:t>
            </a:r>
            <a:r>
              <a:rPr sz="2400" spc="-65" dirty="0">
                <a:latin typeface="Book Antiqua"/>
                <a:cs typeface="Book Antiqua"/>
              </a:rPr>
              <a:t>i</a:t>
            </a:r>
            <a:r>
              <a:rPr sz="2400" spc="-40" dirty="0">
                <a:latin typeface="Book Antiqua"/>
                <a:cs typeface="Book Antiqua"/>
              </a:rPr>
              <a:t>tial</a:t>
            </a:r>
            <a:r>
              <a:rPr sz="2400" spc="-100" dirty="0">
                <a:latin typeface="Book Antiqua"/>
                <a:cs typeface="Book Antiqua"/>
              </a:rPr>
              <a:t>i</a:t>
            </a:r>
            <a:r>
              <a:rPr sz="2400" spc="35" dirty="0">
                <a:latin typeface="Book Antiqua"/>
                <a:cs typeface="Book Antiqua"/>
              </a:rPr>
              <a:t>z</a:t>
            </a:r>
            <a:r>
              <a:rPr sz="2400" spc="25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50" dirty="0">
                <a:latin typeface="Calibri"/>
                <a:cs typeface="Calibri"/>
              </a:rPr>
              <a:t>V</a:t>
            </a:r>
            <a:r>
              <a:rPr sz="2400" spc="-45" dirty="0">
                <a:latin typeface="Book Antiqua"/>
                <a:cs typeface="Book Antiqua"/>
              </a:rPr>
              <a:t>(</a:t>
            </a:r>
            <a:r>
              <a:rPr sz="2400" spc="-65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45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Book Antiqua"/>
                <a:cs typeface="Book Antiqua"/>
              </a:rPr>
              <a:t>arbi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spc="-75" dirty="0">
                <a:latin typeface="Book Antiqua"/>
                <a:cs typeface="Book Antiqua"/>
              </a:rPr>
              <a:t>rar</a:t>
            </a:r>
            <a:r>
              <a:rPr sz="2400" dirty="0">
                <a:latin typeface="Book Antiqua"/>
                <a:cs typeface="Book Antiqua"/>
              </a:rPr>
              <a:t>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30" dirty="0">
                <a:latin typeface="Book Antiqua"/>
                <a:cs typeface="Book Antiqua"/>
              </a:rPr>
              <a:t>ra</a:t>
            </a:r>
            <a:r>
              <a:rPr sz="2400" spc="25" dirty="0">
                <a:latin typeface="Book Antiqua"/>
                <a:cs typeface="Book Antiqua"/>
              </a:rPr>
              <a:t>nd</a:t>
            </a:r>
            <a:r>
              <a:rPr sz="2400" spc="0" dirty="0">
                <a:latin typeface="Book Antiqua"/>
                <a:cs typeface="Book Antiqua"/>
              </a:rPr>
              <a:t>o</a:t>
            </a:r>
            <a:r>
              <a:rPr sz="2400" spc="-25" dirty="0">
                <a:latin typeface="Book Antiqua"/>
                <a:cs typeface="Book Antiqua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75" dirty="0">
                <a:latin typeface="Book Antiqua"/>
                <a:cs typeface="Book Antiqua"/>
              </a:rPr>
              <a:t>va</a:t>
            </a:r>
            <a:r>
              <a:rPr sz="2400" spc="20" dirty="0">
                <a:latin typeface="Book Antiqua"/>
                <a:cs typeface="Book Antiqua"/>
              </a:rPr>
              <a:t>l</a:t>
            </a:r>
            <a:r>
              <a:rPr sz="2400" spc="25" dirty="0">
                <a:latin typeface="Book Antiqua"/>
                <a:cs typeface="Book Antiqua"/>
              </a:rPr>
              <a:t>u</a:t>
            </a:r>
            <a:r>
              <a:rPr sz="2400" spc="5" dirty="0">
                <a:latin typeface="Book Antiqua"/>
                <a:cs typeface="Book Antiqua"/>
              </a:rPr>
              <a:t>e</a:t>
            </a:r>
            <a:r>
              <a:rPr sz="2400" spc="35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.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u</a:t>
            </a:r>
            <a:r>
              <a:rPr sz="2400" spc="15" dirty="0">
                <a:latin typeface="Book Antiqua"/>
                <a:cs typeface="Book Antiqua"/>
              </a:rPr>
              <a:t>p</a:t>
            </a:r>
            <a:r>
              <a:rPr sz="2400" dirty="0">
                <a:latin typeface="Book Antiqua"/>
                <a:cs typeface="Book Antiqua"/>
              </a:rPr>
              <a:t>d</a:t>
            </a:r>
            <a:r>
              <a:rPr sz="2400" spc="30" dirty="0">
                <a:latin typeface="Book Antiqua"/>
                <a:cs typeface="Book Antiqua"/>
              </a:rPr>
              <a:t>a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spc="114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i="1" spc="130" dirty="0">
                <a:latin typeface="Calibri"/>
                <a:cs typeface="Calibri"/>
              </a:rPr>
              <a:t>Q(s</a:t>
            </a:r>
            <a:r>
              <a:rPr sz="2400" i="1" spc="-10" dirty="0">
                <a:latin typeface="Calibri"/>
                <a:cs typeface="Calibri"/>
              </a:rPr>
              <a:t>,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i="1" spc="10" dirty="0">
                <a:latin typeface="Calibri"/>
                <a:cs typeface="Calibri"/>
              </a:rPr>
              <a:t>a</a:t>
            </a:r>
            <a:r>
              <a:rPr sz="2400" i="1" dirty="0">
                <a:latin typeface="Calibri"/>
                <a:cs typeface="Calibri"/>
              </a:rPr>
              <a:t>)</a:t>
            </a:r>
            <a:r>
              <a:rPr sz="2400" i="1" spc="25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Book Antiqua"/>
                <a:cs typeface="Book Antiqua"/>
              </a:rPr>
              <a:t>a</a:t>
            </a:r>
            <a:r>
              <a:rPr sz="2400" spc="30" dirty="0">
                <a:latin typeface="Book Antiqua"/>
                <a:cs typeface="Book Antiqua"/>
              </a:rPr>
              <a:t>n</a:t>
            </a: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i="1" spc="50" dirty="0">
                <a:latin typeface="Calibri"/>
                <a:cs typeface="Calibri"/>
              </a:rPr>
              <a:t>V</a:t>
            </a:r>
            <a:r>
              <a:rPr sz="2400" spc="-45" dirty="0">
                <a:latin typeface="Book Antiqua"/>
                <a:cs typeface="Book Antiqua"/>
              </a:rPr>
              <a:t>(</a:t>
            </a:r>
            <a:r>
              <a:rPr sz="2400" spc="-65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)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Book Antiqua"/>
                <a:cs typeface="Book Antiqua"/>
              </a:rPr>
              <a:t>va</a:t>
            </a:r>
            <a:r>
              <a:rPr sz="2400" spc="20" dirty="0">
                <a:latin typeface="Book Antiqua"/>
                <a:cs typeface="Book Antiqua"/>
              </a:rPr>
              <a:t>l</a:t>
            </a:r>
            <a:r>
              <a:rPr sz="2400" spc="25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Book Antiqua"/>
                <a:cs typeface="Book Antiqua"/>
              </a:rPr>
              <a:t>u</a:t>
            </a:r>
            <a:r>
              <a:rPr sz="2400" spc="-55" dirty="0">
                <a:latin typeface="Book Antiqua"/>
                <a:cs typeface="Book Antiqua"/>
              </a:rPr>
              <a:t>n</a:t>
            </a:r>
            <a:r>
              <a:rPr sz="2400" spc="-40" dirty="0">
                <a:latin typeface="Book Antiqua"/>
                <a:cs typeface="Book Antiqua"/>
              </a:rPr>
              <a:t>t</a:t>
            </a:r>
            <a:r>
              <a:rPr sz="2400" spc="-100" dirty="0">
                <a:latin typeface="Book Antiqua"/>
                <a:cs typeface="Book Antiqua"/>
              </a:rPr>
              <a:t>i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spc="-10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ey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co</a:t>
            </a:r>
            <a:r>
              <a:rPr sz="2400" spc="40" dirty="0">
                <a:latin typeface="Book Antiqua"/>
                <a:cs typeface="Book Antiqua"/>
              </a:rPr>
              <a:t>n</a:t>
            </a:r>
            <a:r>
              <a:rPr sz="2400" spc="25" dirty="0">
                <a:latin typeface="Book Antiqua"/>
                <a:cs typeface="Book Antiqua"/>
              </a:rPr>
              <a:t>v</a:t>
            </a:r>
            <a:r>
              <a:rPr sz="2400" spc="45" dirty="0">
                <a:latin typeface="Book Antiqua"/>
                <a:cs typeface="Book Antiqua"/>
              </a:rPr>
              <a:t>e</a:t>
            </a:r>
            <a:r>
              <a:rPr sz="2400" spc="60" dirty="0">
                <a:latin typeface="Book Antiqua"/>
                <a:cs typeface="Book Antiqua"/>
              </a:rPr>
              <a:t>r</a:t>
            </a:r>
            <a:r>
              <a:rPr sz="2400" spc="30" dirty="0">
                <a:latin typeface="Book Antiqua"/>
                <a:cs typeface="Book Antiqua"/>
              </a:rPr>
              <a:t>g</a:t>
            </a:r>
            <a:r>
              <a:rPr sz="2400" spc="21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.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35432" y="3093562"/>
            <a:ext cx="187452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7665" algn="l"/>
              </a:tabLst>
            </a:pPr>
            <a:r>
              <a:rPr sz="2400" spc="-114" dirty="0">
                <a:latin typeface="Book Antiqua"/>
                <a:cs typeface="Book Antiqua"/>
              </a:rPr>
              <a:t>I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05" dirty="0">
                <a:latin typeface="Book Antiqua"/>
                <a:cs typeface="Book Antiqua"/>
              </a:rPr>
              <a:t>re</a:t>
            </a:r>
            <a:r>
              <a:rPr sz="2400" spc="110" dirty="0">
                <a:latin typeface="Book Antiqua"/>
                <a:cs typeface="Book Antiqua"/>
              </a:rPr>
              <a:t>p</a:t>
            </a:r>
            <a:r>
              <a:rPr sz="2400" spc="95" dirty="0">
                <a:latin typeface="Book Antiqua"/>
                <a:cs typeface="Book Antiqua"/>
              </a:rPr>
              <a:t>e</a:t>
            </a:r>
            <a:r>
              <a:rPr sz="2400" spc="70" dirty="0">
                <a:latin typeface="Book Antiqua"/>
                <a:cs typeface="Book Antiqua"/>
              </a:rPr>
              <a:t>a</a:t>
            </a:r>
            <a:r>
              <a:rPr sz="2400" spc="-30" dirty="0">
                <a:latin typeface="Book Antiqua"/>
                <a:cs typeface="Book Antiqua"/>
              </a:rPr>
              <a:t>t</a:t>
            </a:r>
            <a:r>
              <a:rPr sz="2400" spc="110" dirty="0">
                <a:latin typeface="Book Antiqua"/>
                <a:cs typeface="Book Antiqua"/>
              </a:rPr>
              <a:t>e</a:t>
            </a:r>
            <a:r>
              <a:rPr sz="2400" spc="114" dirty="0">
                <a:latin typeface="Book Antiqua"/>
                <a:cs typeface="Book Antiqua"/>
              </a:rPr>
              <a:t>d</a:t>
            </a:r>
            <a:r>
              <a:rPr sz="2400" spc="-135" dirty="0">
                <a:latin typeface="Book Antiqua"/>
                <a:cs typeface="Book Antiqua"/>
              </a:rPr>
              <a:t>ly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1162" y="3964073"/>
            <a:ext cx="9117965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400" spc="-45" dirty="0">
                <a:latin typeface="Book Antiqua"/>
                <a:cs typeface="Book Antiqua"/>
              </a:rPr>
              <a:t>V</a:t>
            </a:r>
            <a:r>
              <a:rPr sz="2400" spc="-40" dirty="0">
                <a:latin typeface="Book Antiqua"/>
                <a:cs typeface="Book Antiqua"/>
              </a:rPr>
              <a:t>al</a:t>
            </a:r>
            <a:r>
              <a:rPr sz="2400" spc="-35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Book Antiqua"/>
                <a:cs typeface="Book Antiqua"/>
              </a:rPr>
              <a:t>I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rat</a:t>
            </a:r>
            <a:r>
              <a:rPr sz="2400" spc="-10" dirty="0">
                <a:latin typeface="Book Antiqua"/>
                <a:cs typeface="Book Antiqua"/>
              </a:rPr>
              <a:t>i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Book Antiqua"/>
                <a:cs typeface="Book Antiqua"/>
              </a:rPr>
              <a:t>i</a:t>
            </a:r>
            <a:r>
              <a:rPr sz="2400" dirty="0">
                <a:latin typeface="Book Antiqua"/>
                <a:cs typeface="Book Antiqua"/>
              </a:rPr>
              <a:t>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Book Antiqua"/>
                <a:cs typeface="Book Antiqua"/>
              </a:rPr>
              <a:t>g</a:t>
            </a:r>
            <a:r>
              <a:rPr sz="2400" spc="50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ara</a:t>
            </a:r>
            <a:r>
              <a:rPr sz="2400" spc="-10" dirty="0">
                <a:latin typeface="Book Antiqua"/>
                <a:cs typeface="Book Antiqua"/>
              </a:rPr>
              <a:t>n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-385" dirty="0">
                <a:latin typeface="Times New Roman"/>
                <a:cs typeface="Times New Roman"/>
              </a:rPr>
              <a:t> </a:t>
            </a:r>
            <a:r>
              <a:rPr sz="2400" spc="204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d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85" dirty="0">
                <a:latin typeface="Book Antiqua"/>
                <a:cs typeface="Book Antiqua"/>
              </a:rPr>
              <a:t>c</a:t>
            </a:r>
            <a:r>
              <a:rPr sz="2400" spc="80" dirty="0">
                <a:latin typeface="Book Antiqua"/>
                <a:cs typeface="Book Antiqua"/>
              </a:rPr>
              <a:t>o</a:t>
            </a:r>
            <a:r>
              <a:rPr sz="2400" spc="75" dirty="0">
                <a:latin typeface="Book Antiqua"/>
                <a:cs typeface="Book Antiqua"/>
              </a:rPr>
              <a:t>n</a:t>
            </a:r>
            <a:r>
              <a:rPr sz="2400" spc="15" dirty="0">
                <a:latin typeface="Book Antiqua"/>
                <a:cs typeface="Book Antiqua"/>
              </a:rPr>
              <a:t>v</a:t>
            </a:r>
            <a:r>
              <a:rPr sz="2400" spc="20" dirty="0">
                <a:latin typeface="Book Antiqua"/>
                <a:cs typeface="Book Antiqua"/>
              </a:rPr>
              <a:t>e</a:t>
            </a:r>
            <a:r>
              <a:rPr sz="2400" spc="25" dirty="0">
                <a:latin typeface="Book Antiqua"/>
                <a:cs typeface="Book Antiqua"/>
              </a:rPr>
              <a:t>r</a:t>
            </a:r>
            <a:r>
              <a:rPr sz="2400" spc="5" dirty="0">
                <a:latin typeface="Book Antiqua"/>
                <a:cs typeface="Book Antiqua"/>
              </a:rPr>
              <a:t>g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Book Antiqua"/>
                <a:cs typeface="Book Antiqua"/>
              </a:rPr>
              <a:t>op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-40" dirty="0">
                <a:latin typeface="Book Antiqua"/>
                <a:cs typeface="Book Antiqua"/>
              </a:rPr>
              <a:t>i</a:t>
            </a:r>
            <a:r>
              <a:rPr sz="2400" spc="-35" dirty="0">
                <a:latin typeface="Book Antiqua"/>
                <a:cs typeface="Book Antiqua"/>
              </a:rPr>
              <a:t>m</a:t>
            </a:r>
            <a:r>
              <a:rPr sz="2400" spc="-4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val</a:t>
            </a:r>
            <a:r>
              <a:rPr sz="2400" spc="-10" dirty="0">
                <a:latin typeface="Book Antiqua"/>
                <a:cs typeface="Book Antiqua"/>
              </a:rPr>
              <a:t>u</a:t>
            </a:r>
            <a:r>
              <a:rPr sz="2400" spc="-35" dirty="0">
                <a:latin typeface="Book Antiqua"/>
                <a:cs typeface="Book Antiqua"/>
              </a:rPr>
              <a:t>e</a:t>
            </a:r>
            <a:r>
              <a:rPr sz="2400" spc="35" dirty="0">
                <a:latin typeface="Book Antiqua"/>
                <a:cs typeface="Book Antiqua"/>
              </a:rPr>
              <a:t>s.</a:t>
            </a:r>
            <a:endParaRPr sz="2400" dirty="0">
              <a:latin typeface="Book Antiqua"/>
              <a:cs typeface="Book Antiqu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36779" y="4845558"/>
            <a:ext cx="491490" cy="585470"/>
          </a:xfrm>
          <a:custGeom>
            <a:avLst/>
            <a:gdLst/>
            <a:ahLst/>
            <a:cxnLst/>
            <a:rect l="l" t="t" r="r" b="b"/>
            <a:pathLst>
              <a:path w="491489" h="585470">
                <a:moveTo>
                  <a:pt x="245482" y="0"/>
                </a:moveTo>
                <a:lnTo>
                  <a:pt x="205739" y="3809"/>
                </a:lnTo>
                <a:lnTo>
                  <a:pt x="167889" y="14990"/>
                </a:lnTo>
                <a:lnTo>
                  <a:pt x="132706" y="32634"/>
                </a:lnTo>
                <a:lnTo>
                  <a:pt x="100583" y="56519"/>
                </a:lnTo>
                <a:lnTo>
                  <a:pt x="71877" y="85724"/>
                </a:lnTo>
                <a:lnTo>
                  <a:pt x="47362" y="119883"/>
                </a:lnTo>
                <a:lnTo>
                  <a:pt x="27431" y="158246"/>
                </a:lnTo>
                <a:lnTo>
                  <a:pt x="12572" y="200156"/>
                </a:lnTo>
                <a:lnTo>
                  <a:pt x="3166" y="245232"/>
                </a:lnTo>
                <a:lnTo>
                  <a:pt x="0" y="292739"/>
                </a:lnTo>
                <a:lnTo>
                  <a:pt x="761" y="316742"/>
                </a:lnTo>
                <a:lnTo>
                  <a:pt x="7107" y="363092"/>
                </a:lnTo>
                <a:lnTo>
                  <a:pt x="19299" y="406658"/>
                </a:lnTo>
                <a:lnTo>
                  <a:pt x="36825" y="446912"/>
                </a:lnTo>
                <a:lnTo>
                  <a:pt x="59173" y="483239"/>
                </a:lnTo>
                <a:lnTo>
                  <a:pt x="85724" y="514980"/>
                </a:lnTo>
                <a:lnTo>
                  <a:pt x="116204" y="541650"/>
                </a:lnTo>
                <a:lnTo>
                  <a:pt x="149982" y="562487"/>
                </a:lnTo>
                <a:lnTo>
                  <a:pt x="186558" y="576965"/>
                </a:lnTo>
                <a:lnTo>
                  <a:pt x="225420" y="584453"/>
                </a:lnTo>
                <a:lnTo>
                  <a:pt x="245482" y="585465"/>
                </a:lnTo>
                <a:lnTo>
                  <a:pt x="265556" y="584453"/>
                </a:lnTo>
                <a:lnTo>
                  <a:pt x="304418" y="576965"/>
                </a:lnTo>
                <a:lnTo>
                  <a:pt x="340994" y="562487"/>
                </a:lnTo>
                <a:lnTo>
                  <a:pt x="374772" y="541650"/>
                </a:lnTo>
                <a:lnTo>
                  <a:pt x="405252" y="514980"/>
                </a:lnTo>
                <a:lnTo>
                  <a:pt x="431922" y="483239"/>
                </a:lnTo>
                <a:lnTo>
                  <a:pt x="454151" y="446912"/>
                </a:lnTo>
                <a:lnTo>
                  <a:pt x="471677" y="406658"/>
                </a:lnTo>
                <a:lnTo>
                  <a:pt x="483869" y="363092"/>
                </a:lnTo>
                <a:lnTo>
                  <a:pt x="490215" y="316742"/>
                </a:lnTo>
                <a:lnTo>
                  <a:pt x="490977" y="292739"/>
                </a:lnTo>
                <a:lnTo>
                  <a:pt x="490215" y="268736"/>
                </a:lnTo>
                <a:lnTo>
                  <a:pt x="483869" y="222372"/>
                </a:lnTo>
                <a:lnTo>
                  <a:pt x="471677" y="178820"/>
                </a:lnTo>
                <a:lnTo>
                  <a:pt x="454151" y="138552"/>
                </a:lnTo>
                <a:lnTo>
                  <a:pt x="431922" y="102239"/>
                </a:lnTo>
                <a:lnTo>
                  <a:pt x="405252" y="70484"/>
                </a:lnTo>
                <a:lnTo>
                  <a:pt x="374772" y="43814"/>
                </a:lnTo>
                <a:lnTo>
                  <a:pt x="340994" y="22991"/>
                </a:lnTo>
                <a:lnTo>
                  <a:pt x="304418" y="8513"/>
                </a:lnTo>
                <a:lnTo>
                  <a:pt x="265556" y="1011"/>
                </a:lnTo>
                <a:lnTo>
                  <a:pt x="245482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36779" y="4845558"/>
            <a:ext cx="491490" cy="585470"/>
          </a:xfrm>
          <a:custGeom>
            <a:avLst/>
            <a:gdLst/>
            <a:ahLst/>
            <a:cxnLst/>
            <a:rect l="l" t="t" r="r" b="b"/>
            <a:pathLst>
              <a:path w="491489" h="585470">
                <a:moveTo>
                  <a:pt x="0" y="292739"/>
                </a:moveTo>
                <a:lnTo>
                  <a:pt x="3166" y="245232"/>
                </a:lnTo>
                <a:lnTo>
                  <a:pt x="12572" y="200156"/>
                </a:lnTo>
                <a:lnTo>
                  <a:pt x="27431" y="158246"/>
                </a:lnTo>
                <a:lnTo>
                  <a:pt x="47362" y="119883"/>
                </a:lnTo>
                <a:lnTo>
                  <a:pt x="71877" y="85724"/>
                </a:lnTo>
                <a:lnTo>
                  <a:pt x="100583" y="56519"/>
                </a:lnTo>
                <a:lnTo>
                  <a:pt x="132706" y="32634"/>
                </a:lnTo>
                <a:lnTo>
                  <a:pt x="167889" y="14990"/>
                </a:lnTo>
                <a:lnTo>
                  <a:pt x="205739" y="3809"/>
                </a:lnTo>
                <a:lnTo>
                  <a:pt x="245482" y="0"/>
                </a:lnTo>
                <a:lnTo>
                  <a:pt x="265556" y="1011"/>
                </a:lnTo>
                <a:lnTo>
                  <a:pt x="304418" y="8513"/>
                </a:lnTo>
                <a:lnTo>
                  <a:pt x="340994" y="22991"/>
                </a:lnTo>
                <a:lnTo>
                  <a:pt x="374772" y="43814"/>
                </a:lnTo>
                <a:lnTo>
                  <a:pt x="405252" y="70484"/>
                </a:lnTo>
                <a:lnTo>
                  <a:pt x="431922" y="102239"/>
                </a:lnTo>
                <a:lnTo>
                  <a:pt x="454151" y="138552"/>
                </a:lnTo>
                <a:lnTo>
                  <a:pt x="471677" y="178820"/>
                </a:lnTo>
                <a:lnTo>
                  <a:pt x="483869" y="222372"/>
                </a:lnTo>
                <a:lnTo>
                  <a:pt x="490215" y="268736"/>
                </a:lnTo>
                <a:lnTo>
                  <a:pt x="490977" y="292739"/>
                </a:lnTo>
                <a:lnTo>
                  <a:pt x="490215" y="316742"/>
                </a:lnTo>
                <a:lnTo>
                  <a:pt x="483869" y="363092"/>
                </a:lnTo>
                <a:lnTo>
                  <a:pt x="471677" y="406658"/>
                </a:lnTo>
                <a:lnTo>
                  <a:pt x="454151" y="446912"/>
                </a:lnTo>
                <a:lnTo>
                  <a:pt x="431922" y="483239"/>
                </a:lnTo>
                <a:lnTo>
                  <a:pt x="405252" y="514980"/>
                </a:lnTo>
                <a:lnTo>
                  <a:pt x="374772" y="541650"/>
                </a:lnTo>
                <a:lnTo>
                  <a:pt x="340994" y="562487"/>
                </a:lnTo>
                <a:lnTo>
                  <a:pt x="304418" y="576965"/>
                </a:lnTo>
                <a:lnTo>
                  <a:pt x="265556" y="584453"/>
                </a:lnTo>
                <a:lnTo>
                  <a:pt x="245482" y="585465"/>
                </a:lnTo>
                <a:lnTo>
                  <a:pt x="225420" y="584453"/>
                </a:lnTo>
                <a:lnTo>
                  <a:pt x="186558" y="576965"/>
                </a:lnTo>
                <a:lnTo>
                  <a:pt x="149982" y="562487"/>
                </a:lnTo>
                <a:lnTo>
                  <a:pt x="116204" y="541650"/>
                </a:lnTo>
                <a:lnTo>
                  <a:pt x="85724" y="514980"/>
                </a:lnTo>
                <a:lnTo>
                  <a:pt x="59173" y="483239"/>
                </a:lnTo>
                <a:lnTo>
                  <a:pt x="36825" y="446912"/>
                </a:lnTo>
                <a:lnTo>
                  <a:pt x="19299" y="406658"/>
                </a:lnTo>
                <a:lnTo>
                  <a:pt x="7107" y="363092"/>
                </a:lnTo>
                <a:lnTo>
                  <a:pt x="761" y="316742"/>
                </a:lnTo>
                <a:lnTo>
                  <a:pt x="0" y="292739"/>
                </a:lnTo>
                <a:close/>
              </a:path>
            </a:pathLst>
          </a:custGeom>
          <a:ln w="25398">
            <a:solidFill>
              <a:srgbClr val="2D52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19656" y="5064037"/>
            <a:ext cx="1250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66088" y="4833996"/>
            <a:ext cx="490855" cy="585470"/>
          </a:xfrm>
          <a:custGeom>
            <a:avLst/>
            <a:gdLst/>
            <a:ahLst/>
            <a:cxnLst/>
            <a:rect l="l" t="t" r="r" b="b"/>
            <a:pathLst>
              <a:path w="490854" h="585470">
                <a:moveTo>
                  <a:pt x="245485" y="0"/>
                </a:moveTo>
                <a:lnTo>
                  <a:pt x="205618" y="3809"/>
                </a:lnTo>
                <a:lnTo>
                  <a:pt x="167883" y="14858"/>
                </a:lnTo>
                <a:lnTo>
                  <a:pt x="132587" y="32647"/>
                </a:lnTo>
                <a:lnTo>
                  <a:pt x="100462" y="56519"/>
                </a:lnTo>
                <a:lnTo>
                  <a:pt x="71871" y="85724"/>
                </a:lnTo>
                <a:lnTo>
                  <a:pt x="47365" y="119896"/>
                </a:lnTo>
                <a:lnTo>
                  <a:pt x="27431" y="158246"/>
                </a:lnTo>
                <a:lnTo>
                  <a:pt x="12557" y="200156"/>
                </a:lnTo>
                <a:lnTo>
                  <a:pt x="3169" y="245245"/>
                </a:lnTo>
                <a:lnTo>
                  <a:pt x="0" y="292739"/>
                </a:lnTo>
                <a:lnTo>
                  <a:pt x="761" y="316742"/>
                </a:lnTo>
                <a:lnTo>
                  <a:pt x="7101" y="363092"/>
                </a:lnTo>
                <a:lnTo>
                  <a:pt x="19293" y="406658"/>
                </a:lnTo>
                <a:lnTo>
                  <a:pt x="36819" y="446912"/>
                </a:lnTo>
                <a:lnTo>
                  <a:pt x="59039" y="483239"/>
                </a:lnTo>
                <a:lnTo>
                  <a:pt x="85709" y="514993"/>
                </a:lnTo>
                <a:lnTo>
                  <a:pt x="116189" y="541663"/>
                </a:lnTo>
                <a:lnTo>
                  <a:pt x="149870" y="562487"/>
                </a:lnTo>
                <a:lnTo>
                  <a:pt x="186446" y="576965"/>
                </a:lnTo>
                <a:lnTo>
                  <a:pt x="225308" y="584453"/>
                </a:lnTo>
                <a:lnTo>
                  <a:pt x="245485" y="585478"/>
                </a:lnTo>
                <a:lnTo>
                  <a:pt x="265541" y="584453"/>
                </a:lnTo>
                <a:lnTo>
                  <a:pt x="304403" y="576965"/>
                </a:lnTo>
                <a:lnTo>
                  <a:pt x="340979" y="562487"/>
                </a:lnTo>
                <a:lnTo>
                  <a:pt x="374782" y="541663"/>
                </a:lnTo>
                <a:lnTo>
                  <a:pt x="405140" y="514993"/>
                </a:lnTo>
                <a:lnTo>
                  <a:pt x="431810" y="483239"/>
                </a:lnTo>
                <a:lnTo>
                  <a:pt x="454151" y="446912"/>
                </a:lnTo>
                <a:lnTo>
                  <a:pt x="471556" y="406658"/>
                </a:lnTo>
                <a:lnTo>
                  <a:pt x="483748" y="363092"/>
                </a:lnTo>
                <a:lnTo>
                  <a:pt x="490087" y="316742"/>
                </a:lnTo>
                <a:lnTo>
                  <a:pt x="490849" y="292739"/>
                </a:lnTo>
                <a:lnTo>
                  <a:pt x="490087" y="268736"/>
                </a:lnTo>
                <a:lnTo>
                  <a:pt x="483748" y="222385"/>
                </a:lnTo>
                <a:lnTo>
                  <a:pt x="471556" y="178820"/>
                </a:lnTo>
                <a:lnTo>
                  <a:pt x="454151" y="138565"/>
                </a:lnTo>
                <a:lnTo>
                  <a:pt x="431810" y="102239"/>
                </a:lnTo>
                <a:lnTo>
                  <a:pt x="405140" y="70484"/>
                </a:lnTo>
                <a:lnTo>
                  <a:pt x="374782" y="43814"/>
                </a:lnTo>
                <a:lnTo>
                  <a:pt x="340979" y="22991"/>
                </a:lnTo>
                <a:lnTo>
                  <a:pt x="304403" y="8513"/>
                </a:lnTo>
                <a:lnTo>
                  <a:pt x="265541" y="1024"/>
                </a:lnTo>
                <a:lnTo>
                  <a:pt x="245485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6088" y="4833996"/>
            <a:ext cx="490855" cy="585470"/>
          </a:xfrm>
          <a:custGeom>
            <a:avLst/>
            <a:gdLst/>
            <a:ahLst/>
            <a:cxnLst/>
            <a:rect l="l" t="t" r="r" b="b"/>
            <a:pathLst>
              <a:path w="490854" h="585470">
                <a:moveTo>
                  <a:pt x="0" y="292739"/>
                </a:moveTo>
                <a:lnTo>
                  <a:pt x="3169" y="245245"/>
                </a:lnTo>
                <a:lnTo>
                  <a:pt x="12557" y="200156"/>
                </a:lnTo>
                <a:lnTo>
                  <a:pt x="27431" y="158246"/>
                </a:lnTo>
                <a:lnTo>
                  <a:pt x="47365" y="119896"/>
                </a:lnTo>
                <a:lnTo>
                  <a:pt x="71871" y="85724"/>
                </a:lnTo>
                <a:lnTo>
                  <a:pt x="100462" y="56519"/>
                </a:lnTo>
                <a:lnTo>
                  <a:pt x="132587" y="32647"/>
                </a:lnTo>
                <a:lnTo>
                  <a:pt x="167883" y="14858"/>
                </a:lnTo>
                <a:lnTo>
                  <a:pt x="205618" y="3809"/>
                </a:lnTo>
                <a:lnTo>
                  <a:pt x="245485" y="0"/>
                </a:lnTo>
                <a:lnTo>
                  <a:pt x="265541" y="1024"/>
                </a:lnTo>
                <a:lnTo>
                  <a:pt x="304403" y="8513"/>
                </a:lnTo>
                <a:lnTo>
                  <a:pt x="340979" y="22991"/>
                </a:lnTo>
                <a:lnTo>
                  <a:pt x="374782" y="43814"/>
                </a:lnTo>
                <a:lnTo>
                  <a:pt x="405140" y="70484"/>
                </a:lnTo>
                <a:lnTo>
                  <a:pt x="431810" y="102239"/>
                </a:lnTo>
                <a:lnTo>
                  <a:pt x="454151" y="138565"/>
                </a:lnTo>
                <a:lnTo>
                  <a:pt x="471556" y="178820"/>
                </a:lnTo>
                <a:lnTo>
                  <a:pt x="483748" y="222385"/>
                </a:lnTo>
                <a:lnTo>
                  <a:pt x="490087" y="268736"/>
                </a:lnTo>
                <a:lnTo>
                  <a:pt x="490849" y="292739"/>
                </a:lnTo>
                <a:lnTo>
                  <a:pt x="490087" y="316742"/>
                </a:lnTo>
                <a:lnTo>
                  <a:pt x="483748" y="363092"/>
                </a:lnTo>
                <a:lnTo>
                  <a:pt x="471556" y="406658"/>
                </a:lnTo>
                <a:lnTo>
                  <a:pt x="454151" y="446912"/>
                </a:lnTo>
                <a:lnTo>
                  <a:pt x="431810" y="483239"/>
                </a:lnTo>
                <a:lnTo>
                  <a:pt x="405140" y="514993"/>
                </a:lnTo>
                <a:lnTo>
                  <a:pt x="374782" y="541663"/>
                </a:lnTo>
                <a:lnTo>
                  <a:pt x="340979" y="562487"/>
                </a:lnTo>
                <a:lnTo>
                  <a:pt x="304403" y="576965"/>
                </a:lnTo>
                <a:lnTo>
                  <a:pt x="265541" y="584453"/>
                </a:lnTo>
                <a:lnTo>
                  <a:pt x="245485" y="585478"/>
                </a:lnTo>
                <a:lnTo>
                  <a:pt x="225308" y="584453"/>
                </a:lnTo>
                <a:lnTo>
                  <a:pt x="186446" y="576965"/>
                </a:lnTo>
                <a:lnTo>
                  <a:pt x="149870" y="562487"/>
                </a:lnTo>
                <a:lnTo>
                  <a:pt x="116189" y="541663"/>
                </a:lnTo>
                <a:lnTo>
                  <a:pt x="85709" y="514993"/>
                </a:lnTo>
                <a:lnTo>
                  <a:pt x="59039" y="483239"/>
                </a:lnTo>
                <a:lnTo>
                  <a:pt x="36819" y="446912"/>
                </a:lnTo>
                <a:lnTo>
                  <a:pt x="19293" y="406658"/>
                </a:lnTo>
                <a:lnTo>
                  <a:pt x="7101" y="363092"/>
                </a:lnTo>
                <a:lnTo>
                  <a:pt x="761" y="316742"/>
                </a:lnTo>
                <a:lnTo>
                  <a:pt x="0" y="292739"/>
                </a:lnTo>
                <a:close/>
              </a:path>
            </a:pathLst>
          </a:custGeom>
          <a:ln w="25398">
            <a:solidFill>
              <a:srgbClr val="2D52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49347" y="5052479"/>
            <a:ext cx="1250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21051" y="4565903"/>
            <a:ext cx="2048255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63211" y="4586228"/>
            <a:ext cx="1400175" cy="260350"/>
          </a:xfrm>
          <a:custGeom>
            <a:avLst/>
            <a:gdLst/>
            <a:ahLst/>
            <a:cxnLst/>
            <a:rect l="l" t="t" r="r" b="b"/>
            <a:pathLst>
              <a:path w="1400175" h="260350">
                <a:moveTo>
                  <a:pt x="933596" y="0"/>
                </a:moveTo>
                <a:lnTo>
                  <a:pt x="890406" y="380"/>
                </a:lnTo>
                <a:lnTo>
                  <a:pt x="847490" y="1392"/>
                </a:lnTo>
                <a:lnTo>
                  <a:pt x="804422" y="3047"/>
                </a:lnTo>
                <a:lnTo>
                  <a:pt x="761871" y="5452"/>
                </a:lnTo>
                <a:lnTo>
                  <a:pt x="719474" y="8381"/>
                </a:lnTo>
                <a:lnTo>
                  <a:pt x="677680" y="11929"/>
                </a:lnTo>
                <a:lnTo>
                  <a:pt x="636269" y="16120"/>
                </a:lnTo>
                <a:lnTo>
                  <a:pt x="595502" y="20823"/>
                </a:lnTo>
                <a:lnTo>
                  <a:pt x="555248" y="26026"/>
                </a:lnTo>
                <a:lnTo>
                  <a:pt x="515873" y="31872"/>
                </a:lnTo>
                <a:lnTo>
                  <a:pt x="477274" y="38099"/>
                </a:lnTo>
                <a:lnTo>
                  <a:pt x="439673" y="44826"/>
                </a:lnTo>
                <a:lnTo>
                  <a:pt x="367546" y="59554"/>
                </a:lnTo>
                <a:lnTo>
                  <a:pt x="299978" y="75937"/>
                </a:lnTo>
                <a:lnTo>
                  <a:pt x="237494" y="93725"/>
                </a:lnTo>
                <a:lnTo>
                  <a:pt x="180974" y="112894"/>
                </a:lnTo>
                <a:lnTo>
                  <a:pt x="130945" y="133218"/>
                </a:lnTo>
                <a:lnTo>
                  <a:pt x="87892" y="154935"/>
                </a:lnTo>
                <a:lnTo>
                  <a:pt x="52328" y="177795"/>
                </a:lnTo>
                <a:lnTo>
                  <a:pt x="19562" y="208787"/>
                </a:lnTo>
                <a:lnTo>
                  <a:pt x="1655" y="244720"/>
                </a:lnTo>
                <a:lnTo>
                  <a:pt x="0" y="258436"/>
                </a:lnTo>
                <a:lnTo>
                  <a:pt x="38099" y="260341"/>
                </a:lnTo>
                <a:lnTo>
                  <a:pt x="38362" y="254757"/>
                </a:lnTo>
                <a:lnTo>
                  <a:pt x="39124" y="251709"/>
                </a:lnTo>
                <a:lnTo>
                  <a:pt x="63758" y="217550"/>
                </a:lnTo>
                <a:lnTo>
                  <a:pt x="107441" y="187570"/>
                </a:lnTo>
                <a:lnTo>
                  <a:pt x="147328" y="167639"/>
                </a:lnTo>
                <a:lnTo>
                  <a:pt x="194822" y="148458"/>
                </a:lnTo>
                <a:lnTo>
                  <a:pt x="249305" y="129920"/>
                </a:lnTo>
                <a:lnTo>
                  <a:pt x="309884" y="112644"/>
                </a:lnTo>
                <a:lnTo>
                  <a:pt x="376046" y="96642"/>
                </a:lnTo>
                <a:lnTo>
                  <a:pt x="446912" y="82164"/>
                </a:lnTo>
                <a:lnTo>
                  <a:pt x="521969" y="69460"/>
                </a:lnTo>
                <a:lnTo>
                  <a:pt x="560713" y="63745"/>
                </a:lnTo>
                <a:lnTo>
                  <a:pt x="600337" y="58673"/>
                </a:lnTo>
                <a:lnTo>
                  <a:pt x="640592" y="54101"/>
                </a:lnTo>
                <a:lnTo>
                  <a:pt x="681490" y="49910"/>
                </a:lnTo>
                <a:lnTo>
                  <a:pt x="722644" y="46350"/>
                </a:lnTo>
                <a:lnTo>
                  <a:pt x="764554" y="43433"/>
                </a:lnTo>
                <a:lnTo>
                  <a:pt x="806586" y="41147"/>
                </a:lnTo>
                <a:lnTo>
                  <a:pt x="848861" y="39492"/>
                </a:lnTo>
                <a:lnTo>
                  <a:pt x="891411" y="38480"/>
                </a:lnTo>
                <a:lnTo>
                  <a:pt x="1400184" y="38099"/>
                </a:lnTo>
                <a:lnTo>
                  <a:pt x="1389638" y="36313"/>
                </a:lnTo>
                <a:lnTo>
                  <a:pt x="1351172" y="30348"/>
                </a:lnTo>
                <a:lnTo>
                  <a:pt x="1311792" y="24883"/>
                </a:lnTo>
                <a:lnTo>
                  <a:pt x="1271649" y="19930"/>
                </a:lnTo>
                <a:lnTo>
                  <a:pt x="1230898" y="15489"/>
                </a:lnTo>
                <a:lnTo>
                  <a:pt x="1189628" y="11548"/>
                </a:lnTo>
                <a:lnTo>
                  <a:pt x="1147565" y="8119"/>
                </a:lnTo>
                <a:lnTo>
                  <a:pt x="1105290" y="5333"/>
                </a:lnTo>
                <a:lnTo>
                  <a:pt x="1062740" y="3166"/>
                </a:lnTo>
                <a:lnTo>
                  <a:pt x="1019824" y="1523"/>
                </a:lnTo>
                <a:lnTo>
                  <a:pt x="976877" y="499"/>
                </a:lnTo>
                <a:lnTo>
                  <a:pt x="9335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91818" y="4764273"/>
            <a:ext cx="120014" cy="69850"/>
          </a:xfrm>
          <a:custGeom>
            <a:avLst/>
            <a:gdLst/>
            <a:ahLst/>
            <a:cxnLst/>
            <a:rect l="l" t="t" r="r" b="b"/>
            <a:pathLst>
              <a:path w="120014" h="69850">
                <a:moveTo>
                  <a:pt x="27035" y="0"/>
                </a:moveTo>
                <a:lnTo>
                  <a:pt x="0" y="25145"/>
                </a:lnTo>
                <a:lnTo>
                  <a:pt x="119755" y="69722"/>
                </a:lnTo>
                <a:lnTo>
                  <a:pt x="103113" y="13216"/>
                </a:lnTo>
                <a:lnTo>
                  <a:pt x="41026" y="13216"/>
                </a:lnTo>
                <a:lnTo>
                  <a:pt x="29596" y="1274"/>
                </a:lnTo>
                <a:lnTo>
                  <a:pt x="270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21413" y="4765547"/>
            <a:ext cx="22860" cy="12065"/>
          </a:xfrm>
          <a:custGeom>
            <a:avLst/>
            <a:gdLst/>
            <a:ahLst/>
            <a:cxnLst/>
            <a:rect l="l" t="t" r="r" b="b"/>
            <a:pathLst>
              <a:path w="22860" h="12064">
                <a:moveTo>
                  <a:pt x="0" y="0"/>
                </a:moveTo>
                <a:lnTo>
                  <a:pt x="11429" y="11942"/>
                </a:lnTo>
                <a:lnTo>
                  <a:pt x="22341" y="1523"/>
                </a:lnTo>
                <a:lnTo>
                  <a:pt x="3047" y="15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32844" y="4711446"/>
            <a:ext cx="62230" cy="66040"/>
          </a:xfrm>
          <a:custGeom>
            <a:avLst/>
            <a:gdLst/>
            <a:ahLst/>
            <a:cxnLst/>
            <a:rect l="l" t="t" r="r" b="b"/>
            <a:pathLst>
              <a:path w="62229" h="66039">
                <a:moveTo>
                  <a:pt x="42550" y="0"/>
                </a:moveTo>
                <a:lnTo>
                  <a:pt x="14599" y="26157"/>
                </a:lnTo>
                <a:lnTo>
                  <a:pt x="27553" y="39755"/>
                </a:lnTo>
                <a:lnTo>
                  <a:pt x="0" y="66044"/>
                </a:lnTo>
                <a:lnTo>
                  <a:pt x="62087" y="66044"/>
                </a:lnTo>
                <a:lnTo>
                  <a:pt x="42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19615" y="4763511"/>
            <a:ext cx="5080" cy="3810"/>
          </a:xfrm>
          <a:custGeom>
            <a:avLst/>
            <a:gdLst/>
            <a:ahLst/>
            <a:cxnLst/>
            <a:rect l="l" t="t" r="r" b="b"/>
            <a:pathLst>
              <a:path w="5079" h="3810">
                <a:moveTo>
                  <a:pt x="0" y="0"/>
                </a:moveTo>
                <a:lnTo>
                  <a:pt x="1798" y="2036"/>
                </a:lnTo>
                <a:lnTo>
                  <a:pt x="4846" y="35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19615" y="4737603"/>
            <a:ext cx="41275" cy="29845"/>
          </a:xfrm>
          <a:custGeom>
            <a:avLst/>
            <a:gdLst/>
            <a:ahLst/>
            <a:cxnLst/>
            <a:rect l="l" t="t" r="r" b="b"/>
            <a:pathLst>
              <a:path w="41275" h="29845">
                <a:moveTo>
                  <a:pt x="27828" y="0"/>
                </a:moveTo>
                <a:lnTo>
                  <a:pt x="0" y="25907"/>
                </a:lnTo>
                <a:lnTo>
                  <a:pt x="4846" y="29468"/>
                </a:lnTo>
                <a:lnTo>
                  <a:pt x="24140" y="29468"/>
                </a:lnTo>
                <a:lnTo>
                  <a:pt x="40782" y="13597"/>
                </a:lnTo>
                <a:lnTo>
                  <a:pt x="278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118853" y="4763511"/>
            <a:ext cx="3175" cy="2540"/>
          </a:xfrm>
          <a:custGeom>
            <a:avLst/>
            <a:gdLst/>
            <a:ahLst/>
            <a:cxnLst/>
            <a:rect l="l" t="t" r="r" b="b"/>
            <a:pathLst>
              <a:path w="3175" h="2539">
                <a:moveTo>
                  <a:pt x="640" y="0"/>
                </a:moveTo>
                <a:lnTo>
                  <a:pt x="0" y="761"/>
                </a:lnTo>
                <a:lnTo>
                  <a:pt x="2560" y="2036"/>
                </a:lnTo>
                <a:lnTo>
                  <a:pt x="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97173" y="4624328"/>
            <a:ext cx="850265" cy="140335"/>
          </a:xfrm>
          <a:custGeom>
            <a:avLst/>
            <a:gdLst/>
            <a:ahLst/>
            <a:cxnLst/>
            <a:rect l="l" t="t" r="r" b="b"/>
            <a:pathLst>
              <a:path w="850264" h="140335">
                <a:moveTo>
                  <a:pt x="466222" y="0"/>
                </a:moveTo>
                <a:lnTo>
                  <a:pt x="0" y="0"/>
                </a:lnTo>
                <a:lnTo>
                  <a:pt x="42428" y="380"/>
                </a:lnTo>
                <a:lnTo>
                  <a:pt x="127253" y="3047"/>
                </a:lnTo>
                <a:lnTo>
                  <a:pt x="211195" y="8000"/>
                </a:lnTo>
                <a:lnTo>
                  <a:pt x="252465" y="11429"/>
                </a:lnTo>
                <a:lnTo>
                  <a:pt x="293248" y="15358"/>
                </a:lnTo>
                <a:lnTo>
                  <a:pt x="333634" y="19680"/>
                </a:lnTo>
                <a:lnTo>
                  <a:pt x="373136" y="24633"/>
                </a:lnTo>
                <a:lnTo>
                  <a:pt x="411876" y="29967"/>
                </a:lnTo>
                <a:lnTo>
                  <a:pt x="449976" y="35813"/>
                </a:lnTo>
                <a:lnTo>
                  <a:pt x="522975" y="48767"/>
                </a:lnTo>
                <a:lnTo>
                  <a:pt x="591708" y="63245"/>
                </a:lnTo>
                <a:lnTo>
                  <a:pt x="655319" y="79116"/>
                </a:lnTo>
                <a:lnTo>
                  <a:pt x="712988" y="96261"/>
                </a:lnTo>
                <a:lnTo>
                  <a:pt x="764285" y="114299"/>
                </a:lnTo>
                <a:lnTo>
                  <a:pt x="808238" y="133218"/>
                </a:lnTo>
                <a:lnTo>
                  <a:pt x="821679" y="139945"/>
                </a:lnTo>
                <a:lnTo>
                  <a:pt x="822319" y="139183"/>
                </a:lnTo>
                <a:lnTo>
                  <a:pt x="822076" y="138933"/>
                </a:lnTo>
                <a:lnTo>
                  <a:pt x="822716" y="138933"/>
                </a:lnTo>
                <a:lnTo>
                  <a:pt x="850270" y="113275"/>
                </a:lnTo>
                <a:lnTo>
                  <a:pt x="849629" y="112644"/>
                </a:lnTo>
                <a:lnTo>
                  <a:pt x="848105" y="111120"/>
                </a:lnTo>
                <a:lnTo>
                  <a:pt x="846338" y="109727"/>
                </a:lnTo>
                <a:lnTo>
                  <a:pt x="844417" y="108834"/>
                </a:lnTo>
                <a:lnTo>
                  <a:pt x="823843" y="98416"/>
                </a:lnTo>
                <a:lnTo>
                  <a:pt x="777483" y="78604"/>
                </a:lnTo>
                <a:lnTo>
                  <a:pt x="724296" y="59816"/>
                </a:lnTo>
                <a:lnTo>
                  <a:pt x="664860" y="42290"/>
                </a:lnTo>
                <a:lnTo>
                  <a:pt x="599815" y="26026"/>
                </a:lnTo>
                <a:lnTo>
                  <a:pt x="529986" y="11298"/>
                </a:lnTo>
                <a:lnTo>
                  <a:pt x="493257" y="4571"/>
                </a:lnTo>
                <a:lnTo>
                  <a:pt x="4662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19250" y="4763261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640" y="0"/>
                </a:moveTo>
                <a:lnTo>
                  <a:pt x="0" y="0"/>
                </a:lnTo>
                <a:lnTo>
                  <a:pt x="365" y="249"/>
                </a:lnTo>
                <a:lnTo>
                  <a:pt x="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25039" y="5295900"/>
            <a:ext cx="2048256" cy="4480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446400" y="5501640"/>
            <a:ext cx="1308735" cy="177165"/>
          </a:xfrm>
          <a:custGeom>
            <a:avLst/>
            <a:gdLst/>
            <a:ahLst/>
            <a:cxnLst/>
            <a:rect l="l" t="t" r="r" b="b"/>
            <a:pathLst>
              <a:path w="1308735" h="177164">
                <a:moveTo>
                  <a:pt x="27944" y="0"/>
                </a:moveTo>
                <a:lnTo>
                  <a:pt x="0" y="25907"/>
                </a:lnTo>
                <a:lnTo>
                  <a:pt x="630" y="26538"/>
                </a:lnTo>
                <a:lnTo>
                  <a:pt x="2154" y="28193"/>
                </a:lnTo>
                <a:lnTo>
                  <a:pt x="48636" y="50804"/>
                </a:lnTo>
                <a:lnTo>
                  <a:pt x="98678" y="70103"/>
                </a:lnTo>
                <a:lnTo>
                  <a:pt x="155066" y="88343"/>
                </a:lnTo>
                <a:lnTo>
                  <a:pt x="217301" y="105192"/>
                </a:lnTo>
                <a:lnTo>
                  <a:pt x="284856" y="120694"/>
                </a:lnTo>
                <a:lnTo>
                  <a:pt x="356996" y="134706"/>
                </a:lnTo>
                <a:lnTo>
                  <a:pt x="394584" y="141030"/>
                </a:lnTo>
                <a:lnTo>
                  <a:pt x="433196" y="146983"/>
                </a:lnTo>
                <a:lnTo>
                  <a:pt x="472439" y="152436"/>
                </a:lnTo>
                <a:lnTo>
                  <a:pt x="512576" y="157413"/>
                </a:lnTo>
                <a:lnTo>
                  <a:pt x="553461" y="161842"/>
                </a:lnTo>
                <a:lnTo>
                  <a:pt x="594740" y="165759"/>
                </a:lnTo>
                <a:lnTo>
                  <a:pt x="636650" y="169212"/>
                </a:lnTo>
                <a:lnTo>
                  <a:pt x="678957" y="171998"/>
                </a:lnTo>
                <a:lnTo>
                  <a:pt x="721629" y="174177"/>
                </a:lnTo>
                <a:lnTo>
                  <a:pt x="764423" y="175820"/>
                </a:lnTo>
                <a:lnTo>
                  <a:pt x="807582" y="176854"/>
                </a:lnTo>
                <a:lnTo>
                  <a:pt x="850651" y="176854"/>
                </a:lnTo>
                <a:lnTo>
                  <a:pt x="893841" y="176582"/>
                </a:lnTo>
                <a:lnTo>
                  <a:pt x="936878" y="175522"/>
                </a:lnTo>
                <a:lnTo>
                  <a:pt x="979794" y="173903"/>
                </a:lnTo>
                <a:lnTo>
                  <a:pt x="1022344" y="171498"/>
                </a:lnTo>
                <a:lnTo>
                  <a:pt x="1064773" y="168615"/>
                </a:lnTo>
                <a:lnTo>
                  <a:pt x="1106561" y="165079"/>
                </a:lnTo>
                <a:lnTo>
                  <a:pt x="1148074" y="160949"/>
                </a:lnTo>
                <a:lnTo>
                  <a:pt x="1188735" y="156246"/>
                </a:lnTo>
                <a:lnTo>
                  <a:pt x="1228968" y="151055"/>
                </a:lnTo>
                <a:lnTo>
                  <a:pt x="1268348" y="145304"/>
                </a:lnTo>
                <a:lnTo>
                  <a:pt x="1306967" y="139064"/>
                </a:lnTo>
                <a:lnTo>
                  <a:pt x="1308613" y="138754"/>
                </a:lnTo>
                <a:lnTo>
                  <a:pt x="807582" y="138754"/>
                </a:lnTo>
                <a:lnTo>
                  <a:pt x="765307" y="137729"/>
                </a:lnTo>
                <a:lnTo>
                  <a:pt x="723000" y="136135"/>
                </a:lnTo>
                <a:lnTo>
                  <a:pt x="680846" y="133944"/>
                </a:lnTo>
                <a:lnTo>
                  <a:pt x="639180" y="131207"/>
                </a:lnTo>
                <a:lnTo>
                  <a:pt x="597788" y="127802"/>
                </a:lnTo>
                <a:lnTo>
                  <a:pt x="557021" y="123895"/>
                </a:lnTo>
                <a:lnTo>
                  <a:pt x="516635" y="119563"/>
                </a:lnTo>
                <a:lnTo>
                  <a:pt x="477143" y="114632"/>
                </a:lnTo>
                <a:lnTo>
                  <a:pt x="438399" y="109240"/>
                </a:lnTo>
                <a:lnTo>
                  <a:pt x="400430" y="103382"/>
                </a:lnTo>
                <a:lnTo>
                  <a:pt x="327278" y="90428"/>
                </a:lnTo>
                <a:lnTo>
                  <a:pt x="258567" y="75950"/>
                </a:lnTo>
                <a:lnTo>
                  <a:pt x="194940" y="60066"/>
                </a:lnTo>
                <a:lnTo>
                  <a:pt x="137291" y="42921"/>
                </a:lnTo>
                <a:lnTo>
                  <a:pt x="86105" y="24896"/>
                </a:lnTo>
                <a:lnTo>
                  <a:pt x="42041" y="6095"/>
                </a:lnTo>
                <a:lnTo>
                  <a:pt x="30611" y="249"/>
                </a:lnTo>
                <a:lnTo>
                  <a:pt x="28325" y="249"/>
                </a:lnTo>
                <a:lnTo>
                  <a:pt x="27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296808" y="5418582"/>
            <a:ext cx="934085" cy="222250"/>
          </a:xfrm>
          <a:custGeom>
            <a:avLst/>
            <a:gdLst/>
            <a:ahLst/>
            <a:cxnLst/>
            <a:rect l="l" t="t" r="r" b="b"/>
            <a:pathLst>
              <a:path w="934085" h="222250">
                <a:moveTo>
                  <a:pt x="895715" y="0"/>
                </a:moveTo>
                <a:lnTo>
                  <a:pt x="875141" y="38099"/>
                </a:lnTo>
                <a:lnTo>
                  <a:pt x="843137" y="62733"/>
                </a:lnTo>
                <a:lnTo>
                  <a:pt x="807445" y="82808"/>
                </a:lnTo>
                <a:lnTo>
                  <a:pt x="763767" y="102357"/>
                </a:lnTo>
                <a:lnTo>
                  <a:pt x="712713" y="121289"/>
                </a:lnTo>
                <a:lnTo>
                  <a:pt x="655045" y="139196"/>
                </a:lnTo>
                <a:lnTo>
                  <a:pt x="591433" y="155828"/>
                </a:lnTo>
                <a:lnTo>
                  <a:pt x="522853" y="171105"/>
                </a:lnTo>
                <a:lnTo>
                  <a:pt x="449945" y="184592"/>
                </a:lnTo>
                <a:lnTo>
                  <a:pt x="411845" y="190737"/>
                </a:lnTo>
                <a:lnTo>
                  <a:pt x="373105" y="196416"/>
                </a:lnTo>
                <a:lnTo>
                  <a:pt x="333481" y="201512"/>
                </a:lnTo>
                <a:lnTo>
                  <a:pt x="293217" y="206145"/>
                </a:lnTo>
                <a:lnTo>
                  <a:pt x="252465" y="210205"/>
                </a:lnTo>
                <a:lnTo>
                  <a:pt x="211195" y="213716"/>
                </a:lnTo>
                <a:lnTo>
                  <a:pt x="169407" y="216551"/>
                </a:lnTo>
                <a:lnTo>
                  <a:pt x="127375" y="218907"/>
                </a:lnTo>
                <a:lnTo>
                  <a:pt x="84947" y="220516"/>
                </a:lnTo>
                <a:lnTo>
                  <a:pt x="42519" y="221549"/>
                </a:lnTo>
                <a:lnTo>
                  <a:pt x="0" y="221812"/>
                </a:lnTo>
                <a:lnTo>
                  <a:pt x="458205" y="221812"/>
                </a:lnTo>
                <a:lnTo>
                  <a:pt x="530839" y="208370"/>
                </a:lnTo>
                <a:lnTo>
                  <a:pt x="600821" y="192773"/>
                </a:lnTo>
                <a:lnTo>
                  <a:pt x="665835" y="175701"/>
                </a:lnTo>
                <a:lnTo>
                  <a:pt x="725423" y="157221"/>
                </a:lnTo>
                <a:lnTo>
                  <a:pt x="778611" y="137409"/>
                </a:lnTo>
                <a:lnTo>
                  <a:pt x="825245" y="116454"/>
                </a:lnTo>
                <a:lnTo>
                  <a:pt x="864717" y="94238"/>
                </a:lnTo>
                <a:lnTo>
                  <a:pt x="896111" y="70734"/>
                </a:lnTo>
                <a:lnTo>
                  <a:pt x="923391" y="37968"/>
                </a:lnTo>
                <a:lnTo>
                  <a:pt x="933815" y="1904"/>
                </a:lnTo>
                <a:lnTo>
                  <a:pt x="8957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382261" y="5431154"/>
            <a:ext cx="120014" cy="122555"/>
          </a:xfrm>
          <a:custGeom>
            <a:avLst/>
            <a:gdLst/>
            <a:ahLst/>
            <a:cxnLst/>
            <a:rect l="l" t="t" r="r" b="b"/>
            <a:pathLst>
              <a:path w="120014" h="122554">
                <a:moveTo>
                  <a:pt x="0" y="0"/>
                </a:moveTo>
                <a:lnTo>
                  <a:pt x="36194" y="122550"/>
                </a:lnTo>
                <a:lnTo>
                  <a:pt x="64139" y="96392"/>
                </a:lnTo>
                <a:lnTo>
                  <a:pt x="51185" y="82808"/>
                </a:lnTo>
                <a:lnTo>
                  <a:pt x="78866" y="56519"/>
                </a:lnTo>
                <a:lnTo>
                  <a:pt x="106942" y="56519"/>
                </a:lnTo>
                <a:lnTo>
                  <a:pt x="119765" y="4457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433447" y="5487673"/>
            <a:ext cx="41275" cy="40005"/>
          </a:xfrm>
          <a:custGeom>
            <a:avLst/>
            <a:gdLst/>
            <a:ahLst/>
            <a:cxnLst/>
            <a:rect l="l" t="t" r="r" b="b"/>
            <a:pathLst>
              <a:path w="41275" h="40004">
                <a:moveTo>
                  <a:pt x="27681" y="0"/>
                </a:moveTo>
                <a:lnTo>
                  <a:pt x="0" y="26288"/>
                </a:lnTo>
                <a:lnTo>
                  <a:pt x="12953" y="39873"/>
                </a:lnTo>
                <a:lnTo>
                  <a:pt x="40898" y="13965"/>
                </a:lnTo>
                <a:lnTo>
                  <a:pt x="36063" y="10405"/>
                </a:lnTo>
                <a:lnTo>
                  <a:pt x="37587" y="10405"/>
                </a:lnTo>
                <a:lnTo>
                  <a:pt x="276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474345" y="5500878"/>
            <a:ext cx="3175" cy="1270"/>
          </a:xfrm>
          <a:custGeom>
            <a:avLst/>
            <a:gdLst/>
            <a:ahLst/>
            <a:cxnLst/>
            <a:rect l="l" t="t" r="r" b="b"/>
            <a:pathLst>
              <a:path w="3175" h="1270">
                <a:moveTo>
                  <a:pt x="761" y="0"/>
                </a:moveTo>
                <a:lnTo>
                  <a:pt x="0" y="630"/>
                </a:lnTo>
                <a:lnTo>
                  <a:pt x="380" y="1011"/>
                </a:lnTo>
                <a:lnTo>
                  <a:pt x="2666" y="1011"/>
                </a:lnTo>
                <a:lnTo>
                  <a:pt x="7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469510" y="5498079"/>
            <a:ext cx="5080" cy="3810"/>
          </a:xfrm>
          <a:custGeom>
            <a:avLst/>
            <a:gdLst/>
            <a:ahLst/>
            <a:cxnLst/>
            <a:rect l="l" t="t" r="r" b="b"/>
            <a:pathLst>
              <a:path w="5080" h="3810">
                <a:moveTo>
                  <a:pt x="0" y="0"/>
                </a:moveTo>
                <a:lnTo>
                  <a:pt x="4834" y="3560"/>
                </a:lnTo>
                <a:lnTo>
                  <a:pt x="3047" y="15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472558" y="5499603"/>
            <a:ext cx="2540" cy="1905"/>
          </a:xfrm>
          <a:custGeom>
            <a:avLst/>
            <a:gdLst/>
            <a:ahLst/>
            <a:cxnLst/>
            <a:rect l="l" t="t" r="r" b="b"/>
            <a:pathLst>
              <a:path w="2539" h="1904">
                <a:moveTo>
                  <a:pt x="0" y="0"/>
                </a:moveTo>
                <a:lnTo>
                  <a:pt x="1786" y="1904"/>
                </a:lnTo>
                <a:lnTo>
                  <a:pt x="2548" y="12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461128" y="5487673"/>
            <a:ext cx="28575" cy="13335"/>
          </a:xfrm>
          <a:custGeom>
            <a:avLst/>
            <a:gdLst/>
            <a:ahLst/>
            <a:cxnLst/>
            <a:rect l="l" t="t" r="r" b="b"/>
            <a:pathLst>
              <a:path w="28575" h="13335">
                <a:moveTo>
                  <a:pt x="28075" y="0"/>
                </a:moveTo>
                <a:lnTo>
                  <a:pt x="0" y="0"/>
                </a:lnTo>
                <a:lnTo>
                  <a:pt x="11429" y="11929"/>
                </a:lnTo>
                <a:lnTo>
                  <a:pt x="13978" y="13203"/>
                </a:lnTo>
                <a:lnTo>
                  <a:pt x="280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469510" y="549807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4">
                <a:moveTo>
                  <a:pt x="1523" y="0"/>
                </a:moveTo>
                <a:lnTo>
                  <a:pt x="0" y="0"/>
                </a:lnTo>
                <a:lnTo>
                  <a:pt x="3047" y="1523"/>
                </a:lnTo>
                <a:lnTo>
                  <a:pt x="15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56560" y="4162044"/>
            <a:ext cx="384047" cy="5135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032760" y="4162044"/>
            <a:ext cx="829056" cy="5135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53967" y="4162044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092960" y="4293542"/>
            <a:ext cx="6197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r</a:t>
            </a:r>
            <a:r>
              <a:rPr sz="1800" spc="-25" dirty="0">
                <a:latin typeface="Arial"/>
                <a:cs typeface="Arial"/>
              </a:rPr>
              <a:t>=+</a:t>
            </a:r>
            <a:r>
              <a:rPr sz="1800" spc="-5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849879" y="5623559"/>
            <a:ext cx="384048" cy="5135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926079" y="5623559"/>
            <a:ext cx="829055" cy="5135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447288" y="5623559"/>
            <a:ext cx="371855" cy="5135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985899" y="5755412"/>
            <a:ext cx="6223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r</a:t>
            </a:r>
            <a:r>
              <a:rPr sz="1800" spc="-15" dirty="0">
                <a:latin typeface="Arial"/>
                <a:cs typeface="Arial"/>
              </a:rPr>
              <a:t>=+</a:t>
            </a:r>
            <a:r>
              <a:rPr sz="1800" spc="-2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724540" y="4473952"/>
            <a:ext cx="55244" cy="164465"/>
          </a:xfrm>
          <a:custGeom>
            <a:avLst/>
            <a:gdLst/>
            <a:ahLst/>
            <a:cxnLst/>
            <a:rect l="l" t="t" r="r" b="b"/>
            <a:pathLst>
              <a:path w="55245" h="164464">
                <a:moveTo>
                  <a:pt x="2011" y="0"/>
                </a:moveTo>
                <a:lnTo>
                  <a:pt x="2773" y="7882"/>
                </a:lnTo>
                <a:lnTo>
                  <a:pt x="13837" y="13847"/>
                </a:lnTo>
                <a:lnTo>
                  <a:pt x="23103" y="22478"/>
                </a:lnTo>
                <a:lnTo>
                  <a:pt x="39105" y="69223"/>
                </a:lnTo>
                <a:lnTo>
                  <a:pt x="39745" y="84332"/>
                </a:lnTo>
                <a:lnTo>
                  <a:pt x="38983" y="98179"/>
                </a:lnTo>
                <a:lnTo>
                  <a:pt x="21457" y="144661"/>
                </a:lnTo>
                <a:lnTo>
                  <a:pt x="0" y="158495"/>
                </a:lnTo>
                <a:lnTo>
                  <a:pt x="5059" y="164210"/>
                </a:lnTo>
                <a:lnTo>
                  <a:pt x="44043" y="131063"/>
                </a:lnTo>
                <a:lnTo>
                  <a:pt x="54711" y="80522"/>
                </a:lnTo>
                <a:lnTo>
                  <a:pt x="53949" y="68711"/>
                </a:lnTo>
                <a:lnTo>
                  <a:pt x="34655" y="19943"/>
                </a:lnTo>
                <a:lnTo>
                  <a:pt x="14477" y="4571"/>
                </a:lnTo>
                <a:lnTo>
                  <a:pt x="201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562843" y="4473952"/>
            <a:ext cx="55244" cy="165100"/>
          </a:xfrm>
          <a:custGeom>
            <a:avLst/>
            <a:gdLst/>
            <a:ahLst/>
            <a:cxnLst/>
            <a:rect l="l" t="t" r="r" b="b"/>
            <a:pathLst>
              <a:path w="55245" h="165100">
                <a:moveTo>
                  <a:pt x="52730" y="0"/>
                </a:moveTo>
                <a:lnTo>
                  <a:pt x="19446" y="21716"/>
                </a:lnTo>
                <a:lnTo>
                  <a:pt x="2682" y="57031"/>
                </a:lnTo>
                <a:lnTo>
                  <a:pt x="0" y="84581"/>
                </a:lnTo>
                <a:lnTo>
                  <a:pt x="761" y="96524"/>
                </a:lnTo>
                <a:lnTo>
                  <a:pt x="19964" y="145160"/>
                </a:lnTo>
                <a:lnTo>
                  <a:pt x="52730" y="165104"/>
                </a:lnTo>
                <a:lnTo>
                  <a:pt x="51968" y="157484"/>
                </a:lnTo>
                <a:lnTo>
                  <a:pt x="40904" y="151388"/>
                </a:lnTo>
                <a:lnTo>
                  <a:pt x="31760" y="142625"/>
                </a:lnTo>
                <a:lnTo>
                  <a:pt x="15758" y="95512"/>
                </a:lnTo>
                <a:lnTo>
                  <a:pt x="15118" y="80771"/>
                </a:lnTo>
                <a:lnTo>
                  <a:pt x="15758" y="66937"/>
                </a:lnTo>
                <a:lnTo>
                  <a:pt x="33406" y="20455"/>
                </a:lnTo>
                <a:lnTo>
                  <a:pt x="55016" y="6739"/>
                </a:lnTo>
                <a:lnTo>
                  <a:pt x="527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570457" y="4409313"/>
            <a:ext cx="66675" cy="294005"/>
          </a:xfrm>
          <a:custGeom>
            <a:avLst/>
            <a:gdLst/>
            <a:ahLst/>
            <a:cxnLst/>
            <a:rect l="l" t="t" r="r" b="b"/>
            <a:pathLst>
              <a:path w="66675" h="294004">
                <a:moveTo>
                  <a:pt x="2804" y="0"/>
                </a:moveTo>
                <a:lnTo>
                  <a:pt x="274" y="7238"/>
                </a:lnTo>
                <a:lnTo>
                  <a:pt x="9143" y="14096"/>
                </a:lnTo>
                <a:lnTo>
                  <a:pt x="17160" y="22728"/>
                </a:lnTo>
                <a:lnTo>
                  <a:pt x="36728" y="59304"/>
                </a:lnTo>
                <a:lnTo>
                  <a:pt x="47396" y="105786"/>
                </a:lnTo>
                <a:lnTo>
                  <a:pt x="49804" y="147315"/>
                </a:lnTo>
                <a:lnTo>
                  <a:pt x="49529" y="161675"/>
                </a:lnTo>
                <a:lnTo>
                  <a:pt x="45476" y="200918"/>
                </a:lnTo>
                <a:lnTo>
                  <a:pt x="30876" y="249042"/>
                </a:lnTo>
                <a:lnTo>
                  <a:pt x="0" y="287142"/>
                </a:lnTo>
                <a:lnTo>
                  <a:pt x="3962" y="293619"/>
                </a:lnTo>
                <a:lnTo>
                  <a:pt x="37337" y="261234"/>
                </a:lnTo>
                <a:lnTo>
                  <a:pt x="55504" y="222635"/>
                </a:lnTo>
                <a:lnTo>
                  <a:pt x="65044" y="173354"/>
                </a:lnTo>
                <a:lnTo>
                  <a:pt x="66293" y="145292"/>
                </a:lnTo>
                <a:lnTo>
                  <a:pt x="65928" y="132456"/>
                </a:lnTo>
                <a:lnTo>
                  <a:pt x="58430" y="83189"/>
                </a:lnTo>
                <a:lnTo>
                  <a:pt x="45232" y="45851"/>
                </a:lnTo>
                <a:lnTo>
                  <a:pt x="21976" y="13715"/>
                </a:lnTo>
                <a:lnTo>
                  <a:pt x="12832" y="6095"/>
                </a:lnTo>
                <a:lnTo>
                  <a:pt x="280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577462" y="4409313"/>
            <a:ext cx="66675" cy="294640"/>
          </a:xfrm>
          <a:custGeom>
            <a:avLst/>
            <a:gdLst/>
            <a:ahLst/>
            <a:cxnLst/>
            <a:rect l="l" t="t" r="r" b="b"/>
            <a:pathLst>
              <a:path w="66675" h="294639">
                <a:moveTo>
                  <a:pt x="63489" y="0"/>
                </a:moveTo>
                <a:lnTo>
                  <a:pt x="29077" y="32897"/>
                </a:lnTo>
                <a:lnTo>
                  <a:pt x="10911" y="71246"/>
                </a:lnTo>
                <a:lnTo>
                  <a:pt x="1280" y="120527"/>
                </a:lnTo>
                <a:lnTo>
                  <a:pt x="0" y="148839"/>
                </a:lnTo>
                <a:lnTo>
                  <a:pt x="365" y="161543"/>
                </a:lnTo>
                <a:lnTo>
                  <a:pt x="7985" y="210561"/>
                </a:lnTo>
                <a:lnTo>
                  <a:pt x="21214" y="248162"/>
                </a:lnTo>
                <a:lnTo>
                  <a:pt x="44317" y="280547"/>
                </a:lnTo>
                <a:lnTo>
                  <a:pt x="63489" y="294131"/>
                </a:lnTo>
                <a:lnTo>
                  <a:pt x="65013" y="286262"/>
                </a:lnTo>
                <a:lnTo>
                  <a:pt x="56509" y="279272"/>
                </a:lnTo>
                <a:lnTo>
                  <a:pt x="48646" y="270509"/>
                </a:lnTo>
                <a:lnTo>
                  <a:pt x="29199" y="233303"/>
                </a:lnTo>
                <a:lnTo>
                  <a:pt x="18928" y="186939"/>
                </a:lnTo>
                <a:lnTo>
                  <a:pt x="16642" y="144911"/>
                </a:lnTo>
                <a:lnTo>
                  <a:pt x="16885" y="132587"/>
                </a:lnTo>
                <a:lnTo>
                  <a:pt x="23378" y="84069"/>
                </a:lnTo>
                <a:lnTo>
                  <a:pt x="35570" y="45089"/>
                </a:lnTo>
                <a:lnTo>
                  <a:pt x="57515" y="13847"/>
                </a:lnTo>
                <a:lnTo>
                  <a:pt x="66415" y="6989"/>
                </a:lnTo>
                <a:lnTo>
                  <a:pt x="6348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489563" y="4448686"/>
            <a:ext cx="59055" cy="215265"/>
          </a:xfrm>
          <a:custGeom>
            <a:avLst/>
            <a:gdLst/>
            <a:ahLst/>
            <a:cxnLst/>
            <a:rect l="l" t="t" r="r" b="b"/>
            <a:pathLst>
              <a:path w="59054" h="215264">
                <a:moveTo>
                  <a:pt x="2285" y="0"/>
                </a:moveTo>
                <a:lnTo>
                  <a:pt x="9784" y="12191"/>
                </a:lnTo>
                <a:lnTo>
                  <a:pt x="18684" y="20061"/>
                </a:lnTo>
                <a:lnTo>
                  <a:pt x="26426" y="30979"/>
                </a:lnTo>
                <a:lnTo>
                  <a:pt x="39380" y="67555"/>
                </a:lnTo>
                <a:lnTo>
                  <a:pt x="42793" y="108584"/>
                </a:lnTo>
                <a:lnTo>
                  <a:pt x="42428" y="121276"/>
                </a:lnTo>
                <a:lnTo>
                  <a:pt x="32644" y="170175"/>
                </a:lnTo>
                <a:lnTo>
                  <a:pt x="10667" y="202691"/>
                </a:lnTo>
                <a:lnTo>
                  <a:pt x="0" y="208275"/>
                </a:lnTo>
                <a:lnTo>
                  <a:pt x="3169" y="215133"/>
                </a:lnTo>
                <a:lnTo>
                  <a:pt x="39898" y="184784"/>
                </a:lnTo>
                <a:lnTo>
                  <a:pt x="54863" y="146684"/>
                </a:lnTo>
                <a:lnTo>
                  <a:pt x="58795" y="106036"/>
                </a:lnTo>
                <a:lnTo>
                  <a:pt x="58308" y="92963"/>
                </a:lnTo>
                <a:lnTo>
                  <a:pt x="46878" y="44064"/>
                </a:lnTo>
                <a:lnTo>
                  <a:pt x="24383" y="11298"/>
                </a:lnTo>
                <a:lnTo>
                  <a:pt x="13990" y="4440"/>
                </a:lnTo>
                <a:lnTo>
                  <a:pt x="22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172187" y="4448686"/>
            <a:ext cx="59055" cy="215900"/>
          </a:xfrm>
          <a:custGeom>
            <a:avLst/>
            <a:gdLst/>
            <a:ahLst/>
            <a:cxnLst/>
            <a:rect l="l" t="t" r="r" b="b"/>
            <a:pathLst>
              <a:path w="59054" h="215900">
                <a:moveTo>
                  <a:pt x="56662" y="0"/>
                </a:moveTo>
                <a:lnTo>
                  <a:pt x="18928" y="30729"/>
                </a:lnTo>
                <a:lnTo>
                  <a:pt x="3962" y="68829"/>
                </a:lnTo>
                <a:lnTo>
                  <a:pt x="0" y="109596"/>
                </a:lnTo>
                <a:lnTo>
                  <a:pt x="518" y="122550"/>
                </a:lnTo>
                <a:lnTo>
                  <a:pt x="11948" y="171449"/>
                </a:lnTo>
                <a:lnTo>
                  <a:pt x="34564" y="204215"/>
                </a:lnTo>
                <a:lnTo>
                  <a:pt x="56662" y="215383"/>
                </a:lnTo>
                <a:lnTo>
                  <a:pt x="49164" y="203322"/>
                </a:lnTo>
                <a:lnTo>
                  <a:pt x="40264" y="195452"/>
                </a:lnTo>
                <a:lnTo>
                  <a:pt x="32522" y="184653"/>
                </a:lnTo>
                <a:lnTo>
                  <a:pt x="19446" y="148077"/>
                </a:lnTo>
                <a:lnTo>
                  <a:pt x="16001" y="106929"/>
                </a:lnTo>
                <a:lnTo>
                  <a:pt x="16398" y="94356"/>
                </a:lnTo>
                <a:lnTo>
                  <a:pt x="26304" y="45457"/>
                </a:lnTo>
                <a:lnTo>
                  <a:pt x="48158" y="12822"/>
                </a:lnTo>
                <a:lnTo>
                  <a:pt x="58826" y="7238"/>
                </a:lnTo>
                <a:lnTo>
                  <a:pt x="5666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412876" y="4473952"/>
            <a:ext cx="55244" cy="164465"/>
          </a:xfrm>
          <a:custGeom>
            <a:avLst/>
            <a:gdLst/>
            <a:ahLst/>
            <a:cxnLst/>
            <a:rect l="l" t="t" r="r" b="b"/>
            <a:pathLst>
              <a:path w="55245" h="164464">
                <a:moveTo>
                  <a:pt x="2011" y="0"/>
                </a:moveTo>
                <a:lnTo>
                  <a:pt x="2773" y="7882"/>
                </a:lnTo>
                <a:lnTo>
                  <a:pt x="13837" y="13847"/>
                </a:lnTo>
                <a:lnTo>
                  <a:pt x="23103" y="22478"/>
                </a:lnTo>
                <a:lnTo>
                  <a:pt x="39105" y="69223"/>
                </a:lnTo>
                <a:lnTo>
                  <a:pt x="39745" y="84332"/>
                </a:lnTo>
                <a:lnTo>
                  <a:pt x="38983" y="98179"/>
                </a:lnTo>
                <a:lnTo>
                  <a:pt x="21457" y="144661"/>
                </a:lnTo>
                <a:lnTo>
                  <a:pt x="0" y="158495"/>
                </a:lnTo>
                <a:lnTo>
                  <a:pt x="5181" y="164210"/>
                </a:lnTo>
                <a:lnTo>
                  <a:pt x="44195" y="131063"/>
                </a:lnTo>
                <a:lnTo>
                  <a:pt x="54711" y="80522"/>
                </a:lnTo>
                <a:lnTo>
                  <a:pt x="53949" y="68711"/>
                </a:lnTo>
                <a:lnTo>
                  <a:pt x="34655" y="19943"/>
                </a:lnTo>
                <a:lnTo>
                  <a:pt x="14477" y="4571"/>
                </a:lnTo>
                <a:lnTo>
                  <a:pt x="201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760451" y="4473952"/>
            <a:ext cx="55244" cy="165100"/>
          </a:xfrm>
          <a:custGeom>
            <a:avLst/>
            <a:gdLst/>
            <a:ahLst/>
            <a:cxnLst/>
            <a:rect l="l" t="t" r="r" b="b"/>
            <a:pathLst>
              <a:path w="55245" h="165100">
                <a:moveTo>
                  <a:pt x="52730" y="0"/>
                </a:moveTo>
                <a:lnTo>
                  <a:pt x="19446" y="21716"/>
                </a:lnTo>
                <a:lnTo>
                  <a:pt x="2682" y="57031"/>
                </a:lnTo>
                <a:lnTo>
                  <a:pt x="0" y="84581"/>
                </a:lnTo>
                <a:lnTo>
                  <a:pt x="761" y="96524"/>
                </a:lnTo>
                <a:lnTo>
                  <a:pt x="19964" y="145160"/>
                </a:lnTo>
                <a:lnTo>
                  <a:pt x="52730" y="165104"/>
                </a:lnTo>
                <a:lnTo>
                  <a:pt x="51968" y="157484"/>
                </a:lnTo>
                <a:lnTo>
                  <a:pt x="40904" y="151388"/>
                </a:lnTo>
                <a:lnTo>
                  <a:pt x="31760" y="142625"/>
                </a:lnTo>
                <a:lnTo>
                  <a:pt x="15758" y="95512"/>
                </a:lnTo>
                <a:lnTo>
                  <a:pt x="15118" y="80771"/>
                </a:lnTo>
                <a:lnTo>
                  <a:pt x="15758" y="66937"/>
                </a:lnTo>
                <a:lnTo>
                  <a:pt x="33406" y="20455"/>
                </a:lnTo>
                <a:lnTo>
                  <a:pt x="55016" y="6739"/>
                </a:lnTo>
                <a:lnTo>
                  <a:pt x="527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418205" y="4477207"/>
            <a:ext cx="298132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𝑉 </a:t>
            </a:r>
            <a:r>
              <a:rPr sz="1400" spc="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14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4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10</a:t>
            </a: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𝛾  </a:t>
            </a:r>
            <a:r>
              <a:rPr sz="1400" spc="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20</a:t>
            </a:r>
            <a:r>
              <a:rPr sz="1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𝛾 </a:t>
            </a:r>
            <a:r>
              <a:rPr sz="1400" spc="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10</a:t>
            </a:r>
            <a:r>
              <a:rPr sz="1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𝛾 </a:t>
            </a:r>
            <a:r>
              <a:rPr sz="1400" spc="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20</a:t>
            </a:r>
            <a:r>
              <a:rPr sz="14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⋯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687823" y="4241424"/>
            <a:ext cx="1715770" cy="644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ct val="100000"/>
              </a:lnSpc>
            </a:pPr>
            <a:r>
              <a:rPr sz="1000" spc="-10" dirty="0">
                <a:solidFill>
                  <a:srgbClr val="FF0000"/>
                </a:solidFill>
                <a:latin typeface="Cambria Math"/>
                <a:cs typeface="Cambria Math"/>
              </a:rPr>
              <a:t>∞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  <a:tabLst>
                <a:tab pos="460375" algn="l"/>
              </a:tabLst>
            </a:pP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10</a:t>
            </a:r>
            <a:r>
              <a:rPr sz="1400" spc="65" dirty="0">
                <a:solidFill>
                  <a:srgbClr val="FF0000"/>
                </a:solidFill>
                <a:latin typeface="Cambria Math"/>
                <a:cs typeface="Cambria Math"/>
              </a:rPr>
              <a:t>𝛾</a:t>
            </a:r>
            <a:r>
              <a:rPr sz="1500" spc="37" baseline="25000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sz="1500" spc="-15" baseline="25000" dirty="0">
                <a:solidFill>
                  <a:srgbClr val="FF0000"/>
                </a:solidFill>
                <a:latin typeface="Cambria Math"/>
                <a:cs typeface="Cambria Math"/>
              </a:rPr>
              <a:t>𝑖</a:t>
            </a:r>
            <a:r>
              <a:rPr sz="1500" baseline="250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500" spc="67" baseline="250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20</a:t>
            </a:r>
            <a:r>
              <a:rPr sz="1400" spc="65" dirty="0">
                <a:solidFill>
                  <a:srgbClr val="FF0000"/>
                </a:solidFill>
                <a:latin typeface="Cambria Math"/>
                <a:cs typeface="Cambria Math"/>
              </a:rPr>
              <a:t>𝛾</a:t>
            </a:r>
            <a:r>
              <a:rPr sz="1500" spc="37" baseline="25000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sz="1500" spc="150" baseline="25000" dirty="0">
                <a:solidFill>
                  <a:srgbClr val="FF0000"/>
                </a:solidFill>
                <a:latin typeface="Cambria Math"/>
                <a:cs typeface="Cambria Math"/>
              </a:rPr>
              <a:t>𝑖</a:t>
            </a:r>
            <a:r>
              <a:rPr sz="1500" spc="-37" baseline="250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500" spc="-15" baseline="25000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1500" baseline="25000">
              <a:latin typeface="Cambria Math"/>
              <a:cs typeface="Cambria Math"/>
            </a:endParaRPr>
          </a:p>
          <a:p>
            <a:pPr marL="203200">
              <a:lnSpc>
                <a:spcPct val="100000"/>
              </a:lnSpc>
              <a:spcBef>
                <a:spcPts val="505"/>
              </a:spcBef>
            </a:pPr>
            <a:r>
              <a:rPr sz="1000" spc="-10" dirty="0">
                <a:solidFill>
                  <a:srgbClr val="FF0000"/>
                </a:solidFill>
                <a:latin typeface="Cambria Math"/>
                <a:cs typeface="Cambria Math"/>
              </a:rPr>
              <a:t>𝑖</a:t>
            </a:r>
            <a:r>
              <a:rPr sz="1000" spc="-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25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000" spc="-10" dirty="0">
                <a:solidFill>
                  <a:srgbClr val="FF0000"/>
                </a:solidFill>
                <a:latin typeface="Cambria Math"/>
                <a:cs typeface="Cambria Math"/>
              </a:rPr>
              <a:t>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765432" y="5205471"/>
            <a:ext cx="55244" cy="164465"/>
          </a:xfrm>
          <a:custGeom>
            <a:avLst/>
            <a:gdLst/>
            <a:ahLst/>
            <a:cxnLst/>
            <a:rect l="l" t="t" r="r" b="b"/>
            <a:pathLst>
              <a:path w="55245" h="164464">
                <a:moveTo>
                  <a:pt x="2011" y="0"/>
                </a:moveTo>
                <a:lnTo>
                  <a:pt x="2773" y="7882"/>
                </a:lnTo>
                <a:lnTo>
                  <a:pt x="13837" y="13847"/>
                </a:lnTo>
                <a:lnTo>
                  <a:pt x="23103" y="22478"/>
                </a:lnTo>
                <a:lnTo>
                  <a:pt x="39105" y="69223"/>
                </a:lnTo>
                <a:lnTo>
                  <a:pt x="39745" y="84332"/>
                </a:lnTo>
                <a:lnTo>
                  <a:pt x="38983" y="98179"/>
                </a:lnTo>
                <a:lnTo>
                  <a:pt x="21457" y="144661"/>
                </a:lnTo>
                <a:lnTo>
                  <a:pt x="0" y="158495"/>
                </a:lnTo>
                <a:lnTo>
                  <a:pt x="5059" y="164210"/>
                </a:lnTo>
                <a:lnTo>
                  <a:pt x="44043" y="131063"/>
                </a:lnTo>
                <a:lnTo>
                  <a:pt x="54711" y="80522"/>
                </a:lnTo>
                <a:lnTo>
                  <a:pt x="53949" y="68711"/>
                </a:lnTo>
                <a:lnTo>
                  <a:pt x="34655" y="19943"/>
                </a:lnTo>
                <a:lnTo>
                  <a:pt x="14477" y="4571"/>
                </a:lnTo>
                <a:lnTo>
                  <a:pt x="201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617451" y="5205471"/>
            <a:ext cx="55244" cy="165100"/>
          </a:xfrm>
          <a:custGeom>
            <a:avLst/>
            <a:gdLst/>
            <a:ahLst/>
            <a:cxnLst/>
            <a:rect l="l" t="t" r="r" b="b"/>
            <a:pathLst>
              <a:path w="55245" h="165100">
                <a:moveTo>
                  <a:pt x="52730" y="0"/>
                </a:moveTo>
                <a:lnTo>
                  <a:pt x="19446" y="21716"/>
                </a:lnTo>
                <a:lnTo>
                  <a:pt x="2682" y="57031"/>
                </a:lnTo>
                <a:lnTo>
                  <a:pt x="0" y="84581"/>
                </a:lnTo>
                <a:lnTo>
                  <a:pt x="761" y="96524"/>
                </a:lnTo>
                <a:lnTo>
                  <a:pt x="19964" y="145160"/>
                </a:lnTo>
                <a:lnTo>
                  <a:pt x="52730" y="165104"/>
                </a:lnTo>
                <a:lnTo>
                  <a:pt x="51968" y="157484"/>
                </a:lnTo>
                <a:lnTo>
                  <a:pt x="40904" y="151388"/>
                </a:lnTo>
                <a:lnTo>
                  <a:pt x="31760" y="142625"/>
                </a:lnTo>
                <a:lnTo>
                  <a:pt x="15758" y="95512"/>
                </a:lnTo>
                <a:lnTo>
                  <a:pt x="15118" y="80771"/>
                </a:lnTo>
                <a:lnTo>
                  <a:pt x="15758" y="66937"/>
                </a:lnTo>
                <a:lnTo>
                  <a:pt x="33406" y="20455"/>
                </a:lnTo>
                <a:lnTo>
                  <a:pt x="55016" y="6739"/>
                </a:lnTo>
                <a:lnTo>
                  <a:pt x="527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6449953" y="5209109"/>
            <a:ext cx="32321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40" dirty="0">
                <a:solidFill>
                  <a:srgbClr val="FF0000"/>
                </a:solidFill>
                <a:latin typeface="Cambria Math"/>
                <a:cs typeface="Cambria Math"/>
              </a:rPr>
              <a:t>𝑉</a:t>
            </a:r>
            <a:r>
              <a:rPr sz="1500" spc="-7" baseline="-13888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r>
              <a:rPr sz="1500" baseline="-13888" dirty="0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1500" spc="15" baseline="-13888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𝑠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872483" y="5198441"/>
            <a:ext cx="52832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4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ambria Math"/>
                <a:cs typeface="Cambria Math"/>
              </a:rPr>
              <a:t>m</a:t>
            </a:r>
            <a:r>
              <a:rPr sz="1400" spc="-15" dirty="0">
                <a:solidFill>
                  <a:srgbClr val="FF0000"/>
                </a:solidFill>
                <a:latin typeface="Cambria Math"/>
                <a:cs typeface="Cambria Math"/>
              </a:rPr>
              <a:t>a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x</a:t>
            </a:r>
            <a:endParaRPr sz="1400">
              <a:latin typeface="Cambria Math"/>
              <a:cs typeface="Cambria Math"/>
            </a:endParaRPr>
          </a:p>
          <a:p>
            <a:pPr marL="313055">
              <a:lnSpc>
                <a:spcPts val="990"/>
              </a:lnSpc>
            </a:pPr>
            <a:r>
              <a:rPr sz="1000" spc="-10" dirty="0">
                <a:solidFill>
                  <a:srgbClr val="FF0000"/>
                </a:solidFill>
                <a:latin typeface="Cambria Math"/>
                <a:cs typeface="Cambria Math"/>
              </a:rPr>
              <a:t>𝑎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669786" y="5198441"/>
            <a:ext cx="800100" cy="23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97" baseline="3968" dirty="0">
                <a:solidFill>
                  <a:srgbClr val="FF0000"/>
                </a:solidFill>
                <a:latin typeface="Cambria Math"/>
                <a:cs typeface="Cambria Math"/>
              </a:rPr>
              <a:t>𝑝</a:t>
            </a:r>
            <a:r>
              <a:rPr sz="1500" spc="75" baseline="-16666" dirty="0">
                <a:solidFill>
                  <a:srgbClr val="FF0000"/>
                </a:solidFill>
                <a:latin typeface="Cambria Math"/>
                <a:cs typeface="Cambria Math"/>
              </a:rPr>
              <a:t>𝑠</a:t>
            </a:r>
            <a:r>
              <a:rPr sz="1500" spc="97" baseline="-16666" dirty="0">
                <a:solidFill>
                  <a:srgbClr val="FF0000"/>
                </a:solidFill>
                <a:latin typeface="Cambria Math"/>
                <a:cs typeface="Cambria Math"/>
              </a:rPr>
              <a:t>𝑠</a:t>
            </a:r>
            <a:r>
              <a:rPr sz="850" dirty="0">
                <a:solidFill>
                  <a:srgbClr val="FF0000"/>
                </a:solidFill>
                <a:latin typeface="Cambria Math"/>
                <a:cs typeface="Cambria Math"/>
              </a:rPr>
              <a:t>′ </a:t>
            </a:r>
            <a:r>
              <a:rPr sz="850" spc="-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100" spc="-15" baseline="3968" dirty="0">
                <a:solidFill>
                  <a:srgbClr val="FF0000"/>
                </a:solidFill>
                <a:latin typeface="Cambria Math"/>
                <a:cs typeface="Cambria Math"/>
              </a:rPr>
              <a:t>(</a:t>
            </a:r>
            <a:r>
              <a:rPr sz="2100" baseline="3968" dirty="0">
                <a:solidFill>
                  <a:srgbClr val="FF0000"/>
                </a:solidFill>
                <a:latin typeface="Cambria Math"/>
                <a:cs typeface="Cambria Math"/>
              </a:rPr>
              <a:t>𝑟 </a:t>
            </a:r>
            <a:r>
              <a:rPr sz="2100" spc="-37" baseline="3968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100" spc="30" baseline="3968" dirty="0">
                <a:solidFill>
                  <a:srgbClr val="FF0000"/>
                </a:solidFill>
                <a:latin typeface="Cambria Math"/>
                <a:cs typeface="Cambria Math"/>
              </a:rPr>
              <a:t>𝑠</a:t>
            </a:r>
            <a:r>
              <a:rPr sz="2100" baseline="3968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r>
              <a:rPr sz="2100" spc="-187" baseline="396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baseline="3968" dirty="0">
                <a:solidFill>
                  <a:srgbClr val="FF0000"/>
                </a:solidFill>
                <a:latin typeface="Cambria Math"/>
                <a:cs typeface="Cambria Math"/>
              </a:rPr>
              <a:t>𝑎</a:t>
            </a:r>
            <a:endParaRPr sz="2100" baseline="3968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773422" y="5159508"/>
            <a:ext cx="9588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FF0000"/>
                </a:solidFill>
                <a:latin typeface="Cambria Math"/>
                <a:cs typeface="Cambria Math"/>
              </a:rPr>
              <a:t>𝑎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461643" y="5205471"/>
            <a:ext cx="55244" cy="164465"/>
          </a:xfrm>
          <a:custGeom>
            <a:avLst/>
            <a:gdLst/>
            <a:ahLst/>
            <a:cxnLst/>
            <a:rect l="l" t="t" r="r" b="b"/>
            <a:pathLst>
              <a:path w="55245" h="164464">
                <a:moveTo>
                  <a:pt x="2011" y="0"/>
                </a:moveTo>
                <a:lnTo>
                  <a:pt x="2773" y="7882"/>
                </a:lnTo>
                <a:lnTo>
                  <a:pt x="13837" y="13847"/>
                </a:lnTo>
                <a:lnTo>
                  <a:pt x="23103" y="22478"/>
                </a:lnTo>
                <a:lnTo>
                  <a:pt x="39105" y="69223"/>
                </a:lnTo>
                <a:lnTo>
                  <a:pt x="39745" y="84332"/>
                </a:lnTo>
                <a:lnTo>
                  <a:pt x="38983" y="98179"/>
                </a:lnTo>
                <a:lnTo>
                  <a:pt x="21457" y="144661"/>
                </a:lnTo>
                <a:lnTo>
                  <a:pt x="0" y="158495"/>
                </a:lnTo>
                <a:lnTo>
                  <a:pt x="5059" y="164210"/>
                </a:lnTo>
                <a:lnTo>
                  <a:pt x="44043" y="131063"/>
                </a:lnTo>
                <a:lnTo>
                  <a:pt x="54711" y="80522"/>
                </a:lnTo>
                <a:lnTo>
                  <a:pt x="53949" y="68711"/>
                </a:lnTo>
                <a:lnTo>
                  <a:pt x="34655" y="19943"/>
                </a:lnTo>
                <a:lnTo>
                  <a:pt x="14477" y="4571"/>
                </a:lnTo>
                <a:lnTo>
                  <a:pt x="201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144499" y="5205471"/>
            <a:ext cx="55244" cy="165100"/>
          </a:xfrm>
          <a:custGeom>
            <a:avLst/>
            <a:gdLst/>
            <a:ahLst/>
            <a:cxnLst/>
            <a:rect l="l" t="t" r="r" b="b"/>
            <a:pathLst>
              <a:path w="55245" h="165100">
                <a:moveTo>
                  <a:pt x="52730" y="0"/>
                </a:moveTo>
                <a:lnTo>
                  <a:pt x="19446" y="21716"/>
                </a:lnTo>
                <a:lnTo>
                  <a:pt x="2682" y="57031"/>
                </a:lnTo>
                <a:lnTo>
                  <a:pt x="0" y="84581"/>
                </a:lnTo>
                <a:lnTo>
                  <a:pt x="761" y="96524"/>
                </a:lnTo>
                <a:lnTo>
                  <a:pt x="19964" y="145160"/>
                </a:lnTo>
                <a:lnTo>
                  <a:pt x="52730" y="165104"/>
                </a:lnTo>
                <a:lnTo>
                  <a:pt x="51968" y="157484"/>
                </a:lnTo>
                <a:lnTo>
                  <a:pt x="40904" y="151388"/>
                </a:lnTo>
                <a:lnTo>
                  <a:pt x="31760" y="142625"/>
                </a:lnTo>
                <a:lnTo>
                  <a:pt x="15758" y="95512"/>
                </a:lnTo>
                <a:lnTo>
                  <a:pt x="15118" y="80771"/>
                </a:lnTo>
                <a:lnTo>
                  <a:pt x="15758" y="66937"/>
                </a:lnTo>
                <a:lnTo>
                  <a:pt x="33406" y="20455"/>
                </a:lnTo>
                <a:lnTo>
                  <a:pt x="55016" y="6739"/>
                </a:lnTo>
                <a:lnTo>
                  <a:pt x="527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9220596" y="5205471"/>
            <a:ext cx="55244" cy="164465"/>
          </a:xfrm>
          <a:custGeom>
            <a:avLst/>
            <a:gdLst/>
            <a:ahLst/>
            <a:cxnLst/>
            <a:rect l="l" t="t" r="r" b="b"/>
            <a:pathLst>
              <a:path w="55245" h="164464">
                <a:moveTo>
                  <a:pt x="2011" y="0"/>
                </a:moveTo>
                <a:lnTo>
                  <a:pt x="2773" y="7882"/>
                </a:lnTo>
                <a:lnTo>
                  <a:pt x="13837" y="13847"/>
                </a:lnTo>
                <a:lnTo>
                  <a:pt x="23103" y="22478"/>
                </a:lnTo>
                <a:lnTo>
                  <a:pt x="39105" y="69223"/>
                </a:lnTo>
                <a:lnTo>
                  <a:pt x="39745" y="84332"/>
                </a:lnTo>
                <a:lnTo>
                  <a:pt x="38983" y="98179"/>
                </a:lnTo>
                <a:lnTo>
                  <a:pt x="21457" y="144661"/>
                </a:lnTo>
                <a:lnTo>
                  <a:pt x="0" y="158495"/>
                </a:lnTo>
                <a:lnTo>
                  <a:pt x="5059" y="164210"/>
                </a:lnTo>
                <a:lnTo>
                  <a:pt x="44043" y="131063"/>
                </a:lnTo>
                <a:lnTo>
                  <a:pt x="54711" y="80522"/>
                </a:lnTo>
                <a:lnTo>
                  <a:pt x="53949" y="68711"/>
                </a:lnTo>
                <a:lnTo>
                  <a:pt x="34655" y="19943"/>
                </a:lnTo>
                <a:lnTo>
                  <a:pt x="14477" y="4571"/>
                </a:lnTo>
                <a:lnTo>
                  <a:pt x="201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014704" y="5205471"/>
            <a:ext cx="55244" cy="165100"/>
          </a:xfrm>
          <a:custGeom>
            <a:avLst/>
            <a:gdLst/>
            <a:ahLst/>
            <a:cxnLst/>
            <a:rect l="l" t="t" r="r" b="b"/>
            <a:pathLst>
              <a:path w="55245" h="165100">
                <a:moveTo>
                  <a:pt x="52730" y="0"/>
                </a:moveTo>
                <a:lnTo>
                  <a:pt x="19446" y="21716"/>
                </a:lnTo>
                <a:lnTo>
                  <a:pt x="2682" y="57031"/>
                </a:lnTo>
                <a:lnTo>
                  <a:pt x="0" y="84581"/>
                </a:lnTo>
                <a:lnTo>
                  <a:pt x="761" y="96524"/>
                </a:lnTo>
                <a:lnTo>
                  <a:pt x="19964" y="145160"/>
                </a:lnTo>
                <a:lnTo>
                  <a:pt x="52730" y="165104"/>
                </a:lnTo>
                <a:lnTo>
                  <a:pt x="51968" y="157484"/>
                </a:lnTo>
                <a:lnTo>
                  <a:pt x="40904" y="151388"/>
                </a:lnTo>
                <a:lnTo>
                  <a:pt x="31760" y="142625"/>
                </a:lnTo>
                <a:lnTo>
                  <a:pt x="15758" y="95512"/>
                </a:lnTo>
                <a:lnTo>
                  <a:pt x="15118" y="80771"/>
                </a:lnTo>
                <a:lnTo>
                  <a:pt x="15758" y="66937"/>
                </a:lnTo>
                <a:lnTo>
                  <a:pt x="33406" y="20455"/>
                </a:lnTo>
                <a:lnTo>
                  <a:pt x="55016" y="6739"/>
                </a:lnTo>
                <a:lnTo>
                  <a:pt x="527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8559806" y="5168652"/>
            <a:ext cx="823594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30" dirty="0">
                <a:solidFill>
                  <a:srgbClr val="FF0000"/>
                </a:solidFill>
                <a:latin typeface="Cambria Math"/>
                <a:cs typeface="Cambria Math"/>
              </a:rPr>
              <a:t>𝛾</a:t>
            </a:r>
            <a:r>
              <a:rPr sz="1400" spc="-80" dirty="0">
                <a:solidFill>
                  <a:srgbClr val="FF0000"/>
                </a:solidFill>
                <a:latin typeface="Cambria Math"/>
                <a:cs typeface="Cambria Math"/>
              </a:rPr>
              <a:t>𝑣</a:t>
            </a:r>
            <a:r>
              <a:rPr sz="1500" spc="-7" baseline="-13888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r>
              <a:rPr sz="1500" baseline="-13888" dirty="0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1500" spc="15" baseline="-13888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55" dirty="0">
                <a:solidFill>
                  <a:srgbClr val="FF0000"/>
                </a:solidFill>
                <a:latin typeface="Cambria Math"/>
                <a:cs typeface="Cambria Math"/>
              </a:rPr>
              <a:t>𝑠</a:t>
            </a:r>
            <a:r>
              <a:rPr sz="1500" spc="-7" baseline="22222" dirty="0">
                <a:solidFill>
                  <a:srgbClr val="FF0000"/>
                </a:solidFill>
                <a:latin typeface="Cambria Math"/>
                <a:cs typeface="Cambria Math"/>
              </a:rPr>
              <a:t>′</a:t>
            </a:r>
            <a:r>
              <a:rPr sz="1500" baseline="22222" dirty="0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1500" spc="150" baseline="22222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468621" y="5467356"/>
            <a:ext cx="12382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45" dirty="0">
                <a:solidFill>
                  <a:srgbClr val="FF0000"/>
                </a:solidFill>
                <a:latin typeface="Cambria Math"/>
                <a:cs typeface="Cambria Math"/>
              </a:rPr>
              <a:t>𝑠</a:t>
            </a:r>
            <a:r>
              <a:rPr sz="1000" spc="-5" dirty="0">
                <a:solidFill>
                  <a:srgbClr val="FF0000"/>
                </a:solidFill>
                <a:latin typeface="Cambria Math"/>
                <a:cs typeface="Cambria Math"/>
              </a:rPr>
              <a:t>′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24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8306" y="438403"/>
            <a:ext cx="548830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360" dirty="0">
                <a:latin typeface="Arial"/>
                <a:cs typeface="Arial"/>
              </a:rPr>
              <a:t>V</a:t>
            </a:r>
            <a:r>
              <a:rPr sz="4000" spc="-55" dirty="0">
                <a:latin typeface="Arial"/>
                <a:cs typeface="Arial"/>
              </a:rPr>
              <a:t>a</a:t>
            </a:r>
            <a:r>
              <a:rPr sz="4000" spc="-25" dirty="0">
                <a:latin typeface="Arial"/>
                <a:cs typeface="Arial"/>
              </a:rPr>
              <a:t>l</a:t>
            </a:r>
            <a:r>
              <a:rPr sz="4000" spc="-55" dirty="0">
                <a:latin typeface="Arial"/>
                <a:cs typeface="Arial"/>
              </a:rPr>
              <a:t>u</a:t>
            </a:r>
            <a:r>
              <a:rPr sz="4000" spc="-25" dirty="0">
                <a:latin typeface="Arial"/>
                <a:cs typeface="Arial"/>
              </a:rPr>
              <a:t>e</a:t>
            </a:r>
            <a:r>
              <a:rPr sz="4000" spc="9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Arial"/>
                <a:cs typeface="Arial"/>
              </a:rPr>
              <a:t>I</a:t>
            </a:r>
            <a:r>
              <a:rPr sz="4000" spc="-35" dirty="0">
                <a:latin typeface="Arial"/>
                <a:cs typeface="Arial"/>
              </a:rPr>
              <a:t>t</a:t>
            </a:r>
            <a:r>
              <a:rPr sz="4000" spc="-55" dirty="0">
                <a:latin typeface="Arial"/>
                <a:cs typeface="Arial"/>
              </a:rPr>
              <a:t>e</a:t>
            </a:r>
            <a:r>
              <a:rPr sz="4000" spc="-40" dirty="0">
                <a:latin typeface="Arial"/>
                <a:cs typeface="Arial"/>
              </a:rPr>
              <a:t>r</a:t>
            </a:r>
            <a:r>
              <a:rPr sz="4000" spc="-55" dirty="0">
                <a:latin typeface="Arial"/>
                <a:cs typeface="Arial"/>
              </a:rPr>
              <a:t>a</a:t>
            </a:r>
            <a:r>
              <a:rPr sz="4000" spc="-35" dirty="0">
                <a:latin typeface="Arial"/>
                <a:cs typeface="Arial"/>
              </a:rPr>
              <a:t>t</a:t>
            </a:r>
            <a:r>
              <a:rPr sz="4000" spc="-25" dirty="0">
                <a:latin typeface="Arial"/>
                <a:cs typeface="Arial"/>
              </a:rPr>
              <a:t>i</a:t>
            </a:r>
            <a:r>
              <a:rPr sz="4000" spc="-55" dirty="0">
                <a:latin typeface="Arial"/>
                <a:cs typeface="Arial"/>
              </a:rPr>
              <a:t>o</a:t>
            </a:r>
            <a:r>
              <a:rPr sz="4000" spc="-25" dirty="0">
                <a:latin typeface="Arial"/>
                <a:cs typeface="Arial"/>
              </a:rPr>
              <a:t>n</a:t>
            </a:r>
            <a:r>
              <a:rPr sz="4000" spc="125" dirty="0">
                <a:latin typeface="Times New Roman"/>
                <a:cs typeface="Times New Roman"/>
              </a:rPr>
              <a:t> </a:t>
            </a:r>
            <a:r>
              <a:rPr sz="4000" spc="-60" dirty="0">
                <a:latin typeface="Arial"/>
                <a:cs typeface="Arial"/>
              </a:rPr>
              <a:t>A</a:t>
            </a:r>
            <a:r>
              <a:rPr sz="4000" spc="-25" dirty="0">
                <a:latin typeface="Arial"/>
                <a:cs typeface="Arial"/>
              </a:rPr>
              <a:t>l</a:t>
            </a:r>
            <a:r>
              <a:rPr sz="4000" spc="-55" dirty="0">
                <a:latin typeface="Arial"/>
                <a:cs typeface="Arial"/>
              </a:rPr>
              <a:t>go</a:t>
            </a:r>
            <a:r>
              <a:rPr sz="4000" spc="-40" dirty="0">
                <a:latin typeface="Arial"/>
                <a:cs typeface="Arial"/>
              </a:rPr>
              <a:t>r</a:t>
            </a:r>
            <a:r>
              <a:rPr sz="4000" spc="-25" dirty="0">
                <a:latin typeface="Arial"/>
                <a:cs typeface="Arial"/>
              </a:rPr>
              <a:t>i</a:t>
            </a:r>
            <a:r>
              <a:rPr sz="4000" spc="-40" dirty="0">
                <a:latin typeface="Arial"/>
                <a:cs typeface="Arial"/>
              </a:rPr>
              <a:t>th</a:t>
            </a:r>
            <a:r>
              <a:rPr sz="4000" spc="-35" dirty="0">
                <a:latin typeface="Arial"/>
                <a:cs typeface="Arial"/>
              </a:rPr>
              <a:t>m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62224" y="1575435"/>
            <a:ext cx="8716274" cy="25685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0">
              <a:lnSpc>
                <a:spcPct val="100000"/>
              </a:lnSpc>
            </a:pPr>
            <a:r>
              <a:rPr dirty="0">
                <a:latin typeface="Arial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69929-BAEB-80C8-3DFC-FDC2C9AE5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6AA55B-47D4-B088-F0D9-28AA84CDE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0" y="2251947"/>
            <a:ext cx="9969500" cy="159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19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78025">
              <a:lnSpc>
                <a:spcPts val="4760"/>
              </a:lnSpc>
            </a:pPr>
            <a:r>
              <a:rPr spc="-70" dirty="0"/>
              <a:t>MD</a:t>
            </a:r>
            <a:r>
              <a:rPr spc="-60" dirty="0"/>
              <a:t>P</a:t>
            </a:r>
            <a:r>
              <a:rPr spc="-40" dirty="0"/>
              <a:t>s</a:t>
            </a:r>
            <a:r>
              <a:rPr spc="-15" dirty="0"/>
              <a:t>: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spc="-55" dirty="0"/>
              <a:t>Po</a:t>
            </a:r>
            <a:r>
              <a:rPr spc="-25" dirty="0"/>
              <a:t>li</a:t>
            </a:r>
            <a:r>
              <a:rPr spc="-40" dirty="0"/>
              <a:t>c</a:t>
            </a:r>
            <a:r>
              <a:rPr spc="-20"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6132" y="1084810"/>
            <a:ext cx="10265410" cy="2520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ts val="2875"/>
              </a:lnSpc>
              <a:buFont typeface="Wingdings"/>
              <a:buChar char=""/>
              <a:tabLst>
                <a:tab pos="299720" algn="l"/>
              </a:tabLst>
            </a:pPr>
            <a:r>
              <a:rPr sz="2400" spc="20" dirty="0">
                <a:latin typeface="Book Antiqua"/>
                <a:cs typeface="Book Antiqua"/>
              </a:rPr>
              <a:t>T</a:t>
            </a:r>
            <a:r>
              <a:rPr sz="2400" spc="25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Book Antiqua"/>
                <a:cs typeface="Book Antiqua"/>
              </a:rPr>
              <a:t>r</a:t>
            </a:r>
            <a:r>
              <a:rPr sz="2400" spc="50" dirty="0">
                <a:latin typeface="Book Antiqua"/>
                <a:cs typeface="Book Antiqua"/>
              </a:rPr>
              <a:t>o</a:t>
            </a:r>
            <a:r>
              <a:rPr sz="2400" spc="90" dirty="0">
                <a:latin typeface="Book Antiqua"/>
                <a:cs typeface="Book Antiqua"/>
              </a:rPr>
              <a:t>b</a:t>
            </a:r>
            <a:r>
              <a:rPr sz="2400" spc="5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100" dirty="0">
                <a:latin typeface="Book Antiqua"/>
                <a:cs typeface="Book Antiqua"/>
              </a:rPr>
              <a:t>n</a:t>
            </a:r>
            <a:r>
              <a:rPr sz="2400" spc="85" dirty="0">
                <a:latin typeface="Book Antiqua"/>
                <a:cs typeface="Book Antiqua"/>
              </a:rPr>
              <a:t>e</a:t>
            </a:r>
            <a:r>
              <a:rPr sz="2400" spc="110" dirty="0">
                <a:latin typeface="Book Antiqua"/>
                <a:cs typeface="Book Antiqua"/>
              </a:rPr>
              <a:t>e</a:t>
            </a:r>
            <a:r>
              <a:rPr sz="2400" spc="114" dirty="0">
                <a:latin typeface="Book Antiqua"/>
                <a:cs typeface="Book Antiqua"/>
              </a:rPr>
              <a:t>d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Book Antiqua"/>
                <a:cs typeface="Book Antiqua"/>
              </a:rPr>
              <a:t>kn</a:t>
            </a:r>
            <a:r>
              <a:rPr sz="2400" spc="-70" dirty="0">
                <a:latin typeface="Book Antiqua"/>
                <a:cs typeface="Book Antiqua"/>
              </a:rPr>
              <a:t>o</a:t>
            </a:r>
            <a:r>
              <a:rPr sz="2400" spc="-20" dirty="0">
                <a:latin typeface="Book Antiqua"/>
                <a:cs typeface="Book Antiqua"/>
              </a:rPr>
              <a:t>w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Book Antiqua"/>
                <a:cs typeface="Book Antiqua"/>
              </a:rPr>
              <a:t>w</a:t>
            </a:r>
            <a:r>
              <a:rPr sz="2400" spc="-65" dirty="0">
                <a:latin typeface="Book Antiqua"/>
                <a:cs typeface="Book Antiqua"/>
              </a:rPr>
              <a:t>h</a:t>
            </a:r>
            <a:r>
              <a:rPr sz="2400" spc="-6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Book Antiqua"/>
                <a:cs typeface="Book Antiqua"/>
              </a:rPr>
              <a:t>d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Book Antiqua"/>
                <a:cs typeface="Book Antiqua"/>
              </a:rPr>
              <a:t>a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Book Antiqua"/>
                <a:cs typeface="Book Antiqua"/>
              </a:rPr>
              <a:t>d</a:t>
            </a:r>
            <a:r>
              <a:rPr sz="2400" spc="110" dirty="0">
                <a:latin typeface="Book Antiqua"/>
                <a:cs typeface="Book Antiqua"/>
              </a:rPr>
              <a:t>e</a:t>
            </a:r>
            <a:r>
              <a:rPr sz="2400" spc="0" dirty="0">
                <a:latin typeface="Book Antiqua"/>
                <a:cs typeface="Book Antiqua"/>
              </a:rPr>
              <a:t>c</a:t>
            </a:r>
            <a:r>
              <a:rPr sz="2400" spc="15" dirty="0">
                <a:latin typeface="Book Antiqua"/>
                <a:cs typeface="Book Antiqua"/>
              </a:rPr>
              <a:t>i</a:t>
            </a:r>
            <a:r>
              <a:rPr sz="2400" spc="0" dirty="0">
                <a:latin typeface="Book Antiqua"/>
                <a:cs typeface="Book Antiqua"/>
              </a:rPr>
              <a:t>s</a:t>
            </a:r>
            <a:r>
              <a:rPr sz="2400" spc="15" dirty="0">
                <a:latin typeface="Book Antiqua"/>
                <a:cs typeface="Book Antiqua"/>
              </a:rPr>
              <a:t>i</a:t>
            </a:r>
            <a:r>
              <a:rPr sz="2400" dirty="0">
                <a:latin typeface="Book Antiqua"/>
                <a:cs typeface="Book Antiqua"/>
              </a:rPr>
              <a:t>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90" dirty="0">
                <a:latin typeface="Book Antiqua"/>
                <a:cs typeface="Book Antiqua"/>
              </a:rPr>
              <a:t>pr</a:t>
            </a:r>
            <a:r>
              <a:rPr sz="2400" spc="75" dirty="0">
                <a:latin typeface="Book Antiqua"/>
                <a:cs typeface="Book Antiqua"/>
              </a:rPr>
              <a:t>o</a:t>
            </a:r>
            <a:r>
              <a:rPr sz="2400" spc="90" dirty="0">
                <a:latin typeface="Book Antiqua"/>
                <a:cs typeface="Book Antiqua"/>
              </a:rPr>
              <a:t>c</a:t>
            </a:r>
            <a:r>
              <a:rPr sz="2400" spc="85" dirty="0">
                <a:latin typeface="Book Antiqua"/>
                <a:cs typeface="Book Antiqua"/>
              </a:rPr>
              <a:t>e</a:t>
            </a:r>
            <a:r>
              <a:rPr sz="2400" spc="20" dirty="0">
                <a:latin typeface="Book Antiqua"/>
                <a:cs typeface="Book Antiqua"/>
              </a:rPr>
              <a:t>s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Lucida Sans"/>
                <a:cs typeface="Lucida Sans"/>
              </a:rPr>
              <a:t>u</a:t>
            </a:r>
            <a:r>
              <a:rPr sz="2400" spc="-125" dirty="0">
                <a:latin typeface="Lucida Sans"/>
                <a:cs typeface="Lucida Sans"/>
              </a:rPr>
              <a:t>n</a:t>
            </a:r>
            <a:r>
              <a:rPr sz="2400" spc="-140" dirty="0">
                <a:latin typeface="Lucida Sans"/>
                <a:cs typeface="Lucida Sans"/>
              </a:rPr>
              <a:t>f</a:t>
            </a:r>
            <a:r>
              <a:rPr sz="2400" spc="-110" dirty="0">
                <a:latin typeface="Lucida Sans"/>
                <a:cs typeface="Lucida Sans"/>
              </a:rPr>
              <a:t>o</a:t>
            </a:r>
            <a:r>
              <a:rPr sz="2400" spc="-85" dirty="0">
                <a:latin typeface="Lucida Sans"/>
                <a:cs typeface="Lucida Sans"/>
              </a:rPr>
              <a:t>l</a:t>
            </a:r>
            <a:r>
              <a:rPr sz="2400" spc="-60" dirty="0">
                <a:latin typeface="Lucida Sans"/>
                <a:cs typeface="Lucida Sans"/>
              </a:rPr>
              <a:t>d</a:t>
            </a:r>
            <a:r>
              <a:rPr sz="2400" spc="-50" dirty="0">
                <a:latin typeface="Lucida Sans"/>
                <a:cs typeface="Lucida Sans"/>
              </a:rPr>
              <a:t>s</a:t>
            </a:r>
            <a:r>
              <a:rPr sz="2400" dirty="0">
                <a:latin typeface="Lucida Sans"/>
                <a:cs typeface="Lucida Sans"/>
              </a:rPr>
              <a:t>…</a:t>
            </a:r>
            <a:endParaRPr sz="2400">
              <a:latin typeface="Lucida Sans"/>
              <a:cs typeface="Lucida Sans"/>
            </a:endParaRPr>
          </a:p>
          <a:p>
            <a:pPr marL="299085" indent="-286385">
              <a:lnSpc>
                <a:spcPts val="2875"/>
              </a:lnSpc>
              <a:buFont typeface="Wingdings"/>
              <a:buChar char=""/>
              <a:tabLst>
                <a:tab pos="299720" algn="l"/>
              </a:tabLst>
            </a:pPr>
            <a:r>
              <a:rPr sz="2400" spc="-114" dirty="0">
                <a:latin typeface="Book Antiqua"/>
                <a:cs typeface="Book Antiqua"/>
              </a:rPr>
              <a:t>I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spc="-30" dirty="0">
                <a:latin typeface="Book Antiqua"/>
                <a:cs typeface="Book Antiqua"/>
              </a:rPr>
              <a:t>t</a:t>
            </a:r>
            <a:r>
              <a:rPr sz="2400" spc="-25" dirty="0">
                <a:latin typeface="Book Antiqua"/>
                <a:cs typeface="Book Antiqua"/>
              </a:rPr>
              <a:t>a</a:t>
            </a:r>
            <a:r>
              <a:rPr sz="2400" spc="-30" dirty="0">
                <a:latin typeface="Book Antiqua"/>
                <a:cs typeface="Book Antiqua"/>
              </a:rPr>
              <a:t>r</a:t>
            </a:r>
            <a:r>
              <a:rPr sz="2400" spc="-4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Book Antiqua"/>
                <a:cs typeface="Book Antiqua"/>
              </a:rPr>
              <a:t>i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a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spc="6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Book Antiqua"/>
                <a:cs typeface="Book Antiqua"/>
              </a:rPr>
              <a:t>se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120" dirty="0">
                <a:latin typeface="Book Antiqua"/>
                <a:cs typeface="Book Antiqua"/>
              </a:rPr>
              <a:t>ec</a:t>
            </a:r>
            <a:r>
              <a:rPr sz="2400" spc="6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Book Antiqua"/>
                <a:cs typeface="Book Antiqua"/>
              </a:rPr>
              <a:t>a</a:t>
            </a:r>
            <a:r>
              <a:rPr sz="2400" spc="20" dirty="0">
                <a:latin typeface="Book Antiqua"/>
                <a:cs typeface="Book Antiqua"/>
              </a:rPr>
              <a:t>c</a:t>
            </a:r>
            <a:r>
              <a:rPr sz="2400" spc="15" dirty="0">
                <a:latin typeface="Book Antiqua"/>
                <a:cs typeface="Book Antiqua"/>
              </a:rPr>
              <a:t>tio</a:t>
            </a:r>
            <a:r>
              <a:rPr sz="2400" spc="25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95" dirty="0">
                <a:latin typeface="Book Antiqua"/>
                <a:cs typeface="Book Antiqua"/>
              </a:rPr>
              <a:t>e</a:t>
            </a:r>
            <a:r>
              <a:rPr sz="2400" spc="85" dirty="0">
                <a:latin typeface="Book Antiqua"/>
                <a:cs typeface="Book Antiqua"/>
              </a:rPr>
              <a:t>n</a:t>
            </a:r>
            <a:r>
              <a:rPr sz="2400" spc="40" dirty="0">
                <a:latin typeface="Book Antiqua"/>
                <a:cs typeface="Book Antiqua"/>
              </a:rPr>
              <a:t>d</a:t>
            </a:r>
            <a:r>
              <a:rPr sz="2400" dirty="0">
                <a:latin typeface="Book Antiqua"/>
                <a:cs typeface="Book Antiqua"/>
              </a:rPr>
              <a:t>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up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Book Antiqua"/>
                <a:cs typeface="Book Antiqua"/>
              </a:rPr>
              <a:t>i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Book Antiqua"/>
                <a:cs typeface="Book Antiqua"/>
              </a:rPr>
              <a:t>a</a:t>
            </a:r>
            <a:r>
              <a:rPr sz="2400" spc="35" dirty="0">
                <a:latin typeface="Book Antiqua"/>
                <a:cs typeface="Book Antiqua"/>
              </a:rPr>
              <a:t>n</a:t>
            </a:r>
            <a:r>
              <a:rPr sz="2400" spc="50" dirty="0">
                <a:latin typeface="Book Antiqua"/>
                <a:cs typeface="Book Antiqua"/>
              </a:rPr>
              <a:t>o</a:t>
            </a:r>
            <a:r>
              <a:rPr sz="2400" spc="20" dirty="0">
                <a:latin typeface="Book Antiqua"/>
                <a:cs typeface="Book Antiqua"/>
              </a:rPr>
              <a:t>t</a:t>
            </a:r>
            <a:r>
              <a:rPr sz="2400" spc="35" dirty="0">
                <a:latin typeface="Book Antiqua"/>
                <a:cs typeface="Book Antiqua"/>
              </a:rPr>
              <a:t>h</a:t>
            </a:r>
            <a:r>
              <a:rPr sz="2400" spc="4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Book Antiqua"/>
                <a:cs typeface="Book Antiqua"/>
              </a:rPr>
              <a:t>se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120" dirty="0">
                <a:latin typeface="Book Antiqua"/>
                <a:cs typeface="Book Antiqua"/>
              </a:rPr>
              <a:t>ec</a:t>
            </a:r>
            <a:r>
              <a:rPr sz="2400" spc="6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s</a:t>
            </a:r>
            <a:endParaRPr sz="2400">
              <a:latin typeface="Book Antiqua"/>
              <a:cs typeface="Book Antiqua"/>
            </a:endParaRPr>
          </a:p>
          <a:p>
            <a:pPr marL="299085">
              <a:lnSpc>
                <a:spcPts val="2825"/>
              </a:lnSpc>
              <a:spcBef>
                <a:spcPts val="110"/>
              </a:spcBef>
            </a:pPr>
            <a:r>
              <a:rPr sz="2400" spc="-80" dirty="0">
                <a:latin typeface="Lucida Sans"/>
                <a:cs typeface="Lucida Sans"/>
              </a:rPr>
              <a:t>a</a:t>
            </a:r>
            <a:r>
              <a:rPr sz="2400" spc="-114" dirty="0">
                <a:latin typeface="Lucida Sans"/>
                <a:cs typeface="Lucida Sans"/>
              </a:rPr>
              <a:t>n</a:t>
            </a:r>
            <a:r>
              <a:rPr sz="2400" spc="-95" dirty="0">
                <a:latin typeface="Lucida Sans"/>
                <a:cs typeface="Lucida Sans"/>
              </a:rPr>
              <a:t>o</a:t>
            </a:r>
            <a:r>
              <a:rPr sz="2400" spc="-60" dirty="0">
                <a:latin typeface="Lucida Sans"/>
                <a:cs typeface="Lucida Sans"/>
              </a:rPr>
              <a:t>t</a:t>
            </a:r>
            <a:r>
              <a:rPr sz="2400" spc="-80" dirty="0">
                <a:latin typeface="Lucida Sans"/>
                <a:cs typeface="Lucida Sans"/>
              </a:rPr>
              <a:t>h</a:t>
            </a:r>
            <a:r>
              <a:rPr sz="2400" spc="-45" dirty="0">
                <a:latin typeface="Lucida Sans"/>
                <a:cs typeface="Lucida Sans"/>
              </a:rPr>
              <a:t>e</a:t>
            </a:r>
            <a:r>
              <a:rPr sz="2400" dirty="0">
                <a:latin typeface="Lucida Sans"/>
                <a:cs typeface="Lucida Sans"/>
              </a:rPr>
              <a:t>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Lucida Sans"/>
                <a:cs typeface="Lucida Sans"/>
              </a:rPr>
              <a:t>a</a:t>
            </a:r>
            <a:r>
              <a:rPr sz="2400" spc="-90" dirty="0">
                <a:latin typeface="Lucida Sans"/>
                <a:cs typeface="Lucida Sans"/>
              </a:rPr>
              <a:t>c</a:t>
            </a:r>
            <a:r>
              <a:rPr sz="2400" spc="-85" dirty="0">
                <a:latin typeface="Lucida Sans"/>
                <a:cs typeface="Lucida Sans"/>
              </a:rPr>
              <a:t>t</a:t>
            </a:r>
            <a:r>
              <a:rPr sz="2400" spc="-95" dirty="0">
                <a:latin typeface="Lucida Sans"/>
                <a:cs typeface="Lucida Sans"/>
              </a:rPr>
              <a:t>i</a:t>
            </a:r>
            <a:r>
              <a:rPr sz="2400" spc="-85" dirty="0">
                <a:latin typeface="Lucida Sans"/>
                <a:cs typeface="Lucida Sans"/>
              </a:rPr>
              <a:t>o</a:t>
            </a:r>
            <a:r>
              <a:rPr sz="2400" spc="-90" dirty="0">
                <a:latin typeface="Lucida Sans"/>
                <a:cs typeface="Lucida Sans"/>
              </a:rPr>
              <a:t>n</a:t>
            </a:r>
            <a:r>
              <a:rPr sz="2400" spc="-110" dirty="0">
                <a:latin typeface="Lucida Sans"/>
                <a:cs typeface="Lucida Sans"/>
              </a:rPr>
              <a:t>…</a:t>
            </a:r>
            <a:r>
              <a:rPr sz="2400" dirty="0">
                <a:latin typeface="Lucida Sans"/>
                <a:cs typeface="Lucida Sans"/>
              </a:rPr>
              <a:t>.</a:t>
            </a:r>
            <a:endParaRPr sz="2400">
              <a:latin typeface="Lucida Sans"/>
              <a:cs typeface="Lucida Sans"/>
            </a:endParaRPr>
          </a:p>
          <a:p>
            <a:pPr marL="299085" marR="5080" indent="-286385">
              <a:lnSpc>
                <a:spcPts val="2880"/>
              </a:lnSpc>
              <a:spcBef>
                <a:spcPts val="40"/>
              </a:spcBef>
              <a:buFont typeface="Wingdings"/>
              <a:buChar char=""/>
              <a:tabLst>
                <a:tab pos="299720" algn="l"/>
              </a:tabLst>
            </a:pPr>
            <a:r>
              <a:rPr sz="2400" spc="80" dirty="0">
                <a:latin typeface="Book Antiqua"/>
                <a:cs typeface="Book Antiqua"/>
              </a:rPr>
              <a:t>N</a:t>
            </a:r>
            <a:r>
              <a:rPr sz="2400" spc="85" dirty="0">
                <a:latin typeface="Book Antiqua"/>
                <a:cs typeface="Book Antiqua"/>
              </a:rPr>
              <a:t>e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25" dirty="0">
                <a:latin typeface="Book Antiqua"/>
                <a:cs typeface="Book Antiqua"/>
              </a:rPr>
              <a:t>d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Book Antiqua"/>
                <a:cs typeface="Book Antiqua"/>
              </a:rPr>
              <a:t>m</a:t>
            </a:r>
            <a:r>
              <a:rPr sz="2400" spc="30" dirty="0">
                <a:latin typeface="Book Antiqua"/>
                <a:cs typeface="Book Antiqua"/>
              </a:rPr>
              <a:t>ak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Book Antiqua"/>
                <a:cs typeface="Book Antiqua"/>
              </a:rPr>
              <a:t>s</a:t>
            </a:r>
            <a:r>
              <a:rPr sz="2400" spc="0" dirty="0">
                <a:latin typeface="Book Antiqua"/>
                <a:cs typeface="Book Antiqua"/>
              </a:rPr>
              <a:t>a</a:t>
            </a:r>
            <a:r>
              <a:rPr sz="2400" spc="30" dirty="0">
                <a:latin typeface="Book Antiqua"/>
                <a:cs typeface="Book Antiqua"/>
              </a:rPr>
              <a:t>m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Book Antiqua"/>
                <a:cs typeface="Book Antiqua"/>
              </a:rPr>
              <a:t>d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20" dirty="0">
                <a:latin typeface="Book Antiqua"/>
                <a:cs typeface="Book Antiqua"/>
              </a:rPr>
              <a:t>c</a:t>
            </a:r>
            <a:r>
              <a:rPr sz="2400" spc="30" dirty="0">
                <a:latin typeface="Book Antiqua"/>
                <a:cs typeface="Book Antiqua"/>
              </a:rPr>
              <a:t>i</a:t>
            </a:r>
            <a:r>
              <a:rPr sz="2400" spc="20" dirty="0">
                <a:latin typeface="Book Antiqua"/>
                <a:cs typeface="Book Antiqua"/>
              </a:rPr>
              <a:t>s</a:t>
            </a:r>
            <a:r>
              <a:rPr sz="2400" spc="30" dirty="0">
                <a:latin typeface="Book Antiqua"/>
                <a:cs typeface="Book Antiqua"/>
              </a:rPr>
              <a:t>i</a:t>
            </a:r>
            <a:r>
              <a:rPr sz="2400" spc="2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0" dirty="0">
                <a:latin typeface="Book Antiqua"/>
                <a:cs typeface="Book Antiqua"/>
              </a:rPr>
              <a:t>v</a:t>
            </a:r>
            <a:r>
              <a:rPr sz="2400" spc="20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Book Antiqua"/>
                <a:cs typeface="Book Antiqua"/>
              </a:rPr>
              <a:t>a</a:t>
            </a:r>
            <a:r>
              <a:rPr sz="2400" spc="15" dirty="0">
                <a:latin typeface="Book Antiqua"/>
                <a:cs typeface="Book Antiqua"/>
              </a:rPr>
              <a:t>n</a:t>
            </a: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Book Antiqua"/>
                <a:cs typeface="Book Antiqua"/>
              </a:rPr>
              <a:t>o</a:t>
            </a:r>
            <a:r>
              <a:rPr sz="2400" spc="-40" dirty="0">
                <a:latin typeface="Book Antiqua"/>
                <a:cs typeface="Book Antiqua"/>
              </a:rPr>
              <a:t>v</a:t>
            </a:r>
            <a:r>
              <a:rPr sz="2400" spc="80" dirty="0">
                <a:latin typeface="Book Antiqua"/>
                <a:cs typeface="Book Antiqua"/>
              </a:rPr>
              <a:t>er</a:t>
            </a:r>
            <a:r>
              <a:rPr sz="2400" dirty="0">
                <a:latin typeface="Book Antiqua"/>
                <a:cs typeface="Book Antiqua"/>
              </a:rPr>
              <a:t>: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Book Antiqua"/>
                <a:cs typeface="Book Antiqua"/>
              </a:rPr>
              <a:t>G</a:t>
            </a:r>
            <a:r>
              <a:rPr sz="2400" spc="-15" dirty="0">
                <a:latin typeface="Book Antiqua"/>
                <a:cs typeface="Book Antiqua"/>
              </a:rPr>
              <a:t>i</a:t>
            </a:r>
            <a:r>
              <a:rPr sz="2400" spc="-30" dirty="0">
                <a:latin typeface="Book Antiqua"/>
                <a:cs typeface="Book Antiqua"/>
              </a:rPr>
              <a:t>v</a:t>
            </a:r>
            <a:r>
              <a:rPr sz="2400" spc="-10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0" dirty="0">
                <a:latin typeface="Book Antiqua"/>
                <a:cs typeface="Book Antiqua"/>
              </a:rPr>
              <a:t>c</a:t>
            </a:r>
            <a:r>
              <a:rPr sz="2400" spc="25" dirty="0">
                <a:latin typeface="Book Antiqua"/>
                <a:cs typeface="Book Antiqua"/>
              </a:rPr>
              <a:t>u</a:t>
            </a:r>
            <a:r>
              <a:rPr sz="2400" spc="20" dirty="0">
                <a:latin typeface="Book Antiqua"/>
                <a:cs typeface="Book Antiqua"/>
              </a:rPr>
              <a:t>r</a:t>
            </a:r>
            <a:r>
              <a:rPr sz="2400" spc="30" dirty="0">
                <a:latin typeface="Book Antiqua"/>
                <a:cs typeface="Book Antiqua"/>
              </a:rPr>
              <a:t>r</a:t>
            </a:r>
            <a:r>
              <a:rPr sz="2400" spc="10" dirty="0">
                <a:latin typeface="Book Antiqua"/>
                <a:cs typeface="Book Antiqua"/>
              </a:rPr>
              <a:t>e</a:t>
            </a:r>
            <a:r>
              <a:rPr sz="2400" spc="-45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Book Antiqua"/>
                <a:cs typeface="Book Antiqua"/>
              </a:rPr>
              <a:t>w</a:t>
            </a:r>
            <a:r>
              <a:rPr sz="2400" spc="-65" dirty="0">
                <a:latin typeface="Book Antiqua"/>
                <a:cs typeface="Book Antiqua"/>
              </a:rPr>
              <a:t>h</a:t>
            </a:r>
            <a:r>
              <a:rPr sz="2400" spc="-6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Book Antiqua"/>
                <a:cs typeface="Book Antiqua"/>
              </a:rPr>
              <a:t>s</a:t>
            </a:r>
            <a:r>
              <a:rPr sz="2400" spc="0" dirty="0">
                <a:latin typeface="Book Antiqua"/>
                <a:cs typeface="Book Antiqua"/>
              </a:rPr>
              <a:t>h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spc="-15" dirty="0">
                <a:latin typeface="Book Antiqua"/>
                <a:cs typeface="Book Antiqua"/>
              </a:rPr>
              <a:t>uld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Book Antiqua"/>
                <a:cs typeface="Book Antiqua"/>
              </a:rPr>
              <a:t>I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d</a:t>
            </a:r>
            <a:r>
              <a:rPr sz="2400" spc="90" dirty="0">
                <a:latin typeface="Book Antiqua"/>
                <a:cs typeface="Book Antiqua"/>
              </a:rPr>
              <a:t>o?</a:t>
            </a:r>
            <a:endParaRPr sz="2400">
              <a:latin typeface="Book Antiqua"/>
              <a:cs typeface="Book Antiqua"/>
            </a:endParaRPr>
          </a:p>
          <a:p>
            <a:pPr marL="299085" indent="-286385">
              <a:lnSpc>
                <a:spcPts val="2785"/>
              </a:lnSpc>
              <a:buFont typeface="Wingdings"/>
              <a:buChar char=""/>
              <a:tabLst>
                <a:tab pos="299720" algn="l"/>
              </a:tabLst>
            </a:pPr>
            <a:r>
              <a:rPr sz="2400" spc="105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a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Book Antiqua"/>
                <a:cs typeface="Book Antiqua"/>
              </a:rPr>
              <a:t>po</a:t>
            </a:r>
            <a:r>
              <a:rPr sz="2400" spc="5" dirty="0">
                <a:latin typeface="Book Antiqua"/>
                <a:cs typeface="Book Antiqua"/>
              </a:rPr>
              <a:t>l</a:t>
            </a:r>
            <a:r>
              <a:rPr sz="2400" spc="-65" dirty="0">
                <a:latin typeface="Book Antiqua"/>
                <a:cs typeface="Book Antiqua"/>
              </a:rPr>
              <a:t>i</a:t>
            </a:r>
            <a:r>
              <a:rPr sz="2400" spc="-60" dirty="0">
                <a:latin typeface="Book Antiqua"/>
                <a:cs typeface="Book Antiqua"/>
              </a:rPr>
              <a:t>c</a:t>
            </a:r>
            <a:r>
              <a:rPr sz="2400" dirty="0">
                <a:latin typeface="Book Antiqua"/>
                <a:cs typeface="Book Antiqua"/>
              </a:rPr>
              <a:t>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Book Antiqua"/>
                <a:cs typeface="Book Antiqua"/>
              </a:rPr>
              <a:t>f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Book Antiqua"/>
                <a:cs typeface="Book Antiqua"/>
              </a:rPr>
              <a:t>M</a:t>
            </a:r>
            <a:r>
              <a:rPr sz="2400" spc="-110" dirty="0">
                <a:latin typeface="Book Antiqua"/>
                <a:cs typeface="Book Antiqua"/>
              </a:rPr>
              <a:t>D</a:t>
            </a:r>
            <a:r>
              <a:rPr sz="2400" dirty="0">
                <a:latin typeface="Book Antiqua"/>
                <a:cs typeface="Book Antiqua"/>
              </a:rPr>
              <a:t>P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Book Antiqua"/>
                <a:cs typeface="Book Antiqua"/>
              </a:rPr>
              <a:t>i</a:t>
            </a:r>
            <a:r>
              <a:rPr sz="2400" dirty="0">
                <a:latin typeface="Book Antiqua"/>
                <a:cs typeface="Book Antiqua"/>
              </a:rPr>
              <a:t>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a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Book Antiqua"/>
                <a:cs typeface="Book Antiqua"/>
              </a:rPr>
              <a:t>s</a:t>
            </a:r>
            <a:r>
              <a:rPr sz="2400" spc="30" dirty="0">
                <a:latin typeface="Book Antiqua"/>
                <a:cs typeface="Book Antiqua"/>
              </a:rPr>
              <a:t>i</a:t>
            </a:r>
            <a:r>
              <a:rPr sz="2400" spc="25" dirty="0">
                <a:latin typeface="Book Antiqua"/>
                <a:cs typeface="Book Antiqua"/>
              </a:rPr>
              <a:t>n</a:t>
            </a:r>
            <a:r>
              <a:rPr sz="2400" spc="35" dirty="0">
                <a:latin typeface="Book Antiqua"/>
                <a:cs typeface="Book Antiqua"/>
              </a:rPr>
              <a:t>g</a:t>
            </a:r>
            <a:r>
              <a:rPr sz="2400" spc="55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150" dirty="0">
                <a:latin typeface="Book Antiqua"/>
                <a:cs typeface="Book Antiqua"/>
              </a:rPr>
              <a:t>d</a:t>
            </a:r>
            <a:r>
              <a:rPr sz="2400" spc="105" dirty="0">
                <a:latin typeface="Book Antiqua"/>
                <a:cs typeface="Book Antiqua"/>
              </a:rPr>
              <a:t>e</a:t>
            </a:r>
            <a:r>
              <a:rPr sz="2400" spc="20" dirty="0">
                <a:latin typeface="Book Antiqua"/>
                <a:cs typeface="Book Antiqua"/>
              </a:rPr>
              <a:t>c</a:t>
            </a:r>
            <a:r>
              <a:rPr sz="2400" spc="15" dirty="0">
                <a:latin typeface="Book Antiqua"/>
                <a:cs typeface="Book Antiqua"/>
              </a:rPr>
              <a:t>i</a:t>
            </a:r>
            <a:r>
              <a:rPr sz="2400" spc="20" dirty="0">
                <a:latin typeface="Book Antiqua"/>
                <a:cs typeface="Book Antiqua"/>
              </a:rPr>
              <a:t>s</a:t>
            </a:r>
            <a:r>
              <a:rPr sz="2400" spc="15" dirty="0">
                <a:latin typeface="Book Antiqua"/>
                <a:cs typeface="Book Antiqua"/>
              </a:rPr>
              <a:t>io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Book Antiqua"/>
                <a:cs typeface="Book Antiqua"/>
              </a:rPr>
              <a:t>fu</a:t>
            </a:r>
            <a:r>
              <a:rPr sz="2400" spc="-8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c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spc="-20" dirty="0">
                <a:latin typeface="Book Antiqua"/>
                <a:cs typeface="Book Antiqua"/>
              </a:rPr>
              <a:t>i</a:t>
            </a:r>
            <a:r>
              <a:rPr sz="2400" spc="5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i="1" spc="20" dirty="0">
                <a:latin typeface="Calibri"/>
                <a:cs typeface="Calibri"/>
              </a:rPr>
              <a:t>π</a:t>
            </a:r>
            <a:r>
              <a:rPr sz="2400" i="1" spc="25" dirty="0">
                <a:latin typeface="Calibri"/>
                <a:cs typeface="Calibri"/>
              </a:rPr>
              <a:t>(</a:t>
            </a:r>
            <a:r>
              <a:rPr sz="2400" i="1" spc="20" dirty="0">
                <a:latin typeface="Calibri"/>
                <a:cs typeface="Calibri"/>
              </a:rPr>
              <a:t>s</a:t>
            </a:r>
            <a:r>
              <a:rPr sz="2400" i="1" dirty="0">
                <a:latin typeface="Calibri"/>
                <a:cs typeface="Calibri"/>
              </a:rPr>
              <a:t>)</a:t>
            </a:r>
            <a:r>
              <a:rPr sz="2400" i="1" spc="55" dirty="0">
                <a:latin typeface="Calibri"/>
                <a:cs typeface="Calibri"/>
              </a:rPr>
              <a:t> </a:t>
            </a:r>
            <a:r>
              <a:rPr sz="2400" spc="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h</a:t>
            </a:r>
            <a:r>
              <a:rPr sz="2400" spc="1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Book Antiqua"/>
                <a:cs typeface="Book Antiqua"/>
              </a:rPr>
              <a:t>s</a:t>
            </a:r>
            <a:r>
              <a:rPr sz="2400" spc="110" dirty="0">
                <a:latin typeface="Book Antiqua"/>
                <a:cs typeface="Book Antiqua"/>
              </a:rPr>
              <a:t>p</a:t>
            </a:r>
            <a:r>
              <a:rPr sz="2400" spc="125" dirty="0">
                <a:latin typeface="Book Antiqua"/>
                <a:cs typeface="Book Antiqua"/>
              </a:rPr>
              <a:t>e</a:t>
            </a:r>
            <a:r>
              <a:rPr sz="2400" spc="95" dirty="0">
                <a:latin typeface="Book Antiqua"/>
                <a:cs typeface="Book Antiqua"/>
              </a:rPr>
              <a:t>c</a:t>
            </a:r>
            <a:r>
              <a:rPr sz="2400" spc="-15" dirty="0">
                <a:latin typeface="Book Antiqua"/>
                <a:cs typeface="Book Antiqua"/>
              </a:rPr>
              <a:t>i</a:t>
            </a:r>
            <a:r>
              <a:rPr sz="2400" spc="-10" dirty="0">
                <a:latin typeface="Book Antiqua"/>
                <a:cs typeface="Book Antiqua"/>
              </a:rPr>
              <a:t>f</a:t>
            </a:r>
            <a:r>
              <a:rPr sz="2400" spc="-20" dirty="0">
                <a:latin typeface="Book Antiqua"/>
                <a:cs typeface="Book Antiqua"/>
              </a:rPr>
              <a:t>i</a:t>
            </a:r>
            <a:r>
              <a:rPr sz="2400" spc="-3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s</a:t>
            </a:r>
            <a:endParaRPr sz="2400">
              <a:latin typeface="Book Antiqua"/>
              <a:cs typeface="Book Antiqua"/>
            </a:endParaRPr>
          </a:p>
          <a:p>
            <a:pPr marL="299085">
              <a:lnSpc>
                <a:spcPct val="100000"/>
              </a:lnSpc>
              <a:tabLst>
                <a:tab pos="4001135" algn="l"/>
              </a:tabLst>
            </a:pPr>
            <a:r>
              <a:rPr sz="2400" spc="-80" dirty="0">
                <a:latin typeface="Book Antiqua"/>
                <a:cs typeface="Book Antiqua"/>
              </a:rPr>
              <a:t>w</a:t>
            </a:r>
            <a:r>
              <a:rPr sz="2400" spc="-65" dirty="0">
                <a:latin typeface="Book Antiqua"/>
                <a:cs typeface="Book Antiqua"/>
              </a:rPr>
              <a:t>h</a:t>
            </a:r>
            <a:r>
              <a:rPr sz="2400" spc="-6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155" dirty="0">
                <a:latin typeface="Book Antiqua"/>
                <a:cs typeface="Book Antiqua"/>
              </a:rPr>
              <a:t>a</a:t>
            </a:r>
            <a:r>
              <a:rPr sz="2400" spc="150" dirty="0">
                <a:latin typeface="Book Antiqua"/>
                <a:cs typeface="Book Antiqua"/>
              </a:rPr>
              <a:t>g</a:t>
            </a:r>
            <a:r>
              <a:rPr sz="2400" spc="130" dirty="0">
                <a:latin typeface="Book Antiqua"/>
                <a:cs typeface="Book Antiqua"/>
              </a:rPr>
              <a:t>e</a:t>
            </a:r>
            <a:r>
              <a:rPr sz="2400" spc="-45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h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spc="-15" dirty="0">
                <a:latin typeface="Book Antiqua"/>
                <a:cs typeface="Book Antiqua"/>
              </a:rPr>
              <a:t>uld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Book Antiqua"/>
                <a:cs typeface="Book Antiqua"/>
              </a:rPr>
              <a:t>d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Book Antiqua"/>
                <a:cs typeface="Book Antiqua"/>
              </a:rPr>
              <a:t>f</a:t>
            </a:r>
            <a:r>
              <a:rPr sz="2400" spc="-4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204" dirty="0">
                <a:latin typeface="Book Antiqua"/>
                <a:cs typeface="Book Antiqua"/>
              </a:rPr>
              <a:t>e</a:t>
            </a:r>
            <a:r>
              <a:rPr sz="2400" spc="25" dirty="0">
                <a:latin typeface="Book Antiqua"/>
                <a:cs typeface="Book Antiqua"/>
              </a:rPr>
              <a:t>a</a:t>
            </a:r>
            <a:r>
              <a:rPr sz="2400" spc="35" dirty="0">
                <a:latin typeface="Book Antiqua"/>
                <a:cs typeface="Book Antiqua"/>
              </a:rPr>
              <a:t>c</a:t>
            </a:r>
            <a:r>
              <a:rPr sz="2400" dirty="0">
                <a:latin typeface="Book Antiqua"/>
                <a:cs typeface="Book Antiqua"/>
              </a:rPr>
              <a:t>h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46569" y="4741520"/>
            <a:ext cx="809625" cy="640080"/>
          </a:xfrm>
          <a:custGeom>
            <a:avLst/>
            <a:gdLst/>
            <a:ahLst/>
            <a:cxnLst/>
            <a:rect l="l" t="t" r="r" b="b"/>
            <a:pathLst>
              <a:path w="809625" h="640079">
                <a:moveTo>
                  <a:pt x="0" y="639473"/>
                </a:moveTo>
                <a:lnTo>
                  <a:pt x="809624" y="639473"/>
                </a:lnTo>
                <a:lnTo>
                  <a:pt x="809624" y="0"/>
                </a:lnTo>
                <a:lnTo>
                  <a:pt x="0" y="0"/>
                </a:lnTo>
                <a:lnTo>
                  <a:pt x="0" y="639473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6569" y="4095750"/>
            <a:ext cx="0" cy="1833880"/>
          </a:xfrm>
          <a:custGeom>
            <a:avLst/>
            <a:gdLst/>
            <a:ahLst/>
            <a:cxnLst/>
            <a:rect l="l" t="t" r="r" b="b"/>
            <a:pathLst>
              <a:path h="1833879">
                <a:moveTo>
                  <a:pt x="0" y="0"/>
                </a:moveTo>
                <a:lnTo>
                  <a:pt x="0" y="183364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56210" y="4095750"/>
            <a:ext cx="0" cy="1833880"/>
          </a:xfrm>
          <a:custGeom>
            <a:avLst/>
            <a:gdLst/>
            <a:ahLst/>
            <a:cxnLst/>
            <a:rect l="l" t="t" r="r" b="b"/>
            <a:pathLst>
              <a:path h="1833879">
                <a:moveTo>
                  <a:pt x="0" y="0"/>
                </a:moveTo>
                <a:lnTo>
                  <a:pt x="0" y="183364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65819" y="4095750"/>
            <a:ext cx="0" cy="1833880"/>
          </a:xfrm>
          <a:custGeom>
            <a:avLst/>
            <a:gdLst/>
            <a:ahLst/>
            <a:cxnLst/>
            <a:rect l="l" t="t" r="r" b="b"/>
            <a:pathLst>
              <a:path h="1833879">
                <a:moveTo>
                  <a:pt x="0" y="0"/>
                </a:moveTo>
                <a:lnTo>
                  <a:pt x="0" y="183364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30589" y="4741545"/>
            <a:ext cx="3251200" cy="0"/>
          </a:xfrm>
          <a:custGeom>
            <a:avLst/>
            <a:gdLst/>
            <a:ahLst/>
            <a:cxnLst/>
            <a:rect l="l" t="t" r="r" b="b"/>
            <a:pathLst>
              <a:path w="3251200">
                <a:moveTo>
                  <a:pt x="0" y="0"/>
                </a:moveTo>
                <a:lnTo>
                  <a:pt x="325121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30589" y="5380994"/>
            <a:ext cx="3251200" cy="0"/>
          </a:xfrm>
          <a:custGeom>
            <a:avLst/>
            <a:gdLst/>
            <a:ahLst/>
            <a:cxnLst/>
            <a:rect l="l" t="t" r="r" b="b"/>
            <a:pathLst>
              <a:path w="3251200">
                <a:moveTo>
                  <a:pt x="0" y="0"/>
                </a:moveTo>
                <a:lnTo>
                  <a:pt x="325121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36960" y="4095750"/>
            <a:ext cx="0" cy="1833880"/>
          </a:xfrm>
          <a:custGeom>
            <a:avLst/>
            <a:gdLst/>
            <a:ahLst/>
            <a:cxnLst/>
            <a:rect l="l" t="t" r="r" b="b"/>
            <a:pathLst>
              <a:path h="1833879">
                <a:moveTo>
                  <a:pt x="0" y="0"/>
                </a:moveTo>
                <a:lnTo>
                  <a:pt x="0" y="183364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75460" y="4095750"/>
            <a:ext cx="0" cy="1833880"/>
          </a:xfrm>
          <a:custGeom>
            <a:avLst/>
            <a:gdLst/>
            <a:ahLst/>
            <a:cxnLst/>
            <a:rect l="l" t="t" r="r" b="b"/>
            <a:pathLst>
              <a:path h="1833879">
                <a:moveTo>
                  <a:pt x="0" y="0"/>
                </a:moveTo>
                <a:lnTo>
                  <a:pt x="0" y="183364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30589" y="4102096"/>
            <a:ext cx="3251200" cy="0"/>
          </a:xfrm>
          <a:custGeom>
            <a:avLst/>
            <a:gdLst/>
            <a:ahLst/>
            <a:cxnLst/>
            <a:rect l="l" t="t" r="r" b="b"/>
            <a:pathLst>
              <a:path w="3251200">
                <a:moveTo>
                  <a:pt x="0" y="0"/>
                </a:moveTo>
                <a:lnTo>
                  <a:pt x="325121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30589" y="5923050"/>
            <a:ext cx="3251200" cy="0"/>
          </a:xfrm>
          <a:custGeom>
            <a:avLst/>
            <a:gdLst/>
            <a:ahLst/>
            <a:cxnLst/>
            <a:rect l="l" t="t" r="r" b="b"/>
            <a:pathLst>
              <a:path w="3251200">
                <a:moveTo>
                  <a:pt x="0" y="0"/>
                </a:moveTo>
                <a:lnTo>
                  <a:pt x="325121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045839" y="4393476"/>
            <a:ext cx="22796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+1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45839" y="5032925"/>
            <a:ext cx="18415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-1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16200" y="5459360"/>
            <a:ext cx="40259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St</a:t>
            </a:r>
            <a:r>
              <a:rPr sz="1400" spc="-5" dirty="0">
                <a:latin typeface="Arial"/>
                <a:cs typeface="Arial"/>
              </a:rPr>
              <a:t>art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595115" y="4247388"/>
            <a:ext cx="658367" cy="315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52850" y="43243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299" y="0"/>
                </a:moveTo>
                <a:lnTo>
                  <a:pt x="0" y="57149"/>
                </a:lnTo>
                <a:lnTo>
                  <a:pt x="114299" y="114299"/>
                </a:lnTo>
                <a:lnTo>
                  <a:pt x="114299" y="76199"/>
                </a:lnTo>
                <a:lnTo>
                  <a:pt x="95249" y="76199"/>
                </a:lnTo>
                <a:lnTo>
                  <a:pt x="95249" y="38099"/>
                </a:lnTo>
                <a:lnTo>
                  <a:pt x="114299" y="38099"/>
                </a:lnTo>
                <a:lnTo>
                  <a:pt x="114299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48100" y="4381500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49" y="0"/>
                </a:lnTo>
              </a:path>
            </a:pathLst>
          </a:custGeom>
          <a:ln w="39369">
            <a:solidFill>
              <a:srgbClr val="6E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10455" y="4247388"/>
            <a:ext cx="637031" cy="3154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75210" y="432435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299"/>
                </a:lnTo>
                <a:lnTo>
                  <a:pt x="76199" y="76199"/>
                </a:lnTo>
                <a:lnTo>
                  <a:pt x="19049" y="76199"/>
                </a:lnTo>
                <a:lnTo>
                  <a:pt x="19049" y="38099"/>
                </a:lnTo>
                <a:lnTo>
                  <a:pt x="76199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52762" y="4381500"/>
            <a:ext cx="322580" cy="0"/>
          </a:xfrm>
          <a:custGeom>
            <a:avLst/>
            <a:gdLst/>
            <a:ahLst/>
            <a:cxnLst/>
            <a:rect l="l" t="t" r="r" b="b"/>
            <a:pathLst>
              <a:path w="322579">
                <a:moveTo>
                  <a:pt x="0" y="0"/>
                </a:moveTo>
                <a:lnTo>
                  <a:pt x="322457" y="0"/>
                </a:lnTo>
              </a:path>
            </a:pathLst>
          </a:custGeom>
          <a:ln w="39369">
            <a:solidFill>
              <a:srgbClr val="6E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94260" y="4362450"/>
            <a:ext cx="95250" cy="38100"/>
          </a:xfrm>
          <a:custGeom>
            <a:avLst/>
            <a:gdLst/>
            <a:ahLst/>
            <a:cxnLst/>
            <a:rect l="l" t="t" r="r" b="b"/>
            <a:pathLst>
              <a:path w="95250" h="38100">
                <a:moveTo>
                  <a:pt x="57149" y="0"/>
                </a:moveTo>
                <a:lnTo>
                  <a:pt x="0" y="0"/>
                </a:lnTo>
                <a:lnTo>
                  <a:pt x="0" y="38099"/>
                </a:lnTo>
                <a:lnTo>
                  <a:pt x="57149" y="38099"/>
                </a:lnTo>
                <a:lnTo>
                  <a:pt x="95249" y="19049"/>
                </a:lnTo>
                <a:lnTo>
                  <a:pt x="57149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33059" y="4262628"/>
            <a:ext cx="315467" cy="5074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28950" y="4476500"/>
            <a:ext cx="104775" cy="113664"/>
          </a:xfrm>
          <a:custGeom>
            <a:avLst/>
            <a:gdLst/>
            <a:ahLst/>
            <a:cxnLst/>
            <a:rect l="l" t="t" r="r" b="b"/>
            <a:pathLst>
              <a:path w="104775" h="113664">
                <a:moveTo>
                  <a:pt x="38099" y="0"/>
                </a:moveTo>
                <a:lnTo>
                  <a:pt x="0" y="1523"/>
                </a:lnTo>
                <a:lnTo>
                  <a:pt x="61843" y="113406"/>
                </a:lnTo>
                <a:lnTo>
                  <a:pt x="104272" y="19049"/>
                </a:lnTo>
                <a:lnTo>
                  <a:pt x="38861" y="19049"/>
                </a:lnTo>
                <a:lnTo>
                  <a:pt x="38099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67050" y="4474845"/>
            <a:ext cx="38735" cy="20955"/>
          </a:xfrm>
          <a:custGeom>
            <a:avLst/>
            <a:gdLst/>
            <a:ahLst/>
            <a:cxnLst/>
            <a:rect l="l" t="t" r="r" b="b"/>
            <a:pathLst>
              <a:path w="38735" h="20954">
                <a:moveTo>
                  <a:pt x="37978" y="0"/>
                </a:moveTo>
                <a:lnTo>
                  <a:pt x="0" y="1655"/>
                </a:lnTo>
                <a:lnTo>
                  <a:pt x="761" y="20705"/>
                </a:lnTo>
                <a:lnTo>
                  <a:pt x="38740" y="19049"/>
                </a:lnTo>
                <a:lnTo>
                  <a:pt x="37978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67812" y="4473321"/>
            <a:ext cx="75565" cy="22225"/>
          </a:xfrm>
          <a:custGeom>
            <a:avLst/>
            <a:gdLst/>
            <a:ahLst/>
            <a:cxnLst/>
            <a:rect l="l" t="t" r="r" b="b"/>
            <a:pathLst>
              <a:path w="75564" h="22225">
                <a:moveTo>
                  <a:pt x="75316" y="0"/>
                </a:moveTo>
                <a:lnTo>
                  <a:pt x="37216" y="1523"/>
                </a:lnTo>
                <a:lnTo>
                  <a:pt x="37978" y="20573"/>
                </a:lnTo>
                <a:lnTo>
                  <a:pt x="0" y="22229"/>
                </a:lnTo>
                <a:lnTo>
                  <a:pt x="65410" y="22229"/>
                </a:lnTo>
                <a:lnTo>
                  <a:pt x="75316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59033" y="4282952"/>
            <a:ext cx="46355" cy="193675"/>
          </a:xfrm>
          <a:custGeom>
            <a:avLst/>
            <a:gdLst/>
            <a:ahLst/>
            <a:cxnLst/>
            <a:rect l="l" t="t" r="r" b="b"/>
            <a:pathLst>
              <a:path w="46354" h="193675">
                <a:moveTo>
                  <a:pt x="37978" y="0"/>
                </a:moveTo>
                <a:lnTo>
                  <a:pt x="0" y="1642"/>
                </a:lnTo>
                <a:lnTo>
                  <a:pt x="8016" y="193547"/>
                </a:lnTo>
                <a:lnTo>
                  <a:pt x="45994" y="191892"/>
                </a:lnTo>
                <a:lnTo>
                  <a:pt x="37978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407152" y="4738115"/>
            <a:ext cx="315467" cy="5364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54979" y="4985385"/>
            <a:ext cx="55244" cy="223520"/>
          </a:xfrm>
          <a:custGeom>
            <a:avLst/>
            <a:gdLst/>
            <a:ahLst/>
            <a:cxnLst/>
            <a:rect l="l" t="t" r="r" b="b"/>
            <a:pathLst>
              <a:path w="55245" h="223520">
                <a:moveTo>
                  <a:pt x="37978" y="0"/>
                </a:moveTo>
                <a:lnTo>
                  <a:pt x="0" y="2916"/>
                </a:lnTo>
                <a:lnTo>
                  <a:pt x="16763" y="223016"/>
                </a:lnTo>
                <a:lnTo>
                  <a:pt x="54742" y="220217"/>
                </a:lnTo>
                <a:lnTo>
                  <a:pt x="37978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517001" y="4872859"/>
            <a:ext cx="104775" cy="118745"/>
          </a:xfrm>
          <a:custGeom>
            <a:avLst/>
            <a:gdLst/>
            <a:ahLst/>
            <a:cxnLst/>
            <a:rect l="l" t="t" r="r" b="b"/>
            <a:pathLst>
              <a:path w="104775" h="118745">
                <a:moveTo>
                  <a:pt x="48402" y="0"/>
                </a:moveTo>
                <a:lnTo>
                  <a:pt x="0" y="118372"/>
                </a:lnTo>
                <a:lnTo>
                  <a:pt x="37978" y="115442"/>
                </a:lnTo>
                <a:lnTo>
                  <a:pt x="36575" y="96392"/>
                </a:lnTo>
                <a:lnTo>
                  <a:pt x="74554" y="93607"/>
                </a:lnTo>
                <a:lnTo>
                  <a:pt x="104393" y="93607"/>
                </a:lnTo>
                <a:lnTo>
                  <a:pt x="48402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553577" y="4966466"/>
            <a:ext cx="39370" cy="22225"/>
          </a:xfrm>
          <a:custGeom>
            <a:avLst/>
            <a:gdLst/>
            <a:ahLst/>
            <a:cxnLst/>
            <a:rect l="l" t="t" r="r" b="b"/>
            <a:pathLst>
              <a:path w="39370" h="22225">
                <a:moveTo>
                  <a:pt x="37978" y="0"/>
                </a:moveTo>
                <a:lnTo>
                  <a:pt x="0" y="2785"/>
                </a:lnTo>
                <a:lnTo>
                  <a:pt x="1402" y="21835"/>
                </a:lnTo>
                <a:lnTo>
                  <a:pt x="39380" y="18918"/>
                </a:lnTo>
                <a:lnTo>
                  <a:pt x="37978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591555" y="4966466"/>
            <a:ext cx="39370" cy="19050"/>
          </a:xfrm>
          <a:custGeom>
            <a:avLst/>
            <a:gdLst/>
            <a:ahLst/>
            <a:cxnLst/>
            <a:rect l="l" t="t" r="r" b="b"/>
            <a:pathLst>
              <a:path w="39370" h="19050">
                <a:moveTo>
                  <a:pt x="29839" y="0"/>
                </a:moveTo>
                <a:lnTo>
                  <a:pt x="0" y="0"/>
                </a:lnTo>
                <a:lnTo>
                  <a:pt x="1402" y="18918"/>
                </a:lnTo>
                <a:lnTo>
                  <a:pt x="39380" y="16001"/>
                </a:lnTo>
                <a:lnTo>
                  <a:pt x="29839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42459" y="5490971"/>
            <a:ext cx="734567" cy="3154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05390" y="5609319"/>
            <a:ext cx="114300" cy="76835"/>
          </a:xfrm>
          <a:custGeom>
            <a:avLst/>
            <a:gdLst/>
            <a:ahLst/>
            <a:cxnLst/>
            <a:rect l="l" t="t" r="r" b="b"/>
            <a:pathLst>
              <a:path w="114300" h="76835">
                <a:moveTo>
                  <a:pt x="78211" y="0"/>
                </a:moveTo>
                <a:lnTo>
                  <a:pt x="18135" y="0"/>
                </a:lnTo>
                <a:lnTo>
                  <a:pt x="19049" y="38087"/>
                </a:lnTo>
                <a:lnTo>
                  <a:pt x="0" y="38541"/>
                </a:lnTo>
                <a:lnTo>
                  <a:pt x="883" y="76641"/>
                </a:lnTo>
                <a:lnTo>
                  <a:pt x="113903" y="16776"/>
                </a:lnTo>
                <a:lnTo>
                  <a:pt x="78211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485375" y="5609773"/>
            <a:ext cx="420370" cy="48260"/>
          </a:xfrm>
          <a:custGeom>
            <a:avLst/>
            <a:gdLst/>
            <a:ahLst/>
            <a:cxnLst/>
            <a:rect l="l" t="t" r="r" b="b"/>
            <a:pathLst>
              <a:path w="420370" h="48260">
                <a:moveTo>
                  <a:pt x="419099" y="0"/>
                </a:moveTo>
                <a:lnTo>
                  <a:pt x="0" y="9976"/>
                </a:lnTo>
                <a:lnTo>
                  <a:pt x="914" y="48076"/>
                </a:lnTo>
                <a:lnTo>
                  <a:pt x="420014" y="38087"/>
                </a:lnTo>
                <a:lnTo>
                  <a:pt x="419099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04475" y="5609319"/>
            <a:ext cx="20320" cy="38735"/>
          </a:xfrm>
          <a:custGeom>
            <a:avLst/>
            <a:gdLst/>
            <a:ahLst/>
            <a:cxnLst/>
            <a:rect l="l" t="t" r="r" b="b"/>
            <a:pathLst>
              <a:path w="20320" h="38735">
                <a:moveTo>
                  <a:pt x="0" y="19270"/>
                </a:moveTo>
                <a:lnTo>
                  <a:pt x="19964" y="19270"/>
                </a:lnTo>
              </a:path>
            </a:pathLst>
          </a:custGeom>
          <a:ln w="39811">
            <a:solidFill>
              <a:srgbClr val="6E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03591" y="5571744"/>
            <a:ext cx="80010" cy="38100"/>
          </a:xfrm>
          <a:custGeom>
            <a:avLst/>
            <a:gdLst/>
            <a:ahLst/>
            <a:cxnLst/>
            <a:rect l="l" t="t" r="r" b="b"/>
            <a:pathLst>
              <a:path w="80010" h="38100">
                <a:moveTo>
                  <a:pt x="0" y="0"/>
                </a:moveTo>
                <a:lnTo>
                  <a:pt x="883" y="38029"/>
                </a:lnTo>
                <a:lnTo>
                  <a:pt x="19933" y="37575"/>
                </a:lnTo>
                <a:lnTo>
                  <a:pt x="80009" y="37575"/>
                </a:lnTo>
                <a:lnTo>
                  <a:pt x="0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274564" y="5529071"/>
            <a:ext cx="746760" cy="3154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47003" y="5677911"/>
            <a:ext cx="83820" cy="38100"/>
          </a:xfrm>
          <a:custGeom>
            <a:avLst/>
            <a:gdLst/>
            <a:ahLst/>
            <a:cxnLst/>
            <a:rect l="l" t="t" r="r" b="b"/>
            <a:pathLst>
              <a:path w="83820" h="38100">
                <a:moveTo>
                  <a:pt x="1767" y="0"/>
                </a:moveTo>
                <a:lnTo>
                  <a:pt x="0" y="38063"/>
                </a:lnTo>
                <a:lnTo>
                  <a:pt x="83819" y="893"/>
                </a:lnTo>
                <a:lnTo>
                  <a:pt x="20695" y="893"/>
                </a:lnTo>
                <a:lnTo>
                  <a:pt x="1767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748771" y="5639860"/>
            <a:ext cx="20955" cy="39370"/>
          </a:xfrm>
          <a:custGeom>
            <a:avLst/>
            <a:gdLst/>
            <a:ahLst/>
            <a:cxnLst/>
            <a:rect l="l" t="t" r="r" b="b"/>
            <a:pathLst>
              <a:path w="20954" h="39370">
                <a:moveTo>
                  <a:pt x="1676" y="0"/>
                </a:moveTo>
                <a:lnTo>
                  <a:pt x="0" y="38051"/>
                </a:lnTo>
                <a:lnTo>
                  <a:pt x="18928" y="38944"/>
                </a:lnTo>
                <a:lnTo>
                  <a:pt x="20726" y="880"/>
                </a:lnTo>
                <a:lnTo>
                  <a:pt x="1676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750448" y="5601806"/>
            <a:ext cx="113664" cy="77470"/>
          </a:xfrm>
          <a:custGeom>
            <a:avLst/>
            <a:gdLst/>
            <a:ahLst/>
            <a:cxnLst/>
            <a:rect l="l" t="t" r="r" b="b"/>
            <a:pathLst>
              <a:path w="113664" h="77470">
                <a:moveTo>
                  <a:pt x="1767" y="0"/>
                </a:moveTo>
                <a:lnTo>
                  <a:pt x="0" y="38054"/>
                </a:lnTo>
                <a:lnTo>
                  <a:pt x="19049" y="38935"/>
                </a:lnTo>
                <a:lnTo>
                  <a:pt x="17251" y="76998"/>
                </a:lnTo>
                <a:lnTo>
                  <a:pt x="80375" y="76998"/>
                </a:lnTo>
                <a:lnTo>
                  <a:pt x="113385" y="62389"/>
                </a:lnTo>
                <a:lnTo>
                  <a:pt x="1767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316870" y="5619774"/>
            <a:ext cx="433705" cy="58419"/>
          </a:xfrm>
          <a:custGeom>
            <a:avLst/>
            <a:gdLst/>
            <a:ahLst/>
            <a:cxnLst/>
            <a:rect l="l" t="t" r="r" b="b"/>
            <a:pathLst>
              <a:path w="433704" h="58420">
                <a:moveTo>
                  <a:pt x="1767" y="0"/>
                </a:moveTo>
                <a:lnTo>
                  <a:pt x="0" y="38051"/>
                </a:lnTo>
                <a:lnTo>
                  <a:pt x="431901" y="58137"/>
                </a:lnTo>
                <a:lnTo>
                  <a:pt x="433577" y="20086"/>
                </a:lnTo>
                <a:lnTo>
                  <a:pt x="1767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141720" y="5490971"/>
            <a:ext cx="734567" cy="31546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604010" y="5568946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299"/>
                </a:lnTo>
                <a:lnTo>
                  <a:pt x="76199" y="76199"/>
                </a:lnTo>
                <a:lnTo>
                  <a:pt x="19049" y="76199"/>
                </a:lnTo>
                <a:lnTo>
                  <a:pt x="19049" y="38099"/>
                </a:lnTo>
                <a:lnTo>
                  <a:pt x="76199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184910" y="5626096"/>
            <a:ext cx="419100" cy="0"/>
          </a:xfrm>
          <a:custGeom>
            <a:avLst/>
            <a:gdLst/>
            <a:ahLst/>
            <a:cxnLst/>
            <a:rect l="l" t="t" r="r" b="b"/>
            <a:pathLst>
              <a:path w="419100">
                <a:moveTo>
                  <a:pt x="0" y="0"/>
                </a:moveTo>
                <a:lnTo>
                  <a:pt x="419099" y="0"/>
                </a:lnTo>
              </a:path>
            </a:pathLst>
          </a:custGeom>
          <a:ln w="39369">
            <a:solidFill>
              <a:srgbClr val="6E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623060" y="5607046"/>
            <a:ext cx="95250" cy="38100"/>
          </a:xfrm>
          <a:custGeom>
            <a:avLst/>
            <a:gdLst/>
            <a:ahLst/>
            <a:cxnLst/>
            <a:rect l="l" t="t" r="r" b="b"/>
            <a:pathLst>
              <a:path w="95250" h="38100">
                <a:moveTo>
                  <a:pt x="57149" y="0"/>
                </a:moveTo>
                <a:lnTo>
                  <a:pt x="0" y="0"/>
                </a:lnTo>
                <a:lnTo>
                  <a:pt x="0" y="38099"/>
                </a:lnTo>
                <a:lnTo>
                  <a:pt x="57149" y="38099"/>
                </a:lnTo>
                <a:lnTo>
                  <a:pt x="95249" y="19049"/>
                </a:lnTo>
                <a:lnTo>
                  <a:pt x="57149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986784" y="5295900"/>
            <a:ext cx="315467" cy="44195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145157" y="5526537"/>
            <a:ext cx="0" cy="146685"/>
          </a:xfrm>
          <a:custGeom>
            <a:avLst/>
            <a:gdLst/>
            <a:ahLst/>
            <a:cxnLst/>
            <a:rect l="l" t="t" r="r" b="b"/>
            <a:pathLst>
              <a:path h="146685">
                <a:moveTo>
                  <a:pt x="0" y="0"/>
                </a:moveTo>
                <a:lnTo>
                  <a:pt x="0" y="146101"/>
                </a:lnTo>
              </a:path>
            </a:pathLst>
          </a:custGeom>
          <a:ln w="39369">
            <a:solidFill>
              <a:srgbClr val="6E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088007" y="5431285"/>
            <a:ext cx="104775" cy="114300"/>
          </a:xfrm>
          <a:custGeom>
            <a:avLst/>
            <a:gdLst/>
            <a:ahLst/>
            <a:cxnLst/>
            <a:rect l="l" t="t" r="r" b="b"/>
            <a:pathLst>
              <a:path w="104775" h="114300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9"/>
                </a:lnTo>
                <a:lnTo>
                  <a:pt x="104759" y="95249"/>
                </a:lnTo>
                <a:lnTo>
                  <a:pt x="57149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164207" y="5526535"/>
            <a:ext cx="38100" cy="19050"/>
          </a:xfrm>
          <a:custGeom>
            <a:avLst/>
            <a:gdLst/>
            <a:ahLst/>
            <a:cxnLst/>
            <a:rect l="l" t="t" r="r" b="b"/>
            <a:pathLst>
              <a:path w="38100" h="19050">
                <a:moveTo>
                  <a:pt x="28559" y="0"/>
                </a:moveTo>
                <a:lnTo>
                  <a:pt x="0" y="0"/>
                </a:lnTo>
                <a:lnTo>
                  <a:pt x="0" y="19049"/>
                </a:lnTo>
                <a:lnTo>
                  <a:pt x="38099" y="19049"/>
                </a:lnTo>
                <a:lnTo>
                  <a:pt x="28559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646932" y="4878323"/>
            <a:ext cx="720851" cy="3154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095750" y="4955417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299"/>
                </a:lnTo>
                <a:lnTo>
                  <a:pt x="76199" y="76199"/>
                </a:lnTo>
                <a:lnTo>
                  <a:pt x="19049" y="76199"/>
                </a:lnTo>
                <a:lnTo>
                  <a:pt x="19049" y="38099"/>
                </a:lnTo>
                <a:lnTo>
                  <a:pt x="76199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689360" y="5012567"/>
            <a:ext cx="406400" cy="0"/>
          </a:xfrm>
          <a:custGeom>
            <a:avLst/>
            <a:gdLst/>
            <a:ahLst/>
            <a:cxnLst/>
            <a:rect l="l" t="t" r="r" b="b"/>
            <a:pathLst>
              <a:path w="406400">
                <a:moveTo>
                  <a:pt x="0" y="0"/>
                </a:moveTo>
                <a:lnTo>
                  <a:pt x="406383" y="0"/>
                </a:lnTo>
              </a:path>
            </a:pathLst>
          </a:custGeom>
          <a:ln w="39369">
            <a:solidFill>
              <a:srgbClr val="6E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114800" y="4993517"/>
            <a:ext cx="95250" cy="38100"/>
          </a:xfrm>
          <a:custGeom>
            <a:avLst/>
            <a:gdLst/>
            <a:ahLst/>
            <a:cxnLst/>
            <a:rect l="l" t="t" r="r" b="b"/>
            <a:pathLst>
              <a:path w="95250" h="38100">
                <a:moveTo>
                  <a:pt x="57149" y="0"/>
                </a:moveTo>
                <a:lnTo>
                  <a:pt x="0" y="0"/>
                </a:lnTo>
                <a:lnTo>
                  <a:pt x="0" y="38099"/>
                </a:lnTo>
                <a:lnTo>
                  <a:pt x="57149" y="38099"/>
                </a:lnTo>
                <a:lnTo>
                  <a:pt x="95249" y="19049"/>
                </a:lnTo>
                <a:lnTo>
                  <a:pt x="57149" y="0"/>
                </a:lnTo>
                <a:close/>
              </a:path>
            </a:pathLst>
          </a:custGeom>
          <a:solidFill>
            <a:srgbClr val="6E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744467" y="5879591"/>
            <a:ext cx="483108" cy="56997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886200" y="5879591"/>
            <a:ext cx="411479" cy="5699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3897887" y="6027336"/>
            <a:ext cx="16700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515611" y="5879591"/>
            <a:ext cx="483108" cy="56997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657344" y="5879591"/>
            <a:ext cx="411479" cy="5699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4669031" y="6027336"/>
            <a:ext cx="16700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282184" y="5917691"/>
            <a:ext cx="483108" cy="56997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423915" y="5917691"/>
            <a:ext cx="411479" cy="5699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5435350" y="6065734"/>
            <a:ext cx="16700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077711" y="5885688"/>
            <a:ext cx="483108" cy="56997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219444" y="5885688"/>
            <a:ext cx="411480" cy="5699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6230878" y="6032515"/>
            <a:ext cx="16700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048000" y="5430011"/>
            <a:ext cx="483108" cy="56997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189732" y="5430011"/>
            <a:ext cx="411480" cy="5699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3201164" y="5576839"/>
            <a:ext cx="16700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3048000" y="4770120"/>
            <a:ext cx="483108" cy="56997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189732" y="4770120"/>
            <a:ext cx="411480" cy="5699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3201164" y="4916311"/>
            <a:ext cx="16700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3035807" y="4191000"/>
            <a:ext cx="483107" cy="56997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177539" y="4191000"/>
            <a:ext cx="411479" cy="5699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3188337" y="4338080"/>
            <a:ext cx="16700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77" name="object 77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27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88285">
              <a:lnSpc>
                <a:spcPct val="100000"/>
              </a:lnSpc>
            </a:pPr>
            <a:r>
              <a:rPr spc="-60" dirty="0"/>
              <a:t>E</a:t>
            </a:r>
            <a:r>
              <a:rPr spc="-40" dirty="0"/>
              <a:t>x</a:t>
            </a:r>
            <a:r>
              <a:rPr spc="-55" dirty="0"/>
              <a:t>a</a:t>
            </a:r>
            <a:r>
              <a:rPr spc="-70" dirty="0"/>
              <a:t>m</a:t>
            </a:r>
            <a:r>
              <a:rPr spc="-55" dirty="0"/>
              <a:t>p</a:t>
            </a:r>
            <a:r>
              <a:rPr spc="-25" dirty="0"/>
              <a:t>le</a:t>
            </a:r>
            <a:r>
              <a:rPr spc="114" dirty="0">
                <a:latin typeface="Times New Roman"/>
                <a:cs typeface="Times New Roman"/>
              </a:rPr>
              <a:t> </a:t>
            </a:r>
            <a:r>
              <a:rPr spc="-65" dirty="0"/>
              <a:t>MDP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7485" y="1262008"/>
            <a:ext cx="7626350" cy="43140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6235" algn="l"/>
              </a:tabLst>
            </a:pPr>
            <a:r>
              <a:rPr sz="2400" spc="-30" dirty="0">
                <a:latin typeface="Book Antiqua"/>
                <a:cs typeface="Book Antiqua"/>
              </a:rPr>
              <a:t>E</a:t>
            </a:r>
            <a:r>
              <a:rPr sz="2400" spc="-20" dirty="0">
                <a:latin typeface="Book Antiqua"/>
                <a:cs typeface="Book Antiqua"/>
              </a:rPr>
              <a:t>n</a:t>
            </a:r>
            <a:r>
              <a:rPr sz="2400" spc="-30" dirty="0">
                <a:latin typeface="Book Antiqua"/>
                <a:cs typeface="Book Antiqua"/>
              </a:rPr>
              <a:t>v</a:t>
            </a:r>
            <a:r>
              <a:rPr sz="2400" spc="-15" dirty="0">
                <a:latin typeface="Book Antiqua"/>
                <a:cs typeface="Book Antiqua"/>
              </a:rPr>
              <a:t>ir</a:t>
            </a:r>
            <a:r>
              <a:rPr sz="2400" spc="-30" dirty="0">
                <a:latin typeface="Book Antiqua"/>
                <a:cs typeface="Book Antiqua"/>
              </a:rPr>
              <a:t>o</a:t>
            </a:r>
            <a:r>
              <a:rPr sz="2400" spc="-20" dirty="0">
                <a:latin typeface="Book Antiqua"/>
                <a:cs typeface="Book Antiqua"/>
              </a:rPr>
              <a:t>n</a:t>
            </a:r>
            <a:r>
              <a:rPr sz="2400" spc="-35" dirty="0">
                <a:latin typeface="Book Antiqua"/>
                <a:cs typeface="Book Antiqua"/>
              </a:rPr>
              <a:t>m</a:t>
            </a:r>
            <a:r>
              <a:rPr sz="2400" spc="-10" dirty="0">
                <a:latin typeface="Book Antiqua"/>
                <a:cs typeface="Book Antiqua"/>
              </a:rPr>
              <a:t>e</a:t>
            </a:r>
            <a:r>
              <a:rPr sz="2400" spc="-4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3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x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4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Book Antiqua"/>
                <a:cs typeface="Book Antiqua"/>
              </a:rPr>
              <a:t>gri</a:t>
            </a:r>
            <a:r>
              <a:rPr sz="2400" spc="-10" dirty="0">
                <a:latin typeface="Book Antiqua"/>
                <a:cs typeface="Book Antiqua"/>
              </a:rPr>
              <a:t>d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110" dirty="0">
                <a:latin typeface="Book Antiqua"/>
                <a:cs typeface="Book Antiqua"/>
              </a:rPr>
              <a:t>o</a:t>
            </a:r>
            <a:r>
              <a:rPr sz="2400" spc="10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Book Antiqua"/>
                <a:cs typeface="Book Antiqua"/>
              </a:rPr>
              <a:t>b</a:t>
            </a:r>
            <a:r>
              <a:rPr sz="2400" spc="20" dirty="0">
                <a:latin typeface="Book Antiqua"/>
                <a:cs typeface="Book Antiqua"/>
              </a:rPr>
              <a:t>l</a:t>
            </a:r>
            <a:r>
              <a:rPr sz="2400" spc="75" dirty="0">
                <a:latin typeface="Book Antiqua"/>
                <a:cs typeface="Book Antiqua"/>
              </a:rPr>
              <a:t>oc</a:t>
            </a:r>
            <a:r>
              <a:rPr sz="2400" spc="95" dirty="0">
                <a:latin typeface="Book Antiqua"/>
                <a:cs typeface="Book Antiqua"/>
              </a:rPr>
              <a:t>k</a:t>
            </a:r>
            <a:r>
              <a:rPr sz="2400" spc="85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90" dirty="0">
                <a:latin typeface="Calibri"/>
                <a:cs typeface="Calibri"/>
              </a:rPr>
              <a:t> </a:t>
            </a:r>
            <a:r>
              <a:rPr sz="2400" spc="180" dirty="0">
                <a:latin typeface="Book Antiqua"/>
                <a:cs typeface="Book Antiqua"/>
              </a:rPr>
              <a:t>1</a:t>
            </a:r>
            <a:r>
              <a:rPr sz="2400" dirty="0">
                <a:latin typeface="Book Antiqua"/>
                <a:cs typeface="Book Antiqua"/>
              </a:rPr>
              <a:t>1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spc="7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endParaRPr sz="2400" dirty="0">
              <a:latin typeface="Book Antiqua"/>
              <a:cs typeface="Book Antiqua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6235" algn="l"/>
              </a:tabLst>
            </a:pPr>
            <a:r>
              <a:rPr sz="2400" spc="-70" dirty="0">
                <a:latin typeface="Book Antiqua"/>
                <a:cs typeface="Book Antiqua"/>
              </a:rPr>
              <a:t>T</a:t>
            </a:r>
            <a:r>
              <a:rPr sz="2400" spc="-80" dirty="0">
                <a:latin typeface="Book Antiqua"/>
                <a:cs typeface="Book Antiqua"/>
              </a:rPr>
              <a:t>w</a:t>
            </a:r>
            <a:r>
              <a:rPr sz="2400" spc="-15" dirty="0">
                <a:latin typeface="Book Antiqua"/>
                <a:cs typeface="Book Antiqua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Book Antiqua"/>
                <a:cs typeface="Book Antiqua"/>
              </a:rPr>
              <a:t>t</a:t>
            </a:r>
            <a:r>
              <a:rPr sz="2400" spc="95" dirty="0">
                <a:latin typeface="Book Antiqua"/>
                <a:cs typeface="Book Antiqua"/>
              </a:rPr>
              <a:t>e</a:t>
            </a:r>
            <a:r>
              <a:rPr sz="2400" spc="-40" dirty="0">
                <a:latin typeface="Book Antiqua"/>
                <a:cs typeface="Book Antiqua"/>
              </a:rPr>
              <a:t>r</a:t>
            </a:r>
            <a:r>
              <a:rPr sz="2400" spc="-60" dirty="0">
                <a:latin typeface="Book Antiqua"/>
                <a:cs typeface="Book Antiqua"/>
              </a:rPr>
              <a:t>m</a:t>
            </a:r>
            <a:r>
              <a:rPr sz="2400" spc="-40" dirty="0">
                <a:latin typeface="Book Antiqua"/>
                <a:cs typeface="Book Antiqua"/>
              </a:rPr>
              <a:t>i</a:t>
            </a:r>
            <a:r>
              <a:rPr sz="2400" spc="-45" dirty="0">
                <a:latin typeface="Book Antiqua"/>
                <a:cs typeface="Book Antiqua"/>
              </a:rPr>
              <a:t>n</a:t>
            </a:r>
            <a:r>
              <a:rPr sz="2400" spc="-4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0" dirty="0">
                <a:latin typeface="Book Antiqua"/>
                <a:cs typeface="Book Antiqua"/>
              </a:rPr>
              <a:t>s</a:t>
            </a:r>
            <a:r>
              <a:rPr sz="2400" spc="15" dirty="0">
                <a:latin typeface="Book Antiqua"/>
                <a:cs typeface="Book Antiqua"/>
              </a:rPr>
              <a:t>t</a:t>
            </a:r>
            <a:r>
              <a:rPr sz="2400" spc="25" dirty="0">
                <a:latin typeface="Book Antiqua"/>
                <a:cs typeface="Book Antiqua"/>
              </a:rPr>
              <a:t>a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spc="100" dirty="0">
                <a:latin typeface="Book Antiqua"/>
                <a:cs typeface="Book Antiqua"/>
              </a:rPr>
              <a:t>es</a:t>
            </a:r>
            <a:r>
              <a:rPr sz="2400" spc="-10" dirty="0">
                <a:latin typeface="Book Antiqua"/>
                <a:cs typeface="Book Antiqua"/>
              </a:rPr>
              <a:t>: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Book Antiqua"/>
                <a:cs typeface="Book Antiqua"/>
              </a:rPr>
              <a:t>(</a:t>
            </a:r>
            <a:r>
              <a:rPr sz="2400" spc="30" dirty="0">
                <a:latin typeface="Book Antiqua"/>
                <a:cs typeface="Book Antiqua"/>
              </a:rPr>
              <a:t>3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4</a:t>
            </a:r>
            <a:r>
              <a:rPr sz="2400" spc="50" dirty="0">
                <a:latin typeface="Book Antiqua"/>
                <a:cs typeface="Book Antiqua"/>
              </a:rPr>
              <a:t>)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Book Antiqua"/>
                <a:cs typeface="Book Antiqua"/>
              </a:rPr>
              <a:t>(</a:t>
            </a:r>
            <a:r>
              <a:rPr sz="2400" spc="130" dirty="0">
                <a:latin typeface="Book Antiqua"/>
                <a:cs typeface="Book Antiqua"/>
              </a:rPr>
              <a:t>3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1)</a:t>
            </a:r>
            <a:endParaRPr sz="2400" dirty="0">
              <a:latin typeface="Book Antiqua"/>
              <a:cs typeface="Book Antiqua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6235" algn="l"/>
              </a:tabLst>
            </a:pPr>
            <a:r>
              <a:rPr sz="2400" spc="-40" dirty="0">
                <a:latin typeface="Book Antiqua"/>
                <a:cs typeface="Book Antiqua"/>
              </a:rPr>
              <a:t>Ac</a:t>
            </a:r>
            <a:r>
              <a:rPr sz="2400" spc="-30" dirty="0">
                <a:latin typeface="Book Antiqua"/>
                <a:cs typeface="Book Antiqua"/>
              </a:rPr>
              <a:t>ti</a:t>
            </a:r>
            <a:r>
              <a:rPr sz="2400" spc="-45" dirty="0">
                <a:latin typeface="Book Antiqua"/>
                <a:cs typeface="Book Antiqua"/>
              </a:rPr>
              <a:t>o</a:t>
            </a:r>
            <a:r>
              <a:rPr sz="2400" spc="40" dirty="0">
                <a:latin typeface="Book Antiqua"/>
                <a:cs typeface="Book Antiqua"/>
              </a:rPr>
              <a:t>n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: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up,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Book Antiqua"/>
                <a:cs typeface="Book Antiqua"/>
              </a:rPr>
              <a:t>d</a:t>
            </a:r>
            <a:r>
              <a:rPr sz="2400" spc="65" dirty="0">
                <a:latin typeface="Book Antiqua"/>
                <a:cs typeface="Book Antiqua"/>
              </a:rPr>
              <a:t>o</a:t>
            </a:r>
            <a:r>
              <a:rPr sz="2400" spc="-95" dirty="0">
                <a:latin typeface="Book Antiqua"/>
                <a:cs typeface="Book Antiqua"/>
              </a:rPr>
              <a:t>w</a:t>
            </a:r>
            <a:r>
              <a:rPr sz="2400" spc="-105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l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-35" dirty="0">
                <a:latin typeface="Book Antiqua"/>
                <a:cs typeface="Book Antiqua"/>
              </a:rPr>
              <a:t>f</a:t>
            </a:r>
            <a:r>
              <a:rPr sz="2400" spc="-4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Book Antiqua"/>
                <a:cs typeface="Book Antiqua"/>
              </a:rPr>
              <a:t>rig</a:t>
            </a:r>
            <a:r>
              <a:rPr sz="2400" spc="-20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t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6235" algn="l"/>
              </a:tabLst>
            </a:pPr>
            <a:r>
              <a:rPr sz="2400" spc="105" dirty="0">
                <a:latin typeface="Book Antiqua"/>
                <a:cs typeface="Book Antiqua"/>
              </a:rPr>
              <a:t>0.</a:t>
            </a:r>
            <a:r>
              <a:rPr sz="2400" dirty="0">
                <a:latin typeface="Book Antiqua"/>
                <a:cs typeface="Book Antiqua"/>
              </a:rPr>
              <a:t>6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Book Antiqua"/>
                <a:cs typeface="Book Antiqua"/>
              </a:rPr>
              <a:t>r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45" dirty="0">
                <a:latin typeface="Book Antiqua"/>
                <a:cs typeface="Book Antiqua"/>
              </a:rPr>
              <a:t>c</a:t>
            </a:r>
            <a:r>
              <a:rPr sz="2400" dirty="0">
                <a:latin typeface="Book Antiqua"/>
                <a:cs typeface="Book Antiqua"/>
              </a:rPr>
              <a:t>h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30" dirty="0">
                <a:latin typeface="Book Antiqua"/>
                <a:cs typeface="Book Antiqua"/>
              </a:rPr>
              <a:t>x</a:t>
            </a:r>
            <a:r>
              <a:rPr sz="2400" spc="5" dirty="0">
                <a:latin typeface="Book Antiqua"/>
                <a:cs typeface="Book Antiqua"/>
              </a:rPr>
              <a:t>t</a:t>
            </a:r>
            <a:r>
              <a:rPr sz="2400" spc="95" dirty="0">
                <a:latin typeface="Book Antiqua"/>
                <a:cs typeface="Book Antiqua"/>
              </a:rPr>
              <a:t>e</a:t>
            </a:r>
            <a:r>
              <a:rPr sz="2400" spc="90" dirty="0">
                <a:latin typeface="Book Antiqua"/>
                <a:cs typeface="Book Antiqua"/>
              </a:rPr>
              <a:t>n</a:t>
            </a:r>
            <a:r>
              <a:rPr sz="2400" spc="125" dirty="0">
                <a:latin typeface="Book Antiqua"/>
                <a:cs typeface="Book Antiqua"/>
              </a:rPr>
              <a:t>d</a:t>
            </a:r>
            <a:r>
              <a:rPr sz="2400" spc="11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Book Antiqua"/>
                <a:cs typeface="Book Antiqua"/>
              </a:rPr>
              <a:t>effe</a:t>
            </a:r>
            <a:r>
              <a:rPr sz="2400" spc="25" dirty="0">
                <a:latin typeface="Book Antiqua"/>
                <a:cs typeface="Book Antiqua"/>
              </a:rPr>
              <a:t>c</a:t>
            </a:r>
            <a:r>
              <a:rPr sz="2400" dirty="0">
                <a:latin typeface="Book Antiqua"/>
                <a:cs typeface="Book Antiqua"/>
              </a:rPr>
              <a:t>t</a:t>
            </a:r>
          </a:p>
          <a:p>
            <a:pPr marL="355600" indent="-342900">
              <a:lnSpc>
                <a:spcPts val="2875"/>
              </a:lnSpc>
              <a:spcBef>
                <a:spcPts val="6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spc="105" dirty="0">
                <a:latin typeface="Book Antiqua"/>
                <a:cs typeface="Book Antiqua"/>
              </a:rPr>
              <a:t>0.</a:t>
            </a:r>
            <a:r>
              <a:rPr sz="2400" dirty="0">
                <a:latin typeface="Book Antiqua"/>
                <a:cs typeface="Book Antiqua"/>
              </a:rPr>
              <a:t>2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Book Antiqua"/>
                <a:cs typeface="Book Antiqua"/>
              </a:rPr>
              <a:t>p</a:t>
            </a:r>
            <a:r>
              <a:rPr sz="2400" spc="80" dirty="0">
                <a:latin typeface="Book Antiqua"/>
                <a:cs typeface="Book Antiqua"/>
              </a:rPr>
              <a:t>r</a:t>
            </a:r>
            <a:r>
              <a:rPr sz="2400" spc="85" dirty="0">
                <a:latin typeface="Book Antiqua"/>
                <a:cs typeface="Book Antiqua"/>
              </a:rPr>
              <a:t>o</a:t>
            </a:r>
            <a:r>
              <a:rPr sz="2400" spc="75" dirty="0">
                <a:latin typeface="Book Antiqua"/>
                <a:cs typeface="Book Antiqua"/>
              </a:rPr>
              <a:t>b</a:t>
            </a:r>
            <a:r>
              <a:rPr sz="2400" spc="5" dirty="0">
                <a:latin typeface="Book Antiqua"/>
                <a:cs typeface="Book Antiqua"/>
              </a:rPr>
              <a:t>a</a:t>
            </a:r>
            <a:r>
              <a:rPr sz="2400" spc="10" dirty="0">
                <a:latin typeface="Book Antiqua"/>
                <a:cs typeface="Book Antiqua"/>
              </a:rPr>
              <a:t>b</a:t>
            </a:r>
            <a:r>
              <a:rPr sz="2400" spc="15" dirty="0">
                <a:latin typeface="Book Antiqua"/>
                <a:cs typeface="Book Antiqua"/>
              </a:rPr>
              <a:t>i</a:t>
            </a:r>
            <a:r>
              <a:rPr sz="2400" spc="-5" dirty="0">
                <a:latin typeface="Book Antiqua"/>
                <a:cs typeface="Book Antiqua"/>
              </a:rPr>
              <a:t>l</a:t>
            </a:r>
            <a:r>
              <a:rPr sz="2400" spc="-100" dirty="0">
                <a:latin typeface="Book Antiqua"/>
                <a:cs typeface="Book Antiqua"/>
              </a:rPr>
              <a:t>it</a:t>
            </a:r>
            <a:r>
              <a:rPr sz="2400" dirty="0">
                <a:latin typeface="Book Antiqua"/>
                <a:cs typeface="Book Antiqua"/>
              </a:rPr>
              <a:t>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Book Antiqua"/>
                <a:cs typeface="Book Antiqua"/>
              </a:rPr>
              <a:t>m</a:t>
            </a:r>
            <a:r>
              <a:rPr sz="2400" spc="25" dirty="0">
                <a:latin typeface="Book Antiqua"/>
                <a:cs typeface="Book Antiqua"/>
              </a:rPr>
              <a:t>o</a:t>
            </a:r>
            <a:r>
              <a:rPr sz="2400" spc="30" dirty="0">
                <a:latin typeface="Book Antiqua"/>
                <a:cs typeface="Book Antiqua"/>
              </a:rPr>
              <a:t>v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ri</a:t>
            </a:r>
            <a:r>
              <a:rPr sz="2400" spc="-20" dirty="0">
                <a:latin typeface="Book Antiqua"/>
                <a:cs typeface="Book Antiqua"/>
              </a:rPr>
              <a:t>gh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Book Antiqua"/>
                <a:cs typeface="Book Antiqua"/>
              </a:rPr>
              <a:t>a</a:t>
            </a:r>
            <a:r>
              <a:rPr sz="2400" spc="65" dirty="0">
                <a:latin typeface="Book Antiqua"/>
                <a:cs typeface="Book Antiqua"/>
              </a:rPr>
              <a:t>n</a:t>
            </a:r>
            <a:r>
              <a:rPr sz="2400" spc="55" dirty="0">
                <a:latin typeface="Book Antiqua"/>
                <a:cs typeface="Book Antiqua"/>
              </a:rPr>
              <a:t>gl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204" dirty="0">
                <a:latin typeface="Book Antiqua"/>
                <a:cs typeface="Book Antiqua"/>
              </a:rPr>
              <a:t>e</a:t>
            </a:r>
            <a:r>
              <a:rPr sz="2400" spc="30" dirty="0">
                <a:latin typeface="Book Antiqua"/>
                <a:cs typeface="Book Antiqua"/>
              </a:rPr>
              <a:t>xt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15" dirty="0">
                <a:latin typeface="Book Antiqua"/>
                <a:cs typeface="Book Antiqua"/>
              </a:rPr>
              <a:t>n</a:t>
            </a:r>
            <a:r>
              <a:rPr sz="2400" spc="5" dirty="0">
                <a:latin typeface="Book Antiqua"/>
                <a:cs typeface="Book Antiqua"/>
              </a:rPr>
              <a:t>d</a:t>
            </a:r>
            <a:r>
              <a:rPr sz="2400" spc="145" dirty="0">
                <a:latin typeface="Book Antiqua"/>
                <a:cs typeface="Book Antiqua"/>
              </a:rPr>
              <a:t>ed</a:t>
            </a:r>
            <a:endParaRPr sz="2400" dirty="0">
              <a:latin typeface="Book Antiqua"/>
              <a:cs typeface="Book Antiqua"/>
            </a:endParaRPr>
          </a:p>
          <a:p>
            <a:pPr marL="355600">
              <a:lnSpc>
                <a:spcPts val="2875"/>
              </a:lnSpc>
            </a:pPr>
            <a:r>
              <a:rPr sz="2400" spc="-5" dirty="0">
                <a:latin typeface="Book Antiqua"/>
                <a:cs typeface="Book Antiqua"/>
              </a:rPr>
              <a:t>dir</a:t>
            </a:r>
            <a:r>
              <a:rPr sz="2400" spc="10" dirty="0">
                <a:latin typeface="Book Antiqua"/>
                <a:cs typeface="Book Antiqua"/>
              </a:rPr>
              <a:t>e</a:t>
            </a:r>
            <a:r>
              <a:rPr sz="2400" spc="20" dirty="0">
                <a:latin typeface="Book Antiqua"/>
                <a:cs typeface="Book Antiqua"/>
              </a:rPr>
              <a:t>c</a:t>
            </a:r>
            <a:r>
              <a:rPr sz="2400" spc="30" dirty="0">
                <a:latin typeface="Book Antiqua"/>
                <a:cs typeface="Book Antiqua"/>
              </a:rPr>
              <a:t>ti</a:t>
            </a:r>
            <a:r>
              <a:rPr sz="2400" spc="15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n</a:t>
            </a:r>
          </a:p>
          <a:p>
            <a:pPr marL="355600" indent="-342900">
              <a:lnSpc>
                <a:spcPct val="100000"/>
              </a:lnSpc>
              <a:spcBef>
                <a:spcPts val="610"/>
              </a:spcBef>
              <a:buFont typeface="Wingdings"/>
              <a:buChar char=""/>
              <a:tabLst>
                <a:tab pos="356235" algn="l"/>
              </a:tabLst>
            </a:pPr>
            <a:r>
              <a:rPr sz="2400" spc="-160" dirty="0">
                <a:latin typeface="Book Antiqua"/>
                <a:cs typeface="Book Antiqua"/>
              </a:rPr>
              <a:t>I</a:t>
            </a:r>
            <a:r>
              <a:rPr sz="2400" spc="-10" dirty="0">
                <a:latin typeface="Book Antiqua"/>
                <a:cs typeface="Book Antiqua"/>
              </a:rPr>
              <a:t>f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Book Antiqua"/>
                <a:cs typeface="Book Antiqua"/>
              </a:rPr>
              <a:t>a</a:t>
            </a:r>
            <a:r>
              <a:rPr sz="2400" spc="210" dirty="0">
                <a:latin typeface="Book Antiqua"/>
                <a:cs typeface="Book Antiqua"/>
              </a:rPr>
              <a:t>g</a:t>
            </a:r>
            <a:r>
              <a:rPr sz="2400" spc="170" dirty="0">
                <a:latin typeface="Book Antiqua"/>
                <a:cs typeface="Book Antiqua"/>
              </a:rPr>
              <a:t>e</a:t>
            </a:r>
            <a:r>
              <a:rPr sz="2400" spc="-45" dirty="0">
                <a:latin typeface="Book Antiqua"/>
                <a:cs typeface="Book Antiqua"/>
              </a:rPr>
              <a:t>n</a:t>
            </a:r>
            <a:r>
              <a:rPr sz="2400" spc="-4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Book Antiqua"/>
                <a:cs typeface="Book Antiqua"/>
              </a:rPr>
              <a:t>bum</a:t>
            </a:r>
            <a:r>
              <a:rPr sz="2400" spc="30" dirty="0">
                <a:latin typeface="Book Antiqua"/>
                <a:cs typeface="Book Antiqua"/>
              </a:rPr>
              <a:t>p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i</a:t>
            </a:r>
            <a:r>
              <a:rPr sz="2400" spc="-10" dirty="0">
                <a:latin typeface="Book Antiqua"/>
                <a:cs typeface="Book Antiqua"/>
              </a:rPr>
              <a:t>n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o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a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Book Antiqua"/>
                <a:cs typeface="Book Antiqua"/>
              </a:rPr>
              <a:t>w</a:t>
            </a:r>
            <a:r>
              <a:rPr sz="2400" spc="-100" dirty="0">
                <a:latin typeface="Book Antiqua"/>
                <a:cs typeface="Book Antiqua"/>
              </a:rPr>
              <a:t>al</a:t>
            </a:r>
            <a:r>
              <a:rPr sz="2400" spc="-65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Book Antiqua"/>
                <a:cs typeface="Book Antiqua"/>
              </a:rPr>
              <a:t>i</a:t>
            </a:r>
            <a:r>
              <a:rPr sz="2400" dirty="0">
                <a:latin typeface="Book Antiqua"/>
                <a:cs typeface="Book Antiqua"/>
              </a:rPr>
              <a:t>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Book Antiqua"/>
                <a:cs typeface="Book Antiqua"/>
              </a:rPr>
              <a:t>s</a:t>
            </a:r>
            <a:r>
              <a:rPr lang="en-IN" sz="2400" spc="-25" dirty="0">
                <a:latin typeface="Book Antiqua"/>
                <a:cs typeface="Book Antiqua"/>
              </a:rPr>
              <a:t>t</a:t>
            </a:r>
            <a:r>
              <a:rPr sz="2400" spc="-30" dirty="0" err="1">
                <a:latin typeface="Book Antiqua"/>
                <a:cs typeface="Book Antiqua"/>
              </a:rPr>
              <a:t>a</a:t>
            </a:r>
            <a:r>
              <a:rPr sz="2400" spc="-15" dirty="0" err="1">
                <a:latin typeface="Book Antiqua"/>
                <a:cs typeface="Book Antiqua"/>
              </a:rPr>
              <a:t>ys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spc="60" dirty="0">
                <a:latin typeface="Book Antiqua"/>
                <a:cs typeface="Book Antiqua"/>
              </a:rPr>
              <a:t>e</a:t>
            </a:r>
            <a:r>
              <a:rPr sz="2400" spc="55" dirty="0">
                <a:latin typeface="Book Antiqua"/>
                <a:cs typeface="Book Antiqua"/>
              </a:rPr>
              <a:t>r</a:t>
            </a:r>
            <a:r>
              <a:rPr sz="2400" dirty="0">
                <a:latin typeface="Book Antiqua"/>
                <a:cs typeface="Book Antiqua"/>
              </a:rPr>
              <a:t>e</a:t>
            </a:r>
          </a:p>
          <a:p>
            <a:pPr marL="355600" indent="-342900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spc="-60" dirty="0">
                <a:latin typeface="Book Antiqua"/>
                <a:cs typeface="Book Antiqua"/>
              </a:rPr>
              <a:t>Re</a:t>
            </a:r>
            <a:r>
              <a:rPr sz="2400" spc="-100" dirty="0">
                <a:latin typeface="Book Antiqua"/>
                <a:cs typeface="Book Antiqua"/>
              </a:rPr>
              <a:t>w</a:t>
            </a:r>
            <a:r>
              <a:rPr sz="2400" spc="30" dirty="0">
                <a:latin typeface="Book Antiqua"/>
                <a:cs typeface="Book Antiqua"/>
              </a:rPr>
              <a:t>ar</a:t>
            </a:r>
            <a:r>
              <a:rPr sz="2400" spc="25" dirty="0">
                <a:latin typeface="Book Antiqua"/>
                <a:cs typeface="Book Antiqua"/>
              </a:rPr>
              <a:t>d</a:t>
            </a:r>
            <a:r>
              <a:rPr sz="2400" dirty="0">
                <a:latin typeface="Book Antiqua"/>
                <a:cs typeface="Book Antiqua"/>
              </a:rPr>
              <a:t>:</a:t>
            </a:r>
          </a:p>
          <a:p>
            <a:pPr marL="812800" lvl="1" indent="-342900">
              <a:spcBef>
                <a:spcPts val="61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spc="20" dirty="0">
                <a:latin typeface="Book Antiqua"/>
                <a:cs typeface="Book Antiqua"/>
              </a:rPr>
              <a:t>Fo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Book Antiqua"/>
                <a:cs typeface="Book Antiqua"/>
              </a:rPr>
              <a:t>t</a:t>
            </a:r>
            <a:r>
              <a:rPr sz="2400" spc="-15" dirty="0">
                <a:latin typeface="Book Antiqua"/>
                <a:cs typeface="Book Antiqua"/>
              </a:rPr>
              <a:t>er</a:t>
            </a:r>
            <a:r>
              <a:rPr sz="2400" spc="-20" dirty="0">
                <a:latin typeface="Book Antiqua"/>
                <a:cs typeface="Book Antiqua"/>
              </a:rPr>
              <a:t>m</a:t>
            </a:r>
            <a:r>
              <a:rPr sz="2400" dirty="0">
                <a:latin typeface="Book Antiqua"/>
                <a:cs typeface="Book Antiqua"/>
              </a:rPr>
              <a:t>i</a:t>
            </a:r>
            <a:r>
              <a:rPr sz="2400" spc="-1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al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50" dirty="0">
                <a:latin typeface="Book Antiqua"/>
                <a:cs typeface="Book Antiqua"/>
              </a:rPr>
              <a:t>t</a:t>
            </a:r>
            <a:r>
              <a:rPr sz="2400" spc="7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235" dirty="0">
                <a:latin typeface="Book Antiqua"/>
                <a:cs typeface="Book Antiqua"/>
              </a:rPr>
              <a:t>+/</a:t>
            </a:r>
            <a:r>
              <a:rPr sz="2400" dirty="0">
                <a:latin typeface="Book Antiqua"/>
                <a:cs typeface="Book Antiqua"/>
              </a:rPr>
              <a:t>-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2</a:t>
            </a:r>
          </a:p>
          <a:p>
            <a:pPr marL="812800" lvl="1" indent="-342900">
              <a:spcBef>
                <a:spcPts val="6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spc="40" dirty="0">
                <a:latin typeface="Book Antiqua"/>
                <a:cs typeface="Book Antiqua"/>
              </a:rPr>
              <a:t>Oth</a:t>
            </a:r>
            <a:r>
              <a:rPr sz="2400" spc="5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st</a:t>
            </a:r>
            <a:r>
              <a:rPr sz="2400" spc="80" dirty="0">
                <a:latin typeface="Book Antiqua"/>
                <a:cs typeface="Book Antiqua"/>
              </a:rPr>
              <a:t>at</a:t>
            </a:r>
            <a:r>
              <a:rPr sz="2400" spc="100" dirty="0">
                <a:latin typeface="Book Antiqua"/>
                <a:cs typeface="Book Antiqua"/>
              </a:rPr>
              <a:t>e</a:t>
            </a:r>
            <a:r>
              <a:rPr sz="2400" spc="70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Book Antiqua"/>
                <a:cs typeface="Book Antiqua"/>
              </a:rPr>
              <a:t>: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85" dirty="0">
                <a:latin typeface="Book Antiqua"/>
                <a:cs typeface="Book Antiqua"/>
              </a:rPr>
              <a:t>-</a:t>
            </a:r>
            <a:r>
              <a:rPr sz="2400" spc="80" dirty="0">
                <a:latin typeface="Book Antiqua"/>
                <a:cs typeface="Book Antiqua"/>
              </a:rPr>
              <a:t>0.5</a:t>
            </a:r>
            <a:endParaRPr sz="2400" dirty="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53450" y="506083"/>
            <a:ext cx="3508004" cy="54825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28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90320">
              <a:lnSpc>
                <a:spcPct val="100000"/>
              </a:lnSpc>
            </a:pPr>
            <a:r>
              <a:rPr spc="-55" dirty="0"/>
              <a:t>Va</a:t>
            </a:r>
            <a:r>
              <a:rPr spc="-25" dirty="0"/>
              <a:t>l</a:t>
            </a:r>
            <a:r>
              <a:rPr spc="-55" dirty="0"/>
              <a:t>u</a:t>
            </a:r>
            <a:r>
              <a:rPr spc="-25" dirty="0"/>
              <a:t>e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spc="-65" dirty="0"/>
              <a:t>C</a:t>
            </a:r>
            <a:r>
              <a:rPr spc="-55" dirty="0"/>
              <a:t>o</a:t>
            </a:r>
            <a:r>
              <a:rPr spc="-70" dirty="0"/>
              <a:t>m</a:t>
            </a:r>
            <a:r>
              <a:rPr spc="-55" dirty="0"/>
              <a:t>pu</a:t>
            </a:r>
            <a:r>
              <a:rPr spc="-35" dirty="0"/>
              <a:t>t</a:t>
            </a:r>
            <a:r>
              <a:rPr spc="-55" dirty="0"/>
              <a:t>a</a:t>
            </a:r>
            <a:r>
              <a:rPr spc="-35" dirty="0"/>
              <a:t>t</a:t>
            </a:r>
            <a:r>
              <a:rPr spc="-25" dirty="0"/>
              <a:t>i</a:t>
            </a:r>
            <a:r>
              <a:rPr spc="-55" dirty="0"/>
              <a:t>o</a:t>
            </a:r>
            <a:r>
              <a:rPr spc="-45" dirty="0"/>
              <a:t>n</a:t>
            </a:r>
            <a:r>
              <a:rPr spc="-15" dirty="0"/>
              <a:t>:</a:t>
            </a:r>
            <a:r>
              <a:rPr spc="130" dirty="0">
                <a:latin typeface="Times New Roman"/>
                <a:cs typeface="Times New Roman"/>
              </a:rPr>
              <a:t> </a:t>
            </a:r>
            <a:r>
              <a:rPr spc="-40" dirty="0"/>
              <a:t>st</a:t>
            </a:r>
            <a:r>
              <a:rPr spc="-55" dirty="0"/>
              <a:t>a</a:t>
            </a:r>
            <a:r>
              <a:rPr spc="-10" dirty="0"/>
              <a:t>t</a:t>
            </a:r>
            <a:r>
              <a:rPr spc="-25" dirty="0"/>
              <a:t>e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spc="-40" dirty="0"/>
              <a:t>(</a:t>
            </a:r>
            <a:r>
              <a:rPr spc="-55" dirty="0"/>
              <a:t>1</a:t>
            </a:r>
            <a:r>
              <a:rPr spc="-15" dirty="0"/>
              <a:t>,</a:t>
            </a:r>
            <a:r>
              <a:rPr spc="125" dirty="0">
                <a:latin typeface="Times New Roman"/>
                <a:cs typeface="Times New Roman"/>
              </a:rPr>
              <a:t> </a:t>
            </a:r>
            <a:r>
              <a:rPr spc="-50" dirty="0"/>
              <a:t>1)</a:t>
            </a: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05599" y="1828790"/>
            <a:ext cx="2177796" cy="16438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9561" y="3575810"/>
            <a:ext cx="6057899" cy="12726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68371" y="4848974"/>
            <a:ext cx="4963789" cy="12412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07580" y="3324377"/>
            <a:ext cx="1317626" cy="8094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21229" y="4167393"/>
            <a:ext cx="1061834" cy="10509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046969" y="5218240"/>
            <a:ext cx="941399" cy="10398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39456" y="2584704"/>
            <a:ext cx="2223515" cy="12451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81609" y="2708513"/>
            <a:ext cx="2000250" cy="1059180"/>
          </a:xfrm>
          <a:custGeom>
            <a:avLst/>
            <a:gdLst/>
            <a:ahLst/>
            <a:cxnLst/>
            <a:rect l="l" t="t" r="r" b="b"/>
            <a:pathLst>
              <a:path w="2000250" h="1059179">
                <a:moveTo>
                  <a:pt x="1988210" y="0"/>
                </a:moveTo>
                <a:lnTo>
                  <a:pt x="0" y="1036594"/>
                </a:lnTo>
                <a:lnTo>
                  <a:pt x="11826" y="1059058"/>
                </a:lnTo>
                <a:lnTo>
                  <a:pt x="1999884" y="22494"/>
                </a:lnTo>
                <a:lnTo>
                  <a:pt x="1988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880975" y="2702692"/>
            <a:ext cx="49530" cy="51435"/>
          </a:xfrm>
          <a:custGeom>
            <a:avLst/>
            <a:gdLst/>
            <a:ahLst/>
            <a:cxnLst/>
            <a:rect l="l" t="t" r="r" b="b"/>
            <a:pathLst>
              <a:path w="49529" h="51435">
                <a:moveTo>
                  <a:pt x="49164" y="0"/>
                </a:moveTo>
                <a:lnTo>
                  <a:pt x="0" y="0"/>
                </a:lnTo>
                <a:lnTo>
                  <a:pt x="11826" y="22463"/>
                </a:lnTo>
                <a:lnTo>
                  <a:pt x="518" y="28315"/>
                </a:lnTo>
                <a:lnTo>
                  <a:pt x="12313" y="50932"/>
                </a:lnTo>
                <a:lnTo>
                  <a:pt x="491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869820" y="2702692"/>
            <a:ext cx="23495" cy="28575"/>
          </a:xfrm>
          <a:custGeom>
            <a:avLst/>
            <a:gdLst/>
            <a:ahLst/>
            <a:cxnLst/>
            <a:rect l="l" t="t" r="r" b="b"/>
            <a:pathLst>
              <a:path w="23495" h="28575">
                <a:moveTo>
                  <a:pt x="11155" y="0"/>
                </a:moveTo>
                <a:lnTo>
                  <a:pt x="0" y="5821"/>
                </a:lnTo>
                <a:lnTo>
                  <a:pt x="11673" y="28315"/>
                </a:lnTo>
                <a:lnTo>
                  <a:pt x="22981" y="22463"/>
                </a:lnTo>
                <a:lnTo>
                  <a:pt x="11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857993" y="2684647"/>
            <a:ext cx="85725" cy="24130"/>
          </a:xfrm>
          <a:custGeom>
            <a:avLst/>
            <a:gdLst/>
            <a:ahLst/>
            <a:cxnLst/>
            <a:rect l="l" t="t" r="r" b="b"/>
            <a:pathLst>
              <a:path w="85725" h="24130">
                <a:moveTo>
                  <a:pt x="85222" y="0"/>
                </a:moveTo>
                <a:lnTo>
                  <a:pt x="0" y="1402"/>
                </a:lnTo>
                <a:lnTo>
                  <a:pt x="11826" y="23865"/>
                </a:lnTo>
                <a:lnTo>
                  <a:pt x="22981" y="18044"/>
                </a:lnTo>
                <a:lnTo>
                  <a:pt x="72146" y="18044"/>
                </a:lnTo>
                <a:lnTo>
                  <a:pt x="852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866888" y="3584447"/>
            <a:ext cx="2060448" cy="5806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10077" y="3687958"/>
            <a:ext cx="1825625" cy="414655"/>
          </a:xfrm>
          <a:custGeom>
            <a:avLst/>
            <a:gdLst/>
            <a:ahLst/>
            <a:cxnLst/>
            <a:rect l="l" t="t" r="r" b="b"/>
            <a:pathLst>
              <a:path w="1825625" h="414654">
                <a:moveTo>
                  <a:pt x="1820417" y="0"/>
                </a:moveTo>
                <a:lnTo>
                  <a:pt x="0" y="389634"/>
                </a:lnTo>
                <a:lnTo>
                  <a:pt x="5333" y="414399"/>
                </a:lnTo>
                <a:lnTo>
                  <a:pt x="1825630" y="24749"/>
                </a:lnTo>
                <a:lnTo>
                  <a:pt x="18204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735708" y="3685275"/>
            <a:ext cx="71120" cy="52705"/>
          </a:xfrm>
          <a:custGeom>
            <a:avLst/>
            <a:gdLst/>
            <a:ahLst/>
            <a:cxnLst/>
            <a:rect l="l" t="t" r="r" b="b"/>
            <a:pathLst>
              <a:path w="71120" h="52704">
                <a:moveTo>
                  <a:pt x="70713" y="0"/>
                </a:moveTo>
                <a:lnTo>
                  <a:pt x="7101" y="0"/>
                </a:lnTo>
                <a:lnTo>
                  <a:pt x="12435" y="24780"/>
                </a:lnTo>
                <a:lnTo>
                  <a:pt x="0" y="27431"/>
                </a:lnTo>
                <a:lnTo>
                  <a:pt x="5333" y="52334"/>
                </a:lnTo>
                <a:lnTo>
                  <a:pt x="707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730495" y="3685275"/>
            <a:ext cx="17780" cy="27940"/>
          </a:xfrm>
          <a:custGeom>
            <a:avLst/>
            <a:gdLst/>
            <a:ahLst/>
            <a:cxnLst/>
            <a:rect l="l" t="t" r="r" b="b"/>
            <a:pathLst>
              <a:path w="17779" h="27939">
                <a:moveTo>
                  <a:pt x="12313" y="0"/>
                </a:moveTo>
                <a:lnTo>
                  <a:pt x="0" y="2682"/>
                </a:lnTo>
                <a:lnTo>
                  <a:pt x="5212" y="27431"/>
                </a:lnTo>
                <a:lnTo>
                  <a:pt x="17647" y="24780"/>
                </a:lnTo>
                <a:lnTo>
                  <a:pt x="123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725162" y="3663055"/>
            <a:ext cx="82550" cy="25400"/>
          </a:xfrm>
          <a:custGeom>
            <a:avLst/>
            <a:gdLst/>
            <a:ahLst/>
            <a:cxnLst/>
            <a:rect l="l" t="t" r="r" b="b"/>
            <a:pathLst>
              <a:path w="82550" h="25400">
                <a:moveTo>
                  <a:pt x="0" y="0"/>
                </a:moveTo>
                <a:lnTo>
                  <a:pt x="5333" y="24902"/>
                </a:lnTo>
                <a:lnTo>
                  <a:pt x="17647" y="22219"/>
                </a:lnTo>
                <a:lnTo>
                  <a:pt x="81259" y="22219"/>
                </a:lnTo>
                <a:lnTo>
                  <a:pt x="82417" y="213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812023" y="4357115"/>
            <a:ext cx="2028444" cy="4754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639939" y="4693158"/>
            <a:ext cx="73660" cy="25400"/>
          </a:xfrm>
          <a:custGeom>
            <a:avLst/>
            <a:gdLst/>
            <a:ahLst/>
            <a:cxnLst/>
            <a:rect l="l" t="t" r="r" b="b"/>
            <a:pathLst>
              <a:path w="73659" h="25400">
                <a:moveTo>
                  <a:pt x="4053" y="0"/>
                </a:moveTo>
                <a:lnTo>
                  <a:pt x="0" y="25145"/>
                </a:lnTo>
                <a:lnTo>
                  <a:pt x="73670" y="2036"/>
                </a:lnTo>
                <a:lnTo>
                  <a:pt x="16520" y="2036"/>
                </a:lnTo>
                <a:lnTo>
                  <a:pt x="4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643993" y="4668142"/>
            <a:ext cx="16510" cy="27305"/>
          </a:xfrm>
          <a:custGeom>
            <a:avLst/>
            <a:gdLst/>
            <a:ahLst/>
            <a:cxnLst/>
            <a:rect l="l" t="t" r="r" b="b"/>
            <a:pathLst>
              <a:path w="16509" h="27304">
                <a:moveTo>
                  <a:pt x="3931" y="0"/>
                </a:moveTo>
                <a:lnTo>
                  <a:pt x="0" y="25014"/>
                </a:lnTo>
                <a:lnTo>
                  <a:pt x="12466" y="27050"/>
                </a:lnTo>
                <a:lnTo>
                  <a:pt x="16520" y="2023"/>
                </a:lnTo>
                <a:lnTo>
                  <a:pt x="3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647925" y="4642997"/>
            <a:ext cx="73660" cy="52705"/>
          </a:xfrm>
          <a:custGeom>
            <a:avLst/>
            <a:gdLst/>
            <a:ahLst/>
            <a:cxnLst/>
            <a:rect l="l" t="t" r="r" b="b"/>
            <a:pathLst>
              <a:path w="73659" h="52704">
                <a:moveTo>
                  <a:pt x="4084" y="0"/>
                </a:moveTo>
                <a:lnTo>
                  <a:pt x="0" y="25145"/>
                </a:lnTo>
                <a:lnTo>
                  <a:pt x="12588" y="27169"/>
                </a:lnTo>
                <a:lnTo>
                  <a:pt x="8534" y="52196"/>
                </a:lnTo>
                <a:lnTo>
                  <a:pt x="65684" y="52196"/>
                </a:lnTo>
                <a:lnTo>
                  <a:pt x="73304" y="49779"/>
                </a:lnTo>
                <a:lnTo>
                  <a:pt x="4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854939" y="4379464"/>
            <a:ext cx="1793239" cy="313690"/>
          </a:xfrm>
          <a:custGeom>
            <a:avLst/>
            <a:gdLst/>
            <a:ahLst/>
            <a:cxnLst/>
            <a:rect l="l" t="t" r="r" b="b"/>
            <a:pathLst>
              <a:path w="1793240" h="313689">
                <a:moveTo>
                  <a:pt x="4084" y="0"/>
                </a:moveTo>
                <a:lnTo>
                  <a:pt x="0" y="25027"/>
                </a:lnTo>
                <a:lnTo>
                  <a:pt x="1789054" y="313694"/>
                </a:lnTo>
                <a:lnTo>
                  <a:pt x="1792985" y="288679"/>
                </a:lnTo>
                <a:lnTo>
                  <a:pt x="4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839456" y="4658867"/>
            <a:ext cx="2223515" cy="12192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857993" y="5714929"/>
            <a:ext cx="85725" cy="23495"/>
          </a:xfrm>
          <a:custGeom>
            <a:avLst/>
            <a:gdLst/>
            <a:ahLst/>
            <a:cxnLst/>
            <a:rect l="l" t="t" r="r" b="b"/>
            <a:pathLst>
              <a:path w="85725" h="23495">
                <a:moveTo>
                  <a:pt x="11551" y="0"/>
                </a:moveTo>
                <a:lnTo>
                  <a:pt x="0" y="22655"/>
                </a:lnTo>
                <a:lnTo>
                  <a:pt x="85222" y="23240"/>
                </a:lnTo>
                <a:lnTo>
                  <a:pt x="72268" y="5760"/>
                </a:lnTo>
                <a:lnTo>
                  <a:pt x="22859" y="5760"/>
                </a:lnTo>
                <a:lnTo>
                  <a:pt x="11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869545" y="5692271"/>
            <a:ext cx="22860" cy="28575"/>
          </a:xfrm>
          <a:custGeom>
            <a:avLst/>
            <a:gdLst/>
            <a:ahLst/>
            <a:cxnLst/>
            <a:rect l="l" t="t" r="r" b="b"/>
            <a:pathLst>
              <a:path w="22859" h="28575">
                <a:moveTo>
                  <a:pt x="11429" y="0"/>
                </a:moveTo>
                <a:lnTo>
                  <a:pt x="0" y="22658"/>
                </a:lnTo>
                <a:lnTo>
                  <a:pt x="11308" y="28419"/>
                </a:lnTo>
                <a:lnTo>
                  <a:pt x="22859" y="5785"/>
                </a:lnTo>
                <a:lnTo>
                  <a:pt x="114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880853" y="5669660"/>
            <a:ext cx="49530" cy="51435"/>
          </a:xfrm>
          <a:custGeom>
            <a:avLst/>
            <a:gdLst/>
            <a:ahLst/>
            <a:cxnLst/>
            <a:rect l="l" t="t" r="r" b="b"/>
            <a:pathLst>
              <a:path w="49529" h="51435">
                <a:moveTo>
                  <a:pt x="11673" y="0"/>
                </a:moveTo>
                <a:lnTo>
                  <a:pt x="121" y="22610"/>
                </a:lnTo>
                <a:lnTo>
                  <a:pt x="11551" y="28395"/>
                </a:lnTo>
                <a:lnTo>
                  <a:pt x="0" y="51029"/>
                </a:lnTo>
                <a:lnTo>
                  <a:pt x="49408" y="51029"/>
                </a:lnTo>
                <a:lnTo>
                  <a:pt x="116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881762" y="4681478"/>
            <a:ext cx="1999614" cy="1033780"/>
          </a:xfrm>
          <a:custGeom>
            <a:avLst/>
            <a:gdLst/>
            <a:ahLst/>
            <a:cxnLst/>
            <a:rect l="l" t="t" r="r" b="b"/>
            <a:pathLst>
              <a:path w="1999615" h="1033779">
                <a:moveTo>
                  <a:pt x="11551" y="0"/>
                </a:moveTo>
                <a:lnTo>
                  <a:pt x="0" y="22597"/>
                </a:lnTo>
                <a:lnTo>
                  <a:pt x="1987783" y="1033451"/>
                </a:lnTo>
                <a:lnTo>
                  <a:pt x="1999213" y="1010792"/>
                </a:lnTo>
                <a:lnTo>
                  <a:pt x="11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414881" y="6311761"/>
            <a:ext cx="347660" cy="34766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26648" y="835533"/>
            <a:ext cx="5303520" cy="81114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807580" y="2231806"/>
            <a:ext cx="1437894" cy="78760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0">
              <a:lnSpc>
                <a:spcPct val="100000"/>
              </a:lnSpc>
            </a:pPr>
            <a:r>
              <a:rPr dirty="0">
                <a:latin typeface="Arial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7565">
              <a:lnSpc>
                <a:spcPct val="100000"/>
              </a:lnSpc>
            </a:pPr>
            <a:r>
              <a:rPr spc="-55" dirty="0"/>
              <a:t>Va</a:t>
            </a:r>
            <a:r>
              <a:rPr spc="-25" dirty="0"/>
              <a:t>l</a:t>
            </a:r>
            <a:r>
              <a:rPr spc="-55" dirty="0"/>
              <a:t>u</a:t>
            </a:r>
            <a:r>
              <a:rPr spc="-25" dirty="0"/>
              <a:t>e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spc="-65" dirty="0"/>
              <a:t>C</a:t>
            </a:r>
            <a:r>
              <a:rPr spc="-55" dirty="0"/>
              <a:t>o</a:t>
            </a:r>
            <a:r>
              <a:rPr spc="-70" dirty="0"/>
              <a:t>m</a:t>
            </a:r>
            <a:r>
              <a:rPr spc="-55" dirty="0"/>
              <a:t>pu</a:t>
            </a:r>
            <a:r>
              <a:rPr spc="-35" dirty="0"/>
              <a:t>t</a:t>
            </a:r>
            <a:r>
              <a:rPr spc="-55" dirty="0"/>
              <a:t>a</a:t>
            </a:r>
            <a:r>
              <a:rPr spc="-35" dirty="0"/>
              <a:t>t</a:t>
            </a:r>
            <a:r>
              <a:rPr spc="-25" dirty="0"/>
              <a:t>i</a:t>
            </a:r>
            <a:r>
              <a:rPr spc="-55" dirty="0"/>
              <a:t>o</a:t>
            </a:r>
            <a:r>
              <a:rPr spc="-45" dirty="0"/>
              <a:t>n</a:t>
            </a:r>
            <a:r>
              <a:rPr spc="-15" dirty="0"/>
              <a:t>:</a:t>
            </a:r>
            <a:r>
              <a:rPr spc="135" dirty="0">
                <a:latin typeface="Times New Roman"/>
                <a:cs typeface="Times New Roman"/>
              </a:rPr>
              <a:t> </a:t>
            </a:r>
            <a:r>
              <a:rPr spc="-40" dirty="0"/>
              <a:t>st</a:t>
            </a:r>
            <a:r>
              <a:rPr spc="-55" dirty="0"/>
              <a:t>a</a:t>
            </a:r>
            <a:r>
              <a:rPr spc="-10" dirty="0"/>
              <a:t>t</a:t>
            </a:r>
            <a:r>
              <a:rPr spc="-25" dirty="0"/>
              <a:t>e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spc="-40" dirty="0"/>
              <a:t>(</a:t>
            </a:r>
            <a:r>
              <a:rPr spc="-55" dirty="0"/>
              <a:t>1</a:t>
            </a:r>
            <a:r>
              <a:rPr spc="-15" dirty="0"/>
              <a:t>,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spc="-50" dirty="0"/>
              <a:t>1)</a:t>
            </a: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05599" y="1828790"/>
            <a:ext cx="2177796" cy="16438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807580" y="3324377"/>
            <a:ext cx="1317626" cy="8094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21229" y="4167393"/>
            <a:ext cx="1061834" cy="10509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46969" y="5218240"/>
            <a:ext cx="941399" cy="10398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39456" y="2584704"/>
            <a:ext cx="2223515" cy="12451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1609" y="2708513"/>
            <a:ext cx="2000250" cy="1059180"/>
          </a:xfrm>
          <a:custGeom>
            <a:avLst/>
            <a:gdLst/>
            <a:ahLst/>
            <a:cxnLst/>
            <a:rect l="l" t="t" r="r" b="b"/>
            <a:pathLst>
              <a:path w="2000250" h="1059179">
                <a:moveTo>
                  <a:pt x="1988210" y="0"/>
                </a:moveTo>
                <a:lnTo>
                  <a:pt x="0" y="1036594"/>
                </a:lnTo>
                <a:lnTo>
                  <a:pt x="11826" y="1059058"/>
                </a:lnTo>
                <a:lnTo>
                  <a:pt x="1999884" y="22494"/>
                </a:lnTo>
                <a:lnTo>
                  <a:pt x="1988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880975" y="2702692"/>
            <a:ext cx="49530" cy="51435"/>
          </a:xfrm>
          <a:custGeom>
            <a:avLst/>
            <a:gdLst/>
            <a:ahLst/>
            <a:cxnLst/>
            <a:rect l="l" t="t" r="r" b="b"/>
            <a:pathLst>
              <a:path w="49529" h="51435">
                <a:moveTo>
                  <a:pt x="49164" y="0"/>
                </a:moveTo>
                <a:lnTo>
                  <a:pt x="0" y="0"/>
                </a:lnTo>
                <a:lnTo>
                  <a:pt x="11826" y="22463"/>
                </a:lnTo>
                <a:lnTo>
                  <a:pt x="518" y="28315"/>
                </a:lnTo>
                <a:lnTo>
                  <a:pt x="12313" y="50932"/>
                </a:lnTo>
                <a:lnTo>
                  <a:pt x="491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869820" y="2702692"/>
            <a:ext cx="23495" cy="28575"/>
          </a:xfrm>
          <a:custGeom>
            <a:avLst/>
            <a:gdLst/>
            <a:ahLst/>
            <a:cxnLst/>
            <a:rect l="l" t="t" r="r" b="b"/>
            <a:pathLst>
              <a:path w="23495" h="28575">
                <a:moveTo>
                  <a:pt x="11155" y="0"/>
                </a:moveTo>
                <a:lnTo>
                  <a:pt x="0" y="5821"/>
                </a:lnTo>
                <a:lnTo>
                  <a:pt x="11673" y="28315"/>
                </a:lnTo>
                <a:lnTo>
                  <a:pt x="22981" y="22463"/>
                </a:lnTo>
                <a:lnTo>
                  <a:pt x="11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857993" y="2684647"/>
            <a:ext cx="85725" cy="24130"/>
          </a:xfrm>
          <a:custGeom>
            <a:avLst/>
            <a:gdLst/>
            <a:ahLst/>
            <a:cxnLst/>
            <a:rect l="l" t="t" r="r" b="b"/>
            <a:pathLst>
              <a:path w="85725" h="24130">
                <a:moveTo>
                  <a:pt x="85222" y="0"/>
                </a:moveTo>
                <a:lnTo>
                  <a:pt x="0" y="1402"/>
                </a:lnTo>
                <a:lnTo>
                  <a:pt x="11826" y="23865"/>
                </a:lnTo>
                <a:lnTo>
                  <a:pt x="22981" y="18044"/>
                </a:lnTo>
                <a:lnTo>
                  <a:pt x="72146" y="18044"/>
                </a:lnTo>
                <a:lnTo>
                  <a:pt x="852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866888" y="3584447"/>
            <a:ext cx="2060448" cy="5806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910077" y="3687958"/>
            <a:ext cx="1825625" cy="414655"/>
          </a:xfrm>
          <a:custGeom>
            <a:avLst/>
            <a:gdLst/>
            <a:ahLst/>
            <a:cxnLst/>
            <a:rect l="l" t="t" r="r" b="b"/>
            <a:pathLst>
              <a:path w="1825625" h="414654">
                <a:moveTo>
                  <a:pt x="1820417" y="0"/>
                </a:moveTo>
                <a:lnTo>
                  <a:pt x="0" y="389634"/>
                </a:lnTo>
                <a:lnTo>
                  <a:pt x="5333" y="414399"/>
                </a:lnTo>
                <a:lnTo>
                  <a:pt x="1825630" y="24749"/>
                </a:lnTo>
                <a:lnTo>
                  <a:pt x="18204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735708" y="3685275"/>
            <a:ext cx="71120" cy="52705"/>
          </a:xfrm>
          <a:custGeom>
            <a:avLst/>
            <a:gdLst/>
            <a:ahLst/>
            <a:cxnLst/>
            <a:rect l="l" t="t" r="r" b="b"/>
            <a:pathLst>
              <a:path w="71120" h="52704">
                <a:moveTo>
                  <a:pt x="70713" y="0"/>
                </a:moveTo>
                <a:lnTo>
                  <a:pt x="7101" y="0"/>
                </a:lnTo>
                <a:lnTo>
                  <a:pt x="12435" y="24780"/>
                </a:lnTo>
                <a:lnTo>
                  <a:pt x="0" y="27431"/>
                </a:lnTo>
                <a:lnTo>
                  <a:pt x="5333" y="52334"/>
                </a:lnTo>
                <a:lnTo>
                  <a:pt x="707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30495" y="3685275"/>
            <a:ext cx="17780" cy="27940"/>
          </a:xfrm>
          <a:custGeom>
            <a:avLst/>
            <a:gdLst/>
            <a:ahLst/>
            <a:cxnLst/>
            <a:rect l="l" t="t" r="r" b="b"/>
            <a:pathLst>
              <a:path w="17779" h="27939">
                <a:moveTo>
                  <a:pt x="12313" y="0"/>
                </a:moveTo>
                <a:lnTo>
                  <a:pt x="0" y="2682"/>
                </a:lnTo>
                <a:lnTo>
                  <a:pt x="5212" y="27431"/>
                </a:lnTo>
                <a:lnTo>
                  <a:pt x="17647" y="24780"/>
                </a:lnTo>
                <a:lnTo>
                  <a:pt x="123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725162" y="3663055"/>
            <a:ext cx="82550" cy="25400"/>
          </a:xfrm>
          <a:custGeom>
            <a:avLst/>
            <a:gdLst/>
            <a:ahLst/>
            <a:cxnLst/>
            <a:rect l="l" t="t" r="r" b="b"/>
            <a:pathLst>
              <a:path w="82550" h="25400">
                <a:moveTo>
                  <a:pt x="0" y="0"/>
                </a:moveTo>
                <a:lnTo>
                  <a:pt x="5333" y="24902"/>
                </a:lnTo>
                <a:lnTo>
                  <a:pt x="17647" y="22219"/>
                </a:lnTo>
                <a:lnTo>
                  <a:pt x="81259" y="22219"/>
                </a:lnTo>
                <a:lnTo>
                  <a:pt x="82417" y="213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12023" y="4357115"/>
            <a:ext cx="2028444" cy="4754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639939" y="4693158"/>
            <a:ext cx="73660" cy="25400"/>
          </a:xfrm>
          <a:custGeom>
            <a:avLst/>
            <a:gdLst/>
            <a:ahLst/>
            <a:cxnLst/>
            <a:rect l="l" t="t" r="r" b="b"/>
            <a:pathLst>
              <a:path w="73659" h="25400">
                <a:moveTo>
                  <a:pt x="4053" y="0"/>
                </a:moveTo>
                <a:lnTo>
                  <a:pt x="0" y="25145"/>
                </a:lnTo>
                <a:lnTo>
                  <a:pt x="73670" y="2036"/>
                </a:lnTo>
                <a:lnTo>
                  <a:pt x="16520" y="2036"/>
                </a:lnTo>
                <a:lnTo>
                  <a:pt x="4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643993" y="4668142"/>
            <a:ext cx="16510" cy="27305"/>
          </a:xfrm>
          <a:custGeom>
            <a:avLst/>
            <a:gdLst/>
            <a:ahLst/>
            <a:cxnLst/>
            <a:rect l="l" t="t" r="r" b="b"/>
            <a:pathLst>
              <a:path w="16509" h="27304">
                <a:moveTo>
                  <a:pt x="3931" y="0"/>
                </a:moveTo>
                <a:lnTo>
                  <a:pt x="0" y="25014"/>
                </a:lnTo>
                <a:lnTo>
                  <a:pt x="12466" y="27050"/>
                </a:lnTo>
                <a:lnTo>
                  <a:pt x="16520" y="2023"/>
                </a:lnTo>
                <a:lnTo>
                  <a:pt x="3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647925" y="4642997"/>
            <a:ext cx="73660" cy="52705"/>
          </a:xfrm>
          <a:custGeom>
            <a:avLst/>
            <a:gdLst/>
            <a:ahLst/>
            <a:cxnLst/>
            <a:rect l="l" t="t" r="r" b="b"/>
            <a:pathLst>
              <a:path w="73659" h="52704">
                <a:moveTo>
                  <a:pt x="4084" y="0"/>
                </a:moveTo>
                <a:lnTo>
                  <a:pt x="0" y="25145"/>
                </a:lnTo>
                <a:lnTo>
                  <a:pt x="12588" y="27169"/>
                </a:lnTo>
                <a:lnTo>
                  <a:pt x="8534" y="52196"/>
                </a:lnTo>
                <a:lnTo>
                  <a:pt x="65684" y="52196"/>
                </a:lnTo>
                <a:lnTo>
                  <a:pt x="73304" y="49779"/>
                </a:lnTo>
                <a:lnTo>
                  <a:pt x="4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54939" y="4379464"/>
            <a:ext cx="1793239" cy="313690"/>
          </a:xfrm>
          <a:custGeom>
            <a:avLst/>
            <a:gdLst/>
            <a:ahLst/>
            <a:cxnLst/>
            <a:rect l="l" t="t" r="r" b="b"/>
            <a:pathLst>
              <a:path w="1793240" h="313689">
                <a:moveTo>
                  <a:pt x="4084" y="0"/>
                </a:moveTo>
                <a:lnTo>
                  <a:pt x="0" y="25027"/>
                </a:lnTo>
                <a:lnTo>
                  <a:pt x="1789054" y="313694"/>
                </a:lnTo>
                <a:lnTo>
                  <a:pt x="1792985" y="288679"/>
                </a:lnTo>
                <a:lnTo>
                  <a:pt x="4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839456" y="4658867"/>
            <a:ext cx="2223515" cy="1219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857993" y="5714929"/>
            <a:ext cx="85725" cy="23495"/>
          </a:xfrm>
          <a:custGeom>
            <a:avLst/>
            <a:gdLst/>
            <a:ahLst/>
            <a:cxnLst/>
            <a:rect l="l" t="t" r="r" b="b"/>
            <a:pathLst>
              <a:path w="85725" h="23495">
                <a:moveTo>
                  <a:pt x="11551" y="0"/>
                </a:moveTo>
                <a:lnTo>
                  <a:pt x="0" y="22655"/>
                </a:lnTo>
                <a:lnTo>
                  <a:pt x="85222" y="23240"/>
                </a:lnTo>
                <a:lnTo>
                  <a:pt x="72268" y="5760"/>
                </a:lnTo>
                <a:lnTo>
                  <a:pt x="22859" y="5760"/>
                </a:lnTo>
                <a:lnTo>
                  <a:pt x="11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869545" y="5692271"/>
            <a:ext cx="22860" cy="28575"/>
          </a:xfrm>
          <a:custGeom>
            <a:avLst/>
            <a:gdLst/>
            <a:ahLst/>
            <a:cxnLst/>
            <a:rect l="l" t="t" r="r" b="b"/>
            <a:pathLst>
              <a:path w="22859" h="28575">
                <a:moveTo>
                  <a:pt x="11429" y="0"/>
                </a:moveTo>
                <a:lnTo>
                  <a:pt x="0" y="22658"/>
                </a:lnTo>
                <a:lnTo>
                  <a:pt x="11308" y="28419"/>
                </a:lnTo>
                <a:lnTo>
                  <a:pt x="22859" y="5785"/>
                </a:lnTo>
                <a:lnTo>
                  <a:pt x="114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880853" y="5669660"/>
            <a:ext cx="49530" cy="51435"/>
          </a:xfrm>
          <a:custGeom>
            <a:avLst/>
            <a:gdLst/>
            <a:ahLst/>
            <a:cxnLst/>
            <a:rect l="l" t="t" r="r" b="b"/>
            <a:pathLst>
              <a:path w="49529" h="51435">
                <a:moveTo>
                  <a:pt x="11673" y="0"/>
                </a:moveTo>
                <a:lnTo>
                  <a:pt x="121" y="22610"/>
                </a:lnTo>
                <a:lnTo>
                  <a:pt x="11551" y="28395"/>
                </a:lnTo>
                <a:lnTo>
                  <a:pt x="0" y="51029"/>
                </a:lnTo>
                <a:lnTo>
                  <a:pt x="49408" y="51029"/>
                </a:lnTo>
                <a:lnTo>
                  <a:pt x="116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881762" y="4681478"/>
            <a:ext cx="1999614" cy="1033780"/>
          </a:xfrm>
          <a:custGeom>
            <a:avLst/>
            <a:gdLst/>
            <a:ahLst/>
            <a:cxnLst/>
            <a:rect l="l" t="t" r="r" b="b"/>
            <a:pathLst>
              <a:path w="1999615" h="1033779">
                <a:moveTo>
                  <a:pt x="11551" y="0"/>
                </a:moveTo>
                <a:lnTo>
                  <a:pt x="0" y="22597"/>
                </a:lnTo>
                <a:lnTo>
                  <a:pt x="1987783" y="1033451"/>
                </a:lnTo>
                <a:lnTo>
                  <a:pt x="1999213" y="1010792"/>
                </a:lnTo>
                <a:lnTo>
                  <a:pt x="11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331591" y="4969992"/>
            <a:ext cx="5084947" cy="128765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86268" y="3519806"/>
            <a:ext cx="7036551" cy="128803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676651" y="913585"/>
            <a:ext cx="4342130" cy="549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9915" algn="l"/>
                <a:tab pos="1884045" algn="l"/>
              </a:tabLst>
            </a:pPr>
            <a:r>
              <a:rPr sz="3225" i="1" spc="-22" baseline="-3875" dirty="0">
                <a:latin typeface="Times New Roman"/>
                <a:cs typeface="Times New Roman"/>
              </a:rPr>
              <a:t>R</a:t>
            </a:r>
            <a:r>
              <a:rPr sz="3225" i="1" spc="-240" baseline="-3875" dirty="0">
                <a:latin typeface="Times New Roman"/>
                <a:cs typeface="Times New Roman"/>
              </a:rPr>
              <a:t> </a:t>
            </a:r>
            <a:r>
              <a:rPr sz="3225" spc="-15" baseline="-3875" dirty="0">
                <a:latin typeface="Times New Roman"/>
                <a:cs typeface="Times New Roman"/>
              </a:rPr>
              <a:t>(</a:t>
            </a:r>
            <a:r>
              <a:rPr sz="3225" spc="-390" baseline="-3875" dirty="0">
                <a:latin typeface="Times New Roman"/>
                <a:cs typeface="Times New Roman"/>
              </a:rPr>
              <a:t> </a:t>
            </a:r>
            <a:r>
              <a:rPr sz="3225" i="1" spc="-15" baseline="-3875" dirty="0">
                <a:latin typeface="Times New Roman"/>
                <a:cs typeface="Times New Roman"/>
              </a:rPr>
              <a:t>s</a:t>
            </a:r>
            <a:r>
              <a:rPr sz="3225" i="1" baseline="-3875" dirty="0">
                <a:latin typeface="Times New Roman"/>
                <a:cs typeface="Times New Roman"/>
              </a:rPr>
              <a:t>	</a:t>
            </a:r>
            <a:r>
              <a:rPr sz="3225" spc="-15" baseline="-3875" dirty="0">
                <a:latin typeface="Times New Roman"/>
                <a:cs typeface="Times New Roman"/>
              </a:rPr>
              <a:t>)</a:t>
            </a:r>
            <a:r>
              <a:rPr sz="3225" spc="112" baseline="-3875" dirty="0">
                <a:latin typeface="Times New Roman"/>
                <a:cs typeface="Times New Roman"/>
              </a:rPr>
              <a:t> </a:t>
            </a:r>
            <a:r>
              <a:rPr sz="3225" spc="-22" baseline="-3875" dirty="0">
                <a:latin typeface="Symbol"/>
                <a:cs typeface="Symbol"/>
              </a:rPr>
              <a:t></a:t>
            </a:r>
            <a:r>
              <a:rPr sz="3225" spc="157" baseline="-3875" dirty="0">
                <a:latin typeface="Times New Roman"/>
                <a:cs typeface="Times New Roman"/>
              </a:rPr>
              <a:t> </a:t>
            </a:r>
            <a:r>
              <a:rPr sz="3675" i="1" spc="-67" baseline="-3401" dirty="0">
                <a:latin typeface="Symbol"/>
                <a:cs typeface="Symbol"/>
              </a:rPr>
              <a:t></a:t>
            </a:r>
            <a:r>
              <a:rPr sz="3675" i="1" baseline="-3401" dirty="0">
                <a:latin typeface="Times New Roman"/>
                <a:cs typeface="Times New Roman"/>
              </a:rPr>
              <a:t> </a:t>
            </a:r>
            <a:r>
              <a:rPr sz="3675" i="1" spc="-412" baseline="-3401" dirty="0">
                <a:latin typeface="Times New Roman"/>
                <a:cs typeface="Times New Roman"/>
              </a:rPr>
              <a:t> </a:t>
            </a:r>
            <a:r>
              <a:rPr sz="3225" spc="179" baseline="-3875" dirty="0">
                <a:latin typeface="Times New Roman"/>
                <a:cs typeface="Times New Roman"/>
              </a:rPr>
              <a:t>m</a:t>
            </a:r>
            <a:r>
              <a:rPr sz="3225" spc="270" baseline="-3875" dirty="0">
                <a:latin typeface="Times New Roman"/>
                <a:cs typeface="Times New Roman"/>
              </a:rPr>
              <a:t>a</a:t>
            </a:r>
            <a:r>
              <a:rPr sz="3225" spc="-22" baseline="-3875" dirty="0">
                <a:latin typeface="Times New Roman"/>
                <a:cs typeface="Times New Roman"/>
              </a:rPr>
              <a:t>x</a:t>
            </a:r>
            <a:r>
              <a:rPr sz="3225" baseline="-3875" dirty="0">
                <a:latin typeface="Times New Roman"/>
                <a:cs typeface="Times New Roman"/>
              </a:rPr>
              <a:t>	</a:t>
            </a:r>
            <a:r>
              <a:rPr sz="4800" baseline="-25173" dirty="0">
                <a:latin typeface="Symbol"/>
                <a:cs typeface="Symbol"/>
              </a:rPr>
              <a:t></a:t>
            </a:r>
            <a:r>
              <a:rPr sz="4800" spc="322" baseline="-25173" dirty="0">
                <a:latin typeface="Times New Roman"/>
                <a:cs typeface="Times New Roman"/>
              </a:rPr>
              <a:t> </a:t>
            </a:r>
            <a:r>
              <a:rPr sz="2150" i="1" spc="-15" dirty="0">
                <a:latin typeface="Times New Roman"/>
                <a:cs typeface="Times New Roman"/>
              </a:rPr>
              <a:t>P</a:t>
            </a:r>
            <a:r>
              <a:rPr sz="2150" i="1" spc="-160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(</a:t>
            </a:r>
            <a:r>
              <a:rPr sz="2150" spc="-260" dirty="0">
                <a:latin typeface="Times New Roman"/>
                <a:cs typeface="Times New Roman"/>
              </a:rPr>
              <a:t> </a:t>
            </a:r>
            <a:r>
              <a:rPr sz="2150" i="1" spc="-10" dirty="0">
                <a:latin typeface="Times New Roman"/>
                <a:cs typeface="Times New Roman"/>
              </a:rPr>
              <a:t>s</a:t>
            </a:r>
            <a:r>
              <a:rPr sz="2150" i="1" spc="-245" dirty="0">
                <a:latin typeface="Times New Roman"/>
                <a:cs typeface="Times New Roman"/>
              </a:rPr>
              <a:t> </a:t>
            </a:r>
            <a:r>
              <a:rPr sz="2150" spc="-5" dirty="0">
                <a:latin typeface="Times New Roman"/>
                <a:cs typeface="Times New Roman"/>
              </a:rPr>
              <a:t>'</a:t>
            </a:r>
            <a:r>
              <a:rPr sz="2150" spc="-350" dirty="0">
                <a:latin typeface="Times New Roman"/>
                <a:cs typeface="Times New Roman"/>
              </a:rPr>
              <a:t> </a:t>
            </a:r>
            <a:r>
              <a:rPr sz="2150" spc="-5" dirty="0">
                <a:latin typeface="Times New Roman"/>
                <a:cs typeface="Times New Roman"/>
              </a:rPr>
              <a:t>|</a:t>
            </a:r>
            <a:r>
              <a:rPr sz="2150" spc="110" dirty="0">
                <a:latin typeface="Times New Roman"/>
                <a:cs typeface="Times New Roman"/>
              </a:rPr>
              <a:t> </a:t>
            </a:r>
            <a:r>
              <a:rPr sz="2150" i="1" spc="-10" dirty="0">
                <a:latin typeface="Times New Roman"/>
                <a:cs typeface="Times New Roman"/>
              </a:rPr>
              <a:t>s</a:t>
            </a:r>
            <a:r>
              <a:rPr sz="2150" i="1" dirty="0">
                <a:latin typeface="Times New Roman"/>
                <a:cs typeface="Times New Roman"/>
              </a:rPr>
              <a:t> </a:t>
            </a:r>
            <a:r>
              <a:rPr sz="2150" i="1" spc="-85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,</a:t>
            </a:r>
            <a:r>
              <a:rPr sz="2150" spc="-80" dirty="0">
                <a:latin typeface="Times New Roman"/>
                <a:cs typeface="Times New Roman"/>
              </a:rPr>
              <a:t> </a:t>
            </a:r>
            <a:r>
              <a:rPr sz="2150" i="1" spc="-15" dirty="0">
                <a:latin typeface="Times New Roman"/>
                <a:cs typeface="Times New Roman"/>
              </a:rPr>
              <a:t>a</a:t>
            </a:r>
            <a:r>
              <a:rPr sz="2150" i="1" spc="-200" dirty="0">
                <a:latin typeface="Times New Roman"/>
                <a:cs typeface="Times New Roman"/>
              </a:rPr>
              <a:t> </a:t>
            </a:r>
            <a:r>
              <a:rPr sz="2150" spc="-20" dirty="0">
                <a:latin typeface="Times New Roman"/>
                <a:cs typeface="Times New Roman"/>
              </a:rPr>
              <a:t>)</a:t>
            </a:r>
            <a:r>
              <a:rPr sz="2150" i="1" spc="-15" dirty="0">
                <a:latin typeface="Times New Roman"/>
                <a:cs typeface="Times New Roman"/>
              </a:rPr>
              <a:t>V</a:t>
            </a:r>
            <a:r>
              <a:rPr sz="2150" i="1" spc="140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(</a:t>
            </a:r>
            <a:r>
              <a:rPr sz="2150" spc="-260" dirty="0">
                <a:latin typeface="Times New Roman"/>
                <a:cs typeface="Times New Roman"/>
              </a:rPr>
              <a:t> </a:t>
            </a:r>
            <a:r>
              <a:rPr sz="2150" i="1" spc="-10" dirty="0">
                <a:latin typeface="Times New Roman"/>
                <a:cs typeface="Times New Roman"/>
              </a:rPr>
              <a:t>s</a:t>
            </a:r>
            <a:r>
              <a:rPr sz="2150" i="1" spc="-245" dirty="0">
                <a:latin typeface="Times New Roman"/>
                <a:cs typeface="Times New Roman"/>
              </a:rPr>
              <a:t> </a:t>
            </a:r>
            <a:r>
              <a:rPr sz="2150" spc="-5" dirty="0">
                <a:latin typeface="Times New Roman"/>
                <a:cs typeface="Times New Roman"/>
              </a:rPr>
              <a:t>'</a:t>
            </a:r>
            <a:r>
              <a:rPr sz="2150" spc="-229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68775" y="1424742"/>
            <a:ext cx="148590" cy="219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i="1" spc="-5" dirty="0">
                <a:latin typeface="Times New Roman"/>
                <a:cs typeface="Times New Roman"/>
              </a:rPr>
              <a:t>s</a:t>
            </a:r>
            <a:r>
              <a:rPr sz="1250" i="1" spc="-55" dirty="0">
                <a:latin typeface="Times New Roman"/>
                <a:cs typeface="Times New Roman"/>
              </a:rPr>
              <a:t> </a:t>
            </a:r>
            <a:r>
              <a:rPr sz="1250" spc="-5" dirty="0">
                <a:latin typeface="Times New Roman"/>
                <a:cs typeface="Times New Roman"/>
              </a:rPr>
              <a:t>'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388870" y="933397"/>
            <a:ext cx="1106805" cy="359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28015" algn="l"/>
                <a:tab pos="943610" algn="l"/>
              </a:tabLst>
            </a:pPr>
            <a:r>
              <a:rPr sz="2150" i="1" spc="-15" dirty="0">
                <a:latin typeface="Times New Roman"/>
                <a:cs typeface="Times New Roman"/>
              </a:rPr>
              <a:t>V</a:t>
            </a:r>
            <a:r>
              <a:rPr sz="2150" i="1" spc="140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(</a:t>
            </a:r>
            <a:r>
              <a:rPr sz="2150" spc="-260" dirty="0">
                <a:latin typeface="Times New Roman"/>
                <a:cs typeface="Times New Roman"/>
              </a:rPr>
              <a:t> </a:t>
            </a:r>
            <a:r>
              <a:rPr sz="2150" i="1" spc="-10" dirty="0">
                <a:latin typeface="Times New Roman"/>
                <a:cs typeface="Times New Roman"/>
              </a:rPr>
              <a:t>s</a:t>
            </a:r>
            <a:r>
              <a:rPr sz="2150" i="1" dirty="0">
                <a:latin typeface="Times New Roman"/>
                <a:cs typeface="Times New Roman"/>
              </a:rPr>
              <a:t>	</a:t>
            </a:r>
            <a:r>
              <a:rPr sz="2150" spc="-10" dirty="0">
                <a:latin typeface="Times New Roman"/>
                <a:cs typeface="Times New Roman"/>
              </a:rPr>
              <a:t>)</a:t>
            </a:r>
            <a:r>
              <a:rPr sz="2150" dirty="0">
                <a:latin typeface="Times New Roman"/>
                <a:cs typeface="Times New Roman"/>
              </a:rPr>
              <a:t>	</a:t>
            </a:r>
            <a:r>
              <a:rPr sz="2150" spc="-15" dirty="0">
                <a:latin typeface="Symbol"/>
                <a:cs typeface="Symbol"/>
              </a:rPr>
              <a:t>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93315" y="1215560"/>
            <a:ext cx="104775" cy="18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10" dirty="0"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48506" y="1317427"/>
            <a:ext cx="104775" cy="18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250" i="1" spc="-10" dirty="0">
                <a:latin typeface="Times New Roman"/>
                <a:cs typeface="Times New Roman"/>
              </a:rPr>
              <a:t>a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90821" y="1209464"/>
            <a:ext cx="104775" cy="18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10" dirty="0"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138182" y="1238420"/>
            <a:ext cx="104775" cy="18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10" dirty="0"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254745" y="796168"/>
            <a:ext cx="5855335" cy="800100"/>
          </a:xfrm>
          <a:custGeom>
            <a:avLst/>
            <a:gdLst/>
            <a:ahLst/>
            <a:cxnLst/>
            <a:rect l="l" t="t" r="r" b="b"/>
            <a:pathLst>
              <a:path w="5855334" h="800100">
                <a:moveTo>
                  <a:pt x="0" y="800099"/>
                </a:moveTo>
                <a:lnTo>
                  <a:pt x="5854720" y="800099"/>
                </a:lnTo>
                <a:lnTo>
                  <a:pt x="5854720" y="0"/>
                </a:lnTo>
                <a:lnTo>
                  <a:pt x="0" y="0"/>
                </a:lnTo>
                <a:lnTo>
                  <a:pt x="0" y="800099"/>
                </a:lnTo>
                <a:close/>
              </a:path>
            </a:pathLst>
          </a:custGeom>
          <a:ln w="9523">
            <a:solidFill>
              <a:srgbClr val="ED7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807580" y="2231806"/>
            <a:ext cx="1437894" cy="7876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30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7565">
              <a:lnSpc>
                <a:spcPct val="100000"/>
              </a:lnSpc>
            </a:pPr>
            <a:r>
              <a:rPr spc="-55" dirty="0"/>
              <a:t>Va</a:t>
            </a:r>
            <a:r>
              <a:rPr spc="-25" dirty="0"/>
              <a:t>l</a:t>
            </a:r>
            <a:r>
              <a:rPr spc="-55" dirty="0"/>
              <a:t>u</a:t>
            </a:r>
            <a:r>
              <a:rPr spc="-25" dirty="0"/>
              <a:t>e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spc="-65" dirty="0"/>
              <a:t>C</a:t>
            </a:r>
            <a:r>
              <a:rPr spc="-55" dirty="0"/>
              <a:t>o</a:t>
            </a:r>
            <a:r>
              <a:rPr spc="-70" dirty="0"/>
              <a:t>m</a:t>
            </a:r>
            <a:r>
              <a:rPr spc="-55" dirty="0"/>
              <a:t>pu</a:t>
            </a:r>
            <a:r>
              <a:rPr spc="-35" dirty="0"/>
              <a:t>t</a:t>
            </a:r>
            <a:r>
              <a:rPr spc="-55" dirty="0"/>
              <a:t>a</a:t>
            </a:r>
            <a:r>
              <a:rPr spc="-35" dirty="0"/>
              <a:t>t</a:t>
            </a:r>
            <a:r>
              <a:rPr spc="-25" dirty="0"/>
              <a:t>i</a:t>
            </a:r>
            <a:r>
              <a:rPr spc="-55" dirty="0"/>
              <a:t>o</a:t>
            </a:r>
            <a:r>
              <a:rPr spc="-45" dirty="0"/>
              <a:t>n</a:t>
            </a:r>
            <a:r>
              <a:rPr spc="-15" dirty="0"/>
              <a:t>:</a:t>
            </a:r>
            <a:r>
              <a:rPr spc="135" dirty="0">
                <a:latin typeface="Times New Roman"/>
                <a:cs typeface="Times New Roman"/>
              </a:rPr>
              <a:t> </a:t>
            </a:r>
            <a:r>
              <a:rPr spc="-40" dirty="0"/>
              <a:t>st</a:t>
            </a:r>
            <a:r>
              <a:rPr spc="-55" dirty="0"/>
              <a:t>a</a:t>
            </a:r>
            <a:r>
              <a:rPr spc="-10" dirty="0"/>
              <a:t>t</a:t>
            </a:r>
            <a:r>
              <a:rPr spc="-25" dirty="0"/>
              <a:t>e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spc="-40" dirty="0"/>
              <a:t>(</a:t>
            </a:r>
            <a:r>
              <a:rPr spc="-55" dirty="0"/>
              <a:t>1</a:t>
            </a:r>
            <a:r>
              <a:rPr spc="-15" dirty="0"/>
              <a:t>,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spc="-50" dirty="0"/>
              <a:t>1)</a:t>
            </a: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05599" y="1828790"/>
            <a:ext cx="2177796" cy="16438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807580" y="3324377"/>
            <a:ext cx="1317626" cy="8094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21229" y="4167393"/>
            <a:ext cx="1061834" cy="10509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46969" y="5218240"/>
            <a:ext cx="941399" cy="10398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39456" y="2584704"/>
            <a:ext cx="2223515" cy="12451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1609" y="2708513"/>
            <a:ext cx="2000250" cy="1059180"/>
          </a:xfrm>
          <a:custGeom>
            <a:avLst/>
            <a:gdLst/>
            <a:ahLst/>
            <a:cxnLst/>
            <a:rect l="l" t="t" r="r" b="b"/>
            <a:pathLst>
              <a:path w="2000250" h="1059179">
                <a:moveTo>
                  <a:pt x="1988210" y="0"/>
                </a:moveTo>
                <a:lnTo>
                  <a:pt x="0" y="1036594"/>
                </a:lnTo>
                <a:lnTo>
                  <a:pt x="11826" y="1059058"/>
                </a:lnTo>
                <a:lnTo>
                  <a:pt x="1999884" y="22494"/>
                </a:lnTo>
                <a:lnTo>
                  <a:pt x="1988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880975" y="2702692"/>
            <a:ext cx="49530" cy="51435"/>
          </a:xfrm>
          <a:custGeom>
            <a:avLst/>
            <a:gdLst/>
            <a:ahLst/>
            <a:cxnLst/>
            <a:rect l="l" t="t" r="r" b="b"/>
            <a:pathLst>
              <a:path w="49529" h="51435">
                <a:moveTo>
                  <a:pt x="49164" y="0"/>
                </a:moveTo>
                <a:lnTo>
                  <a:pt x="0" y="0"/>
                </a:lnTo>
                <a:lnTo>
                  <a:pt x="11826" y="22463"/>
                </a:lnTo>
                <a:lnTo>
                  <a:pt x="518" y="28315"/>
                </a:lnTo>
                <a:lnTo>
                  <a:pt x="12313" y="50932"/>
                </a:lnTo>
                <a:lnTo>
                  <a:pt x="491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869820" y="2702692"/>
            <a:ext cx="23495" cy="28575"/>
          </a:xfrm>
          <a:custGeom>
            <a:avLst/>
            <a:gdLst/>
            <a:ahLst/>
            <a:cxnLst/>
            <a:rect l="l" t="t" r="r" b="b"/>
            <a:pathLst>
              <a:path w="23495" h="28575">
                <a:moveTo>
                  <a:pt x="11155" y="0"/>
                </a:moveTo>
                <a:lnTo>
                  <a:pt x="0" y="5821"/>
                </a:lnTo>
                <a:lnTo>
                  <a:pt x="11673" y="28315"/>
                </a:lnTo>
                <a:lnTo>
                  <a:pt x="22981" y="22463"/>
                </a:lnTo>
                <a:lnTo>
                  <a:pt x="11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857993" y="2684647"/>
            <a:ext cx="85725" cy="24130"/>
          </a:xfrm>
          <a:custGeom>
            <a:avLst/>
            <a:gdLst/>
            <a:ahLst/>
            <a:cxnLst/>
            <a:rect l="l" t="t" r="r" b="b"/>
            <a:pathLst>
              <a:path w="85725" h="24130">
                <a:moveTo>
                  <a:pt x="85222" y="0"/>
                </a:moveTo>
                <a:lnTo>
                  <a:pt x="0" y="1402"/>
                </a:lnTo>
                <a:lnTo>
                  <a:pt x="11826" y="23865"/>
                </a:lnTo>
                <a:lnTo>
                  <a:pt x="22981" y="18044"/>
                </a:lnTo>
                <a:lnTo>
                  <a:pt x="72146" y="18044"/>
                </a:lnTo>
                <a:lnTo>
                  <a:pt x="852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866888" y="3584447"/>
            <a:ext cx="2060448" cy="5806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910077" y="3687958"/>
            <a:ext cx="1825625" cy="414655"/>
          </a:xfrm>
          <a:custGeom>
            <a:avLst/>
            <a:gdLst/>
            <a:ahLst/>
            <a:cxnLst/>
            <a:rect l="l" t="t" r="r" b="b"/>
            <a:pathLst>
              <a:path w="1825625" h="414654">
                <a:moveTo>
                  <a:pt x="1820417" y="0"/>
                </a:moveTo>
                <a:lnTo>
                  <a:pt x="0" y="389634"/>
                </a:lnTo>
                <a:lnTo>
                  <a:pt x="5333" y="414399"/>
                </a:lnTo>
                <a:lnTo>
                  <a:pt x="1825630" y="24749"/>
                </a:lnTo>
                <a:lnTo>
                  <a:pt x="18204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735708" y="3685275"/>
            <a:ext cx="71120" cy="52705"/>
          </a:xfrm>
          <a:custGeom>
            <a:avLst/>
            <a:gdLst/>
            <a:ahLst/>
            <a:cxnLst/>
            <a:rect l="l" t="t" r="r" b="b"/>
            <a:pathLst>
              <a:path w="71120" h="52704">
                <a:moveTo>
                  <a:pt x="70713" y="0"/>
                </a:moveTo>
                <a:lnTo>
                  <a:pt x="7101" y="0"/>
                </a:lnTo>
                <a:lnTo>
                  <a:pt x="12435" y="24780"/>
                </a:lnTo>
                <a:lnTo>
                  <a:pt x="0" y="27431"/>
                </a:lnTo>
                <a:lnTo>
                  <a:pt x="5333" y="52334"/>
                </a:lnTo>
                <a:lnTo>
                  <a:pt x="707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30495" y="3685275"/>
            <a:ext cx="17780" cy="27940"/>
          </a:xfrm>
          <a:custGeom>
            <a:avLst/>
            <a:gdLst/>
            <a:ahLst/>
            <a:cxnLst/>
            <a:rect l="l" t="t" r="r" b="b"/>
            <a:pathLst>
              <a:path w="17779" h="27939">
                <a:moveTo>
                  <a:pt x="12313" y="0"/>
                </a:moveTo>
                <a:lnTo>
                  <a:pt x="0" y="2682"/>
                </a:lnTo>
                <a:lnTo>
                  <a:pt x="5212" y="27431"/>
                </a:lnTo>
                <a:lnTo>
                  <a:pt x="17647" y="24780"/>
                </a:lnTo>
                <a:lnTo>
                  <a:pt x="123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725162" y="3663055"/>
            <a:ext cx="82550" cy="25400"/>
          </a:xfrm>
          <a:custGeom>
            <a:avLst/>
            <a:gdLst/>
            <a:ahLst/>
            <a:cxnLst/>
            <a:rect l="l" t="t" r="r" b="b"/>
            <a:pathLst>
              <a:path w="82550" h="25400">
                <a:moveTo>
                  <a:pt x="0" y="0"/>
                </a:moveTo>
                <a:lnTo>
                  <a:pt x="5333" y="24902"/>
                </a:lnTo>
                <a:lnTo>
                  <a:pt x="17647" y="22219"/>
                </a:lnTo>
                <a:lnTo>
                  <a:pt x="81259" y="22219"/>
                </a:lnTo>
                <a:lnTo>
                  <a:pt x="82417" y="213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12023" y="4357115"/>
            <a:ext cx="2028444" cy="4754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639939" y="4693158"/>
            <a:ext cx="73660" cy="25400"/>
          </a:xfrm>
          <a:custGeom>
            <a:avLst/>
            <a:gdLst/>
            <a:ahLst/>
            <a:cxnLst/>
            <a:rect l="l" t="t" r="r" b="b"/>
            <a:pathLst>
              <a:path w="73659" h="25400">
                <a:moveTo>
                  <a:pt x="4053" y="0"/>
                </a:moveTo>
                <a:lnTo>
                  <a:pt x="0" y="25145"/>
                </a:lnTo>
                <a:lnTo>
                  <a:pt x="73670" y="2036"/>
                </a:lnTo>
                <a:lnTo>
                  <a:pt x="16520" y="2036"/>
                </a:lnTo>
                <a:lnTo>
                  <a:pt x="4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643993" y="4668142"/>
            <a:ext cx="16510" cy="27305"/>
          </a:xfrm>
          <a:custGeom>
            <a:avLst/>
            <a:gdLst/>
            <a:ahLst/>
            <a:cxnLst/>
            <a:rect l="l" t="t" r="r" b="b"/>
            <a:pathLst>
              <a:path w="16509" h="27304">
                <a:moveTo>
                  <a:pt x="3931" y="0"/>
                </a:moveTo>
                <a:lnTo>
                  <a:pt x="0" y="25014"/>
                </a:lnTo>
                <a:lnTo>
                  <a:pt x="12466" y="27050"/>
                </a:lnTo>
                <a:lnTo>
                  <a:pt x="16520" y="2023"/>
                </a:lnTo>
                <a:lnTo>
                  <a:pt x="3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647925" y="4642997"/>
            <a:ext cx="73660" cy="52705"/>
          </a:xfrm>
          <a:custGeom>
            <a:avLst/>
            <a:gdLst/>
            <a:ahLst/>
            <a:cxnLst/>
            <a:rect l="l" t="t" r="r" b="b"/>
            <a:pathLst>
              <a:path w="73659" h="52704">
                <a:moveTo>
                  <a:pt x="4084" y="0"/>
                </a:moveTo>
                <a:lnTo>
                  <a:pt x="0" y="25145"/>
                </a:lnTo>
                <a:lnTo>
                  <a:pt x="12588" y="27169"/>
                </a:lnTo>
                <a:lnTo>
                  <a:pt x="8534" y="52196"/>
                </a:lnTo>
                <a:lnTo>
                  <a:pt x="65684" y="52196"/>
                </a:lnTo>
                <a:lnTo>
                  <a:pt x="73304" y="49779"/>
                </a:lnTo>
                <a:lnTo>
                  <a:pt x="4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54939" y="4379464"/>
            <a:ext cx="1793239" cy="313690"/>
          </a:xfrm>
          <a:custGeom>
            <a:avLst/>
            <a:gdLst/>
            <a:ahLst/>
            <a:cxnLst/>
            <a:rect l="l" t="t" r="r" b="b"/>
            <a:pathLst>
              <a:path w="1793240" h="313689">
                <a:moveTo>
                  <a:pt x="4084" y="0"/>
                </a:moveTo>
                <a:lnTo>
                  <a:pt x="0" y="25027"/>
                </a:lnTo>
                <a:lnTo>
                  <a:pt x="1789054" y="313694"/>
                </a:lnTo>
                <a:lnTo>
                  <a:pt x="1792985" y="288679"/>
                </a:lnTo>
                <a:lnTo>
                  <a:pt x="4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839456" y="4658867"/>
            <a:ext cx="2223515" cy="1219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857993" y="5714929"/>
            <a:ext cx="85725" cy="23495"/>
          </a:xfrm>
          <a:custGeom>
            <a:avLst/>
            <a:gdLst/>
            <a:ahLst/>
            <a:cxnLst/>
            <a:rect l="l" t="t" r="r" b="b"/>
            <a:pathLst>
              <a:path w="85725" h="23495">
                <a:moveTo>
                  <a:pt x="11551" y="0"/>
                </a:moveTo>
                <a:lnTo>
                  <a:pt x="0" y="22655"/>
                </a:lnTo>
                <a:lnTo>
                  <a:pt x="85222" y="23240"/>
                </a:lnTo>
                <a:lnTo>
                  <a:pt x="72268" y="5760"/>
                </a:lnTo>
                <a:lnTo>
                  <a:pt x="22859" y="5760"/>
                </a:lnTo>
                <a:lnTo>
                  <a:pt x="11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869545" y="5692271"/>
            <a:ext cx="22860" cy="28575"/>
          </a:xfrm>
          <a:custGeom>
            <a:avLst/>
            <a:gdLst/>
            <a:ahLst/>
            <a:cxnLst/>
            <a:rect l="l" t="t" r="r" b="b"/>
            <a:pathLst>
              <a:path w="22859" h="28575">
                <a:moveTo>
                  <a:pt x="11429" y="0"/>
                </a:moveTo>
                <a:lnTo>
                  <a:pt x="0" y="22658"/>
                </a:lnTo>
                <a:lnTo>
                  <a:pt x="11308" y="28419"/>
                </a:lnTo>
                <a:lnTo>
                  <a:pt x="22859" y="5785"/>
                </a:lnTo>
                <a:lnTo>
                  <a:pt x="114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880853" y="5669660"/>
            <a:ext cx="49530" cy="51435"/>
          </a:xfrm>
          <a:custGeom>
            <a:avLst/>
            <a:gdLst/>
            <a:ahLst/>
            <a:cxnLst/>
            <a:rect l="l" t="t" r="r" b="b"/>
            <a:pathLst>
              <a:path w="49529" h="51435">
                <a:moveTo>
                  <a:pt x="11673" y="0"/>
                </a:moveTo>
                <a:lnTo>
                  <a:pt x="121" y="22610"/>
                </a:lnTo>
                <a:lnTo>
                  <a:pt x="11551" y="28395"/>
                </a:lnTo>
                <a:lnTo>
                  <a:pt x="0" y="51029"/>
                </a:lnTo>
                <a:lnTo>
                  <a:pt x="49408" y="51029"/>
                </a:lnTo>
                <a:lnTo>
                  <a:pt x="116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881762" y="4681478"/>
            <a:ext cx="1999614" cy="1033780"/>
          </a:xfrm>
          <a:custGeom>
            <a:avLst/>
            <a:gdLst/>
            <a:ahLst/>
            <a:cxnLst/>
            <a:rect l="l" t="t" r="r" b="b"/>
            <a:pathLst>
              <a:path w="1999615" h="1033779">
                <a:moveTo>
                  <a:pt x="11551" y="0"/>
                </a:moveTo>
                <a:lnTo>
                  <a:pt x="0" y="22597"/>
                </a:lnTo>
                <a:lnTo>
                  <a:pt x="1987783" y="1033451"/>
                </a:lnTo>
                <a:lnTo>
                  <a:pt x="1999213" y="1010792"/>
                </a:lnTo>
                <a:lnTo>
                  <a:pt x="11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86484" y="4903518"/>
            <a:ext cx="5094488" cy="142354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16280" y="3665561"/>
            <a:ext cx="7125980" cy="12362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807580" y="2231806"/>
            <a:ext cx="1437894" cy="7876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26648" y="835533"/>
            <a:ext cx="5303520" cy="81114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0">
              <a:lnSpc>
                <a:spcPct val="100000"/>
              </a:lnSpc>
            </a:pPr>
            <a:r>
              <a:rPr dirty="0">
                <a:latin typeface="Arial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2640">
              <a:lnSpc>
                <a:spcPct val="100000"/>
              </a:lnSpc>
            </a:pPr>
            <a:r>
              <a:rPr spc="-55" dirty="0"/>
              <a:t>Va</a:t>
            </a:r>
            <a:r>
              <a:rPr spc="-25" dirty="0"/>
              <a:t>l</a:t>
            </a:r>
            <a:r>
              <a:rPr spc="-55" dirty="0"/>
              <a:t>u</a:t>
            </a:r>
            <a:r>
              <a:rPr spc="-25" dirty="0"/>
              <a:t>e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spc="-65" dirty="0"/>
              <a:t>C</a:t>
            </a:r>
            <a:r>
              <a:rPr spc="-55" dirty="0"/>
              <a:t>o</a:t>
            </a:r>
            <a:r>
              <a:rPr spc="-70" dirty="0"/>
              <a:t>m</a:t>
            </a:r>
            <a:r>
              <a:rPr spc="-55" dirty="0"/>
              <a:t>pu</a:t>
            </a:r>
            <a:r>
              <a:rPr spc="-35" dirty="0"/>
              <a:t>t</a:t>
            </a:r>
            <a:r>
              <a:rPr spc="-50" dirty="0"/>
              <a:t>a</a:t>
            </a:r>
            <a:r>
              <a:rPr spc="-10" dirty="0"/>
              <a:t>t</a:t>
            </a:r>
            <a:r>
              <a:rPr spc="-25" dirty="0"/>
              <a:t>i</a:t>
            </a:r>
            <a:r>
              <a:rPr spc="-55" dirty="0"/>
              <a:t>on</a:t>
            </a:r>
            <a:r>
              <a:rPr spc="-15" dirty="0"/>
              <a:t>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spc="-40" dirty="0"/>
              <a:t>s</a:t>
            </a:r>
            <a:r>
              <a:rPr spc="-10" dirty="0"/>
              <a:t>t</a:t>
            </a:r>
            <a:r>
              <a:rPr spc="-55" dirty="0"/>
              <a:t>a</a:t>
            </a:r>
            <a:r>
              <a:rPr spc="-35" dirty="0"/>
              <a:t>t</a:t>
            </a:r>
            <a:r>
              <a:rPr spc="-25" dirty="0"/>
              <a:t>e</a:t>
            </a:r>
            <a:r>
              <a:rPr spc="75" dirty="0">
                <a:latin typeface="Times New Roman"/>
                <a:cs typeface="Times New Roman"/>
              </a:rPr>
              <a:t> </a:t>
            </a:r>
            <a:r>
              <a:rPr spc="-40" dirty="0"/>
              <a:t>(</a:t>
            </a:r>
            <a:r>
              <a:rPr spc="-55" dirty="0"/>
              <a:t>1</a:t>
            </a:r>
            <a:r>
              <a:rPr spc="-15" dirty="0"/>
              <a:t>,</a:t>
            </a:r>
            <a:r>
              <a:rPr spc="130" dirty="0">
                <a:latin typeface="Times New Roman"/>
                <a:cs typeface="Times New Roman"/>
              </a:rPr>
              <a:t> </a:t>
            </a:r>
            <a:r>
              <a:rPr spc="-50" dirty="0"/>
              <a:t>1)</a:t>
            </a: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05599" y="1828790"/>
            <a:ext cx="2177796" cy="16438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807580" y="3324377"/>
            <a:ext cx="1317626" cy="8094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21229" y="4167393"/>
            <a:ext cx="1061834" cy="10509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46969" y="5218240"/>
            <a:ext cx="941399" cy="10398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39456" y="2584704"/>
            <a:ext cx="2223515" cy="12451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1609" y="2708513"/>
            <a:ext cx="2000250" cy="1059180"/>
          </a:xfrm>
          <a:custGeom>
            <a:avLst/>
            <a:gdLst/>
            <a:ahLst/>
            <a:cxnLst/>
            <a:rect l="l" t="t" r="r" b="b"/>
            <a:pathLst>
              <a:path w="2000250" h="1059179">
                <a:moveTo>
                  <a:pt x="1988210" y="0"/>
                </a:moveTo>
                <a:lnTo>
                  <a:pt x="0" y="1036594"/>
                </a:lnTo>
                <a:lnTo>
                  <a:pt x="11826" y="1059058"/>
                </a:lnTo>
                <a:lnTo>
                  <a:pt x="1999884" y="22494"/>
                </a:lnTo>
                <a:lnTo>
                  <a:pt x="1988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880975" y="2702692"/>
            <a:ext cx="49530" cy="51435"/>
          </a:xfrm>
          <a:custGeom>
            <a:avLst/>
            <a:gdLst/>
            <a:ahLst/>
            <a:cxnLst/>
            <a:rect l="l" t="t" r="r" b="b"/>
            <a:pathLst>
              <a:path w="49529" h="51435">
                <a:moveTo>
                  <a:pt x="49164" y="0"/>
                </a:moveTo>
                <a:lnTo>
                  <a:pt x="0" y="0"/>
                </a:lnTo>
                <a:lnTo>
                  <a:pt x="11826" y="22463"/>
                </a:lnTo>
                <a:lnTo>
                  <a:pt x="518" y="28315"/>
                </a:lnTo>
                <a:lnTo>
                  <a:pt x="12313" y="50932"/>
                </a:lnTo>
                <a:lnTo>
                  <a:pt x="491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869820" y="2702692"/>
            <a:ext cx="23495" cy="28575"/>
          </a:xfrm>
          <a:custGeom>
            <a:avLst/>
            <a:gdLst/>
            <a:ahLst/>
            <a:cxnLst/>
            <a:rect l="l" t="t" r="r" b="b"/>
            <a:pathLst>
              <a:path w="23495" h="28575">
                <a:moveTo>
                  <a:pt x="11155" y="0"/>
                </a:moveTo>
                <a:lnTo>
                  <a:pt x="0" y="5821"/>
                </a:lnTo>
                <a:lnTo>
                  <a:pt x="11673" y="28315"/>
                </a:lnTo>
                <a:lnTo>
                  <a:pt x="22981" y="22463"/>
                </a:lnTo>
                <a:lnTo>
                  <a:pt x="11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857993" y="2684647"/>
            <a:ext cx="85725" cy="24130"/>
          </a:xfrm>
          <a:custGeom>
            <a:avLst/>
            <a:gdLst/>
            <a:ahLst/>
            <a:cxnLst/>
            <a:rect l="l" t="t" r="r" b="b"/>
            <a:pathLst>
              <a:path w="85725" h="24130">
                <a:moveTo>
                  <a:pt x="85222" y="0"/>
                </a:moveTo>
                <a:lnTo>
                  <a:pt x="0" y="1402"/>
                </a:lnTo>
                <a:lnTo>
                  <a:pt x="11826" y="23865"/>
                </a:lnTo>
                <a:lnTo>
                  <a:pt x="22981" y="18044"/>
                </a:lnTo>
                <a:lnTo>
                  <a:pt x="72146" y="18044"/>
                </a:lnTo>
                <a:lnTo>
                  <a:pt x="852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866888" y="3584447"/>
            <a:ext cx="2060448" cy="5806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910077" y="3687958"/>
            <a:ext cx="1825625" cy="414655"/>
          </a:xfrm>
          <a:custGeom>
            <a:avLst/>
            <a:gdLst/>
            <a:ahLst/>
            <a:cxnLst/>
            <a:rect l="l" t="t" r="r" b="b"/>
            <a:pathLst>
              <a:path w="1825625" h="414654">
                <a:moveTo>
                  <a:pt x="1820417" y="0"/>
                </a:moveTo>
                <a:lnTo>
                  <a:pt x="0" y="389634"/>
                </a:lnTo>
                <a:lnTo>
                  <a:pt x="5333" y="414399"/>
                </a:lnTo>
                <a:lnTo>
                  <a:pt x="1825630" y="24749"/>
                </a:lnTo>
                <a:lnTo>
                  <a:pt x="18204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735708" y="3685275"/>
            <a:ext cx="71120" cy="52705"/>
          </a:xfrm>
          <a:custGeom>
            <a:avLst/>
            <a:gdLst/>
            <a:ahLst/>
            <a:cxnLst/>
            <a:rect l="l" t="t" r="r" b="b"/>
            <a:pathLst>
              <a:path w="71120" h="52704">
                <a:moveTo>
                  <a:pt x="70713" y="0"/>
                </a:moveTo>
                <a:lnTo>
                  <a:pt x="7101" y="0"/>
                </a:lnTo>
                <a:lnTo>
                  <a:pt x="12435" y="24780"/>
                </a:lnTo>
                <a:lnTo>
                  <a:pt x="0" y="27431"/>
                </a:lnTo>
                <a:lnTo>
                  <a:pt x="5333" y="52334"/>
                </a:lnTo>
                <a:lnTo>
                  <a:pt x="707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30495" y="3685275"/>
            <a:ext cx="17780" cy="27940"/>
          </a:xfrm>
          <a:custGeom>
            <a:avLst/>
            <a:gdLst/>
            <a:ahLst/>
            <a:cxnLst/>
            <a:rect l="l" t="t" r="r" b="b"/>
            <a:pathLst>
              <a:path w="17779" h="27939">
                <a:moveTo>
                  <a:pt x="12313" y="0"/>
                </a:moveTo>
                <a:lnTo>
                  <a:pt x="0" y="2682"/>
                </a:lnTo>
                <a:lnTo>
                  <a:pt x="5212" y="27431"/>
                </a:lnTo>
                <a:lnTo>
                  <a:pt x="17647" y="24780"/>
                </a:lnTo>
                <a:lnTo>
                  <a:pt x="123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725162" y="3663055"/>
            <a:ext cx="82550" cy="25400"/>
          </a:xfrm>
          <a:custGeom>
            <a:avLst/>
            <a:gdLst/>
            <a:ahLst/>
            <a:cxnLst/>
            <a:rect l="l" t="t" r="r" b="b"/>
            <a:pathLst>
              <a:path w="82550" h="25400">
                <a:moveTo>
                  <a:pt x="0" y="0"/>
                </a:moveTo>
                <a:lnTo>
                  <a:pt x="5333" y="24902"/>
                </a:lnTo>
                <a:lnTo>
                  <a:pt x="17647" y="22219"/>
                </a:lnTo>
                <a:lnTo>
                  <a:pt x="81259" y="22219"/>
                </a:lnTo>
                <a:lnTo>
                  <a:pt x="82417" y="213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12023" y="4357115"/>
            <a:ext cx="2028444" cy="4754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639939" y="4693158"/>
            <a:ext cx="73660" cy="25400"/>
          </a:xfrm>
          <a:custGeom>
            <a:avLst/>
            <a:gdLst/>
            <a:ahLst/>
            <a:cxnLst/>
            <a:rect l="l" t="t" r="r" b="b"/>
            <a:pathLst>
              <a:path w="73659" h="25400">
                <a:moveTo>
                  <a:pt x="4053" y="0"/>
                </a:moveTo>
                <a:lnTo>
                  <a:pt x="0" y="25145"/>
                </a:lnTo>
                <a:lnTo>
                  <a:pt x="73670" y="2036"/>
                </a:lnTo>
                <a:lnTo>
                  <a:pt x="16520" y="2036"/>
                </a:lnTo>
                <a:lnTo>
                  <a:pt x="4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643993" y="4668142"/>
            <a:ext cx="16510" cy="27305"/>
          </a:xfrm>
          <a:custGeom>
            <a:avLst/>
            <a:gdLst/>
            <a:ahLst/>
            <a:cxnLst/>
            <a:rect l="l" t="t" r="r" b="b"/>
            <a:pathLst>
              <a:path w="16509" h="27304">
                <a:moveTo>
                  <a:pt x="3931" y="0"/>
                </a:moveTo>
                <a:lnTo>
                  <a:pt x="0" y="25014"/>
                </a:lnTo>
                <a:lnTo>
                  <a:pt x="12466" y="27050"/>
                </a:lnTo>
                <a:lnTo>
                  <a:pt x="16520" y="2023"/>
                </a:lnTo>
                <a:lnTo>
                  <a:pt x="3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647925" y="4642997"/>
            <a:ext cx="73660" cy="52705"/>
          </a:xfrm>
          <a:custGeom>
            <a:avLst/>
            <a:gdLst/>
            <a:ahLst/>
            <a:cxnLst/>
            <a:rect l="l" t="t" r="r" b="b"/>
            <a:pathLst>
              <a:path w="73659" h="52704">
                <a:moveTo>
                  <a:pt x="4084" y="0"/>
                </a:moveTo>
                <a:lnTo>
                  <a:pt x="0" y="25145"/>
                </a:lnTo>
                <a:lnTo>
                  <a:pt x="12588" y="27169"/>
                </a:lnTo>
                <a:lnTo>
                  <a:pt x="8534" y="52196"/>
                </a:lnTo>
                <a:lnTo>
                  <a:pt x="65684" y="52196"/>
                </a:lnTo>
                <a:lnTo>
                  <a:pt x="73304" y="49779"/>
                </a:lnTo>
                <a:lnTo>
                  <a:pt x="4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54939" y="4379464"/>
            <a:ext cx="1793239" cy="313690"/>
          </a:xfrm>
          <a:custGeom>
            <a:avLst/>
            <a:gdLst/>
            <a:ahLst/>
            <a:cxnLst/>
            <a:rect l="l" t="t" r="r" b="b"/>
            <a:pathLst>
              <a:path w="1793240" h="313689">
                <a:moveTo>
                  <a:pt x="4084" y="0"/>
                </a:moveTo>
                <a:lnTo>
                  <a:pt x="0" y="25027"/>
                </a:lnTo>
                <a:lnTo>
                  <a:pt x="1789054" y="313694"/>
                </a:lnTo>
                <a:lnTo>
                  <a:pt x="1792985" y="288679"/>
                </a:lnTo>
                <a:lnTo>
                  <a:pt x="4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839456" y="4658867"/>
            <a:ext cx="2223515" cy="1219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857993" y="5714929"/>
            <a:ext cx="85725" cy="23495"/>
          </a:xfrm>
          <a:custGeom>
            <a:avLst/>
            <a:gdLst/>
            <a:ahLst/>
            <a:cxnLst/>
            <a:rect l="l" t="t" r="r" b="b"/>
            <a:pathLst>
              <a:path w="85725" h="23495">
                <a:moveTo>
                  <a:pt x="11551" y="0"/>
                </a:moveTo>
                <a:lnTo>
                  <a:pt x="0" y="22655"/>
                </a:lnTo>
                <a:lnTo>
                  <a:pt x="85222" y="23240"/>
                </a:lnTo>
                <a:lnTo>
                  <a:pt x="72268" y="5760"/>
                </a:lnTo>
                <a:lnTo>
                  <a:pt x="22859" y="5760"/>
                </a:lnTo>
                <a:lnTo>
                  <a:pt x="11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869545" y="5692271"/>
            <a:ext cx="22860" cy="28575"/>
          </a:xfrm>
          <a:custGeom>
            <a:avLst/>
            <a:gdLst/>
            <a:ahLst/>
            <a:cxnLst/>
            <a:rect l="l" t="t" r="r" b="b"/>
            <a:pathLst>
              <a:path w="22859" h="28575">
                <a:moveTo>
                  <a:pt x="11429" y="0"/>
                </a:moveTo>
                <a:lnTo>
                  <a:pt x="0" y="22658"/>
                </a:lnTo>
                <a:lnTo>
                  <a:pt x="11308" y="28419"/>
                </a:lnTo>
                <a:lnTo>
                  <a:pt x="22859" y="5785"/>
                </a:lnTo>
                <a:lnTo>
                  <a:pt x="114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880853" y="5669660"/>
            <a:ext cx="49530" cy="51435"/>
          </a:xfrm>
          <a:custGeom>
            <a:avLst/>
            <a:gdLst/>
            <a:ahLst/>
            <a:cxnLst/>
            <a:rect l="l" t="t" r="r" b="b"/>
            <a:pathLst>
              <a:path w="49529" h="51435">
                <a:moveTo>
                  <a:pt x="11673" y="0"/>
                </a:moveTo>
                <a:lnTo>
                  <a:pt x="121" y="22610"/>
                </a:lnTo>
                <a:lnTo>
                  <a:pt x="11551" y="28395"/>
                </a:lnTo>
                <a:lnTo>
                  <a:pt x="0" y="51029"/>
                </a:lnTo>
                <a:lnTo>
                  <a:pt x="49408" y="51029"/>
                </a:lnTo>
                <a:lnTo>
                  <a:pt x="116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881762" y="4681478"/>
            <a:ext cx="1999614" cy="1033780"/>
          </a:xfrm>
          <a:custGeom>
            <a:avLst/>
            <a:gdLst/>
            <a:ahLst/>
            <a:cxnLst/>
            <a:rect l="l" t="t" r="r" b="b"/>
            <a:pathLst>
              <a:path w="1999615" h="1033779">
                <a:moveTo>
                  <a:pt x="11551" y="0"/>
                </a:moveTo>
                <a:lnTo>
                  <a:pt x="0" y="22597"/>
                </a:lnTo>
                <a:lnTo>
                  <a:pt x="1987783" y="1033451"/>
                </a:lnTo>
                <a:lnTo>
                  <a:pt x="1999213" y="1010792"/>
                </a:lnTo>
                <a:lnTo>
                  <a:pt x="11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67434" y="5085069"/>
            <a:ext cx="5672206" cy="124125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70902" y="3519802"/>
            <a:ext cx="7269236" cy="131648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807580" y="2231806"/>
            <a:ext cx="1437894" cy="7876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26648" y="835533"/>
            <a:ext cx="5303520" cy="81114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0">
              <a:lnSpc>
                <a:spcPct val="100000"/>
              </a:lnSpc>
            </a:pPr>
            <a:r>
              <a:rPr dirty="0">
                <a:latin typeface="Arial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7565">
              <a:lnSpc>
                <a:spcPct val="100000"/>
              </a:lnSpc>
            </a:pPr>
            <a:r>
              <a:rPr spc="-55" dirty="0"/>
              <a:t>Va</a:t>
            </a:r>
            <a:r>
              <a:rPr spc="-25" dirty="0"/>
              <a:t>l</a:t>
            </a:r>
            <a:r>
              <a:rPr spc="-55" dirty="0"/>
              <a:t>u</a:t>
            </a:r>
            <a:r>
              <a:rPr spc="-25" dirty="0"/>
              <a:t>e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spc="-65" dirty="0"/>
              <a:t>C</a:t>
            </a:r>
            <a:r>
              <a:rPr spc="-55" dirty="0"/>
              <a:t>o</a:t>
            </a:r>
            <a:r>
              <a:rPr spc="-70" dirty="0"/>
              <a:t>m</a:t>
            </a:r>
            <a:r>
              <a:rPr spc="-55" dirty="0"/>
              <a:t>pu</a:t>
            </a:r>
            <a:r>
              <a:rPr spc="-35" dirty="0"/>
              <a:t>t</a:t>
            </a:r>
            <a:r>
              <a:rPr spc="-55" dirty="0"/>
              <a:t>a</a:t>
            </a:r>
            <a:r>
              <a:rPr spc="-35" dirty="0"/>
              <a:t>t</a:t>
            </a:r>
            <a:r>
              <a:rPr spc="-25" dirty="0"/>
              <a:t>i</a:t>
            </a:r>
            <a:r>
              <a:rPr spc="-55" dirty="0"/>
              <a:t>o</a:t>
            </a:r>
            <a:r>
              <a:rPr spc="-45" dirty="0"/>
              <a:t>n</a:t>
            </a:r>
            <a:r>
              <a:rPr spc="-15" dirty="0"/>
              <a:t>:</a:t>
            </a:r>
            <a:r>
              <a:rPr spc="135" dirty="0">
                <a:latin typeface="Times New Roman"/>
                <a:cs typeface="Times New Roman"/>
              </a:rPr>
              <a:t> </a:t>
            </a:r>
            <a:r>
              <a:rPr spc="-40" dirty="0"/>
              <a:t>st</a:t>
            </a:r>
            <a:r>
              <a:rPr spc="-55" dirty="0"/>
              <a:t>a</a:t>
            </a:r>
            <a:r>
              <a:rPr spc="-10" dirty="0"/>
              <a:t>t</a:t>
            </a:r>
            <a:r>
              <a:rPr spc="-25" dirty="0"/>
              <a:t>e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spc="-40" dirty="0"/>
              <a:t>(</a:t>
            </a:r>
            <a:r>
              <a:rPr spc="-55" dirty="0"/>
              <a:t>2</a:t>
            </a:r>
            <a:r>
              <a:rPr spc="-15" dirty="0"/>
              <a:t>,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spc="-50" dirty="0"/>
              <a:t>1)</a:t>
            </a: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807580" y="3324377"/>
            <a:ext cx="1317626" cy="809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21229" y="4167393"/>
            <a:ext cx="1061834" cy="10509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46969" y="5218240"/>
            <a:ext cx="941399" cy="10398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39456" y="2584704"/>
            <a:ext cx="2223515" cy="12451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81609" y="2708513"/>
            <a:ext cx="2000250" cy="1059180"/>
          </a:xfrm>
          <a:custGeom>
            <a:avLst/>
            <a:gdLst/>
            <a:ahLst/>
            <a:cxnLst/>
            <a:rect l="l" t="t" r="r" b="b"/>
            <a:pathLst>
              <a:path w="2000250" h="1059179">
                <a:moveTo>
                  <a:pt x="1988210" y="0"/>
                </a:moveTo>
                <a:lnTo>
                  <a:pt x="0" y="1036594"/>
                </a:lnTo>
                <a:lnTo>
                  <a:pt x="11826" y="1059058"/>
                </a:lnTo>
                <a:lnTo>
                  <a:pt x="1999884" y="22494"/>
                </a:lnTo>
                <a:lnTo>
                  <a:pt x="1988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880975" y="2702692"/>
            <a:ext cx="49530" cy="51435"/>
          </a:xfrm>
          <a:custGeom>
            <a:avLst/>
            <a:gdLst/>
            <a:ahLst/>
            <a:cxnLst/>
            <a:rect l="l" t="t" r="r" b="b"/>
            <a:pathLst>
              <a:path w="49529" h="51435">
                <a:moveTo>
                  <a:pt x="49164" y="0"/>
                </a:moveTo>
                <a:lnTo>
                  <a:pt x="0" y="0"/>
                </a:lnTo>
                <a:lnTo>
                  <a:pt x="11826" y="22463"/>
                </a:lnTo>
                <a:lnTo>
                  <a:pt x="518" y="28315"/>
                </a:lnTo>
                <a:lnTo>
                  <a:pt x="12313" y="50932"/>
                </a:lnTo>
                <a:lnTo>
                  <a:pt x="491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869820" y="2702692"/>
            <a:ext cx="23495" cy="28575"/>
          </a:xfrm>
          <a:custGeom>
            <a:avLst/>
            <a:gdLst/>
            <a:ahLst/>
            <a:cxnLst/>
            <a:rect l="l" t="t" r="r" b="b"/>
            <a:pathLst>
              <a:path w="23495" h="28575">
                <a:moveTo>
                  <a:pt x="11155" y="0"/>
                </a:moveTo>
                <a:lnTo>
                  <a:pt x="0" y="5821"/>
                </a:lnTo>
                <a:lnTo>
                  <a:pt x="11673" y="28315"/>
                </a:lnTo>
                <a:lnTo>
                  <a:pt x="22981" y="22463"/>
                </a:lnTo>
                <a:lnTo>
                  <a:pt x="11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857993" y="2684647"/>
            <a:ext cx="85725" cy="24130"/>
          </a:xfrm>
          <a:custGeom>
            <a:avLst/>
            <a:gdLst/>
            <a:ahLst/>
            <a:cxnLst/>
            <a:rect l="l" t="t" r="r" b="b"/>
            <a:pathLst>
              <a:path w="85725" h="24130">
                <a:moveTo>
                  <a:pt x="85222" y="0"/>
                </a:moveTo>
                <a:lnTo>
                  <a:pt x="0" y="1402"/>
                </a:lnTo>
                <a:lnTo>
                  <a:pt x="11826" y="23865"/>
                </a:lnTo>
                <a:lnTo>
                  <a:pt x="22981" y="18044"/>
                </a:lnTo>
                <a:lnTo>
                  <a:pt x="72146" y="18044"/>
                </a:lnTo>
                <a:lnTo>
                  <a:pt x="852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66888" y="3584447"/>
            <a:ext cx="2060448" cy="5806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10077" y="3687958"/>
            <a:ext cx="1825625" cy="414655"/>
          </a:xfrm>
          <a:custGeom>
            <a:avLst/>
            <a:gdLst/>
            <a:ahLst/>
            <a:cxnLst/>
            <a:rect l="l" t="t" r="r" b="b"/>
            <a:pathLst>
              <a:path w="1825625" h="414654">
                <a:moveTo>
                  <a:pt x="1820417" y="0"/>
                </a:moveTo>
                <a:lnTo>
                  <a:pt x="0" y="389634"/>
                </a:lnTo>
                <a:lnTo>
                  <a:pt x="5333" y="414399"/>
                </a:lnTo>
                <a:lnTo>
                  <a:pt x="1825630" y="24749"/>
                </a:lnTo>
                <a:lnTo>
                  <a:pt x="18204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735708" y="3685275"/>
            <a:ext cx="71120" cy="52705"/>
          </a:xfrm>
          <a:custGeom>
            <a:avLst/>
            <a:gdLst/>
            <a:ahLst/>
            <a:cxnLst/>
            <a:rect l="l" t="t" r="r" b="b"/>
            <a:pathLst>
              <a:path w="71120" h="52704">
                <a:moveTo>
                  <a:pt x="70713" y="0"/>
                </a:moveTo>
                <a:lnTo>
                  <a:pt x="7101" y="0"/>
                </a:lnTo>
                <a:lnTo>
                  <a:pt x="12435" y="24780"/>
                </a:lnTo>
                <a:lnTo>
                  <a:pt x="0" y="27431"/>
                </a:lnTo>
                <a:lnTo>
                  <a:pt x="5333" y="52334"/>
                </a:lnTo>
                <a:lnTo>
                  <a:pt x="707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730495" y="3685275"/>
            <a:ext cx="17780" cy="27940"/>
          </a:xfrm>
          <a:custGeom>
            <a:avLst/>
            <a:gdLst/>
            <a:ahLst/>
            <a:cxnLst/>
            <a:rect l="l" t="t" r="r" b="b"/>
            <a:pathLst>
              <a:path w="17779" h="27939">
                <a:moveTo>
                  <a:pt x="12313" y="0"/>
                </a:moveTo>
                <a:lnTo>
                  <a:pt x="0" y="2682"/>
                </a:lnTo>
                <a:lnTo>
                  <a:pt x="5212" y="27431"/>
                </a:lnTo>
                <a:lnTo>
                  <a:pt x="17647" y="24780"/>
                </a:lnTo>
                <a:lnTo>
                  <a:pt x="123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25162" y="3663055"/>
            <a:ext cx="82550" cy="25400"/>
          </a:xfrm>
          <a:custGeom>
            <a:avLst/>
            <a:gdLst/>
            <a:ahLst/>
            <a:cxnLst/>
            <a:rect l="l" t="t" r="r" b="b"/>
            <a:pathLst>
              <a:path w="82550" h="25400">
                <a:moveTo>
                  <a:pt x="0" y="0"/>
                </a:moveTo>
                <a:lnTo>
                  <a:pt x="5333" y="24902"/>
                </a:lnTo>
                <a:lnTo>
                  <a:pt x="17647" y="22219"/>
                </a:lnTo>
                <a:lnTo>
                  <a:pt x="81259" y="22219"/>
                </a:lnTo>
                <a:lnTo>
                  <a:pt x="82417" y="213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812023" y="4357115"/>
            <a:ext cx="2028444" cy="4754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639939" y="4693158"/>
            <a:ext cx="73660" cy="25400"/>
          </a:xfrm>
          <a:custGeom>
            <a:avLst/>
            <a:gdLst/>
            <a:ahLst/>
            <a:cxnLst/>
            <a:rect l="l" t="t" r="r" b="b"/>
            <a:pathLst>
              <a:path w="73659" h="25400">
                <a:moveTo>
                  <a:pt x="4053" y="0"/>
                </a:moveTo>
                <a:lnTo>
                  <a:pt x="0" y="25145"/>
                </a:lnTo>
                <a:lnTo>
                  <a:pt x="73670" y="2036"/>
                </a:lnTo>
                <a:lnTo>
                  <a:pt x="16520" y="2036"/>
                </a:lnTo>
                <a:lnTo>
                  <a:pt x="4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643993" y="4668142"/>
            <a:ext cx="16510" cy="27305"/>
          </a:xfrm>
          <a:custGeom>
            <a:avLst/>
            <a:gdLst/>
            <a:ahLst/>
            <a:cxnLst/>
            <a:rect l="l" t="t" r="r" b="b"/>
            <a:pathLst>
              <a:path w="16509" h="27304">
                <a:moveTo>
                  <a:pt x="3931" y="0"/>
                </a:moveTo>
                <a:lnTo>
                  <a:pt x="0" y="25014"/>
                </a:lnTo>
                <a:lnTo>
                  <a:pt x="12466" y="27050"/>
                </a:lnTo>
                <a:lnTo>
                  <a:pt x="16520" y="2023"/>
                </a:lnTo>
                <a:lnTo>
                  <a:pt x="3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647925" y="4642997"/>
            <a:ext cx="73660" cy="52705"/>
          </a:xfrm>
          <a:custGeom>
            <a:avLst/>
            <a:gdLst/>
            <a:ahLst/>
            <a:cxnLst/>
            <a:rect l="l" t="t" r="r" b="b"/>
            <a:pathLst>
              <a:path w="73659" h="52704">
                <a:moveTo>
                  <a:pt x="4084" y="0"/>
                </a:moveTo>
                <a:lnTo>
                  <a:pt x="0" y="25145"/>
                </a:lnTo>
                <a:lnTo>
                  <a:pt x="12588" y="27169"/>
                </a:lnTo>
                <a:lnTo>
                  <a:pt x="8534" y="52196"/>
                </a:lnTo>
                <a:lnTo>
                  <a:pt x="65684" y="52196"/>
                </a:lnTo>
                <a:lnTo>
                  <a:pt x="73304" y="49779"/>
                </a:lnTo>
                <a:lnTo>
                  <a:pt x="4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54939" y="4379464"/>
            <a:ext cx="1793239" cy="313690"/>
          </a:xfrm>
          <a:custGeom>
            <a:avLst/>
            <a:gdLst/>
            <a:ahLst/>
            <a:cxnLst/>
            <a:rect l="l" t="t" r="r" b="b"/>
            <a:pathLst>
              <a:path w="1793240" h="313689">
                <a:moveTo>
                  <a:pt x="4084" y="0"/>
                </a:moveTo>
                <a:lnTo>
                  <a:pt x="0" y="25027"/>
                </a:lnTo>
                <a:lnTo>
                  <a:pt x="1789054" y="313694"/>
                </a:lnTo>
                <a:lnTo>
                  <a:pt x="1792985" y="288679"/>
                </a:lnTo>
                <a:lnTo>
                  <a:pt x="4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39456" y="4658867"/>
            <a:ext cx="2223515" cy="12192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857993" y="5714929"/>
            <a:ext cx="85725" cy="23495"/>
          </a:xfrm>
          <a:custGeom>
            <a:avLst/>
            <a:gdLst/>
            <a:ahLst/>
            <a:cxnLst/>
            <a:rect l="l" t="t" r="r" b="b"/>
            <a:pathLst>
              <a:path w="85725" h="23495">
                <a:moveTo>
                  <a:pt x="11551" y="0"/>
                </a:moveTo>
                <a:lnTo>
                  <a:pt x="0" y="22655"/>
                </a:lnTo>
                <a:lnTo>
                  <a:pt x="85222" y="23240"/>
                </a:lnTo>
                <a:lnTo>
                  <a:pt x="72268" y="5760"/>
                </a:lnTo>
                <a:lnTo>
                  <a:pt x="22859" y="5760"/>
                </a:lnTo>
                <a:lnTo>
                  <a:pt x="11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869545" y="5692271"/>
            <a:ext cx="22860" cy="28575"/>
          </a:xfrm>
          <a:custGeom>
            <a:avLst/>
            <a:gdLst/>
            <a:ahLst/>
            <a:cxnLst/>
            <a:rect l="l" t="t" r="r" b="b"/>
            <a:pathLst>
              <a:path w="22859" h="28575">
                <a:moveTo>
                  <a:pt x="11429" y="0"/>
                </a:moveTo>
                <a:lnTo>
                  <a:pt x="0" y="22658"/>
                </a:lnTo>
                <a:lnTo>
                  <a:pt x="11308" y="28419"/>
                </a:lnTo>
                <a:lnTo>
                  <a:pt x="22859" y="5785"/>
                </a:lnTo>
                <a:lnTo>
                  <a:pt x="114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880853" y="5669660"/>
            <a:ext cx="49530" cy="51435"/>
          </a:xfrm>
          <a:custGeom>
            <a:avLst/>
            <a:gdLst/>
            <a:ahLst/>
            <a:cxnLst/>
            <a:rect l="l" t="t" r="r" b="b"/>
            <a:pathLst>
              <a:path w="49529" h="51435">
                <a:moveTo>
                  <a:pt x="11673" y="0"/>
                </a:moveTo>
                <a:lnTo>
                  <a:pt x="121" y="22610"/>
                </a:lnTo>
                <a:lnTo>
                  <a:pt x="11551" y="28395"/>
                </a:lnTo>
                <a:lnTo>
                  <a:pt x="0" y="51029"/>
                </a:lnTo>
                <a:lnTo>
                  <a:pt x="49408" y="51029"/>
                </a:lnTo>
                <a:lnTo>
                  <a:pt x="116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881762" y="4681478"/>
            <a:ext cx="1999614" cy="1033780"/>
          </a:xfrm>
          <a:custGeom>
            <a:avLst/>
            <a:gdLst/>
            <a:ahLst/>
            <a:cxnLst/>
            <a:rect l="l" t="t" r="r" b="b"/>
            <a:pathLst>
              <a:path w="1999615" h="1033779">
                <a:moveTo>
                  <a:pt x="11551" y="0"/>
                </a:moveTo>
                <a:lnTo>
                  <a:pt x="0" y="22597"/>
                </a:lnTo>
                <a:lnTo>
                  <a:pt x="1987783" y="1033451"/>
                </a:lnTo>
                <a:lnTo>
                  <a:pt x="1999213" y="1010792"/>
                </a:lnTo>
                <a:lnTo>
                  <a:pt x="11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29740" y="1645532"/>
            <a:ext cx="1953896" cy="137896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56943" y="4900851"/>
            <a:ext cx="3536685" cy="13382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210665" y="4993590"/>
            <a:ext cx="1702055" cy="126721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807580" y="2231806"/>
            <a:ext cx="1437894" cy="7876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26648" y="835533"/>
            <a:ext cx="5303520" cy="81114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632075" y="3547619"/>
            <a:ext cx="6221973" cy="122592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0">
              <a:lnSpc>
                <a:spcPct val="100000"/>
              </a:lnSpc>
            </a:pPr>
            <a:r>
              <a:rPr dirty="0">
                <a:latin typeface="Arial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67785">
              <a:lnSpc>
                <a:spcPct val="100000"/>
              </a:lnSpc>
            </a:pPr>
            <a:r>
              <a:rPr spc="-60" dirty="0"/>
              <a:t>V</a:t>
            </a:r>
            <a:r>
              <a:rPr spc="-40" dirty="0"/>
              <a:t>(</a:t>
            </a:r>
            <a:r>
              <a:rPr spc="-55" dirty="0"/>
              <a:t>3</a:t>
            </a:r>
            <a:r>
              <a:rPr spc="-15" dirty="0"/>
              <a:t>,</a:t>
            </a:r>
            <a:r>
              <a:rPr spc="110" dirty="0">
                <a:latin typeface="Times New Roman"/>
                <a:cs typeface="Times New Roman"/>
              </a:rPr>
              <a:t> </a:t>
            </a:r>
            <a:r>
              <a:rPr spc="-50" dirty="0"/>
              <a:t>2)</a:t>
            </a: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2675" y="4164150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29" y="500301"/>
                </a:lnTo>
                <a:lnTo>
                  <a:pt x="2926329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2675" y="4164150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29" y="500301"/>
                </a:lnTo>
                <a:lnTo>
                  <a:pt x="2926329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31464" y="3185160"/>
            <a:ext cx="554736" cy="12237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91905" y="3220334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4">
                <a:moveTo>
                  <a:pt x="452018" y="1113160"/>
                </a:moveTo>
                <a:lnTo>
                  <a:pt x="411479" y="1112529"/>
                </a:lnTo>
                <a:lnTo>
                  <a:pt x="373258" y="1110874"/>
                </a:lnTo>
                <a:lnTo>
                  <a:pt x="321716" y="1106302"/>
                </a:lnTo>
                <a:lnTo>
                  <a:pt x="278891" y="1099956"/>
                </a:lnTo>
                <a:lnTo>
                  <a:pt x="239024" y="1088907"/>
                </a:lnTo>
                <a:lnTo>
                  <a:pt x="223418" y="594619"/>
                </a:lnTo>
                <a:lnTo>
                  <a:pt x="222503" y="591190"/>
                </a:lnTo>
                <a:lnTo>
                  <a:pt x="182636" y="572902"/>
                </a:lnTo>
                <a:lnTo>
                  <a:pt x="144170" y="565800"/>
                </a:lnTo>
                <a:lnTo>
                  <a:pt x="95890" y="560466"/>
                </a:lnTo>
                <a:lnTo>
                  <a:pt x="40264" y="557265"/>
                </a:lnTo>
                <a:lnTo>
                  <a:pt x="0" y="556503"/>
                </a:lnTo>
                <a:lnTo>
                  <a:pt x="20086" y="556381"/>
                </a:lnTo>
                <a:lnTo>
                  <a:pt x="59070" y="555132"/>
                </a:lnTo>
                <a:lnTo>
                  <a:pt x="112532" y="551169"/>
                </a:lnTo>
                <a:lnTo>
                  <a:pt x="158130" y="545226"/>
                </a:lnTo>
                <a:lnTo>
                  <a:pt x="202448" y="534405"/>
                </a:lnTo>
                <a:lnTo>
                  <a:pt x="223418" y="38099"/>
                </a:lnTo>
                <a:lnTo>
                  <a:pt x="224302" y="34686"/>
                </a:lnTo>
                <a:lnTo>
                  <a:pt x="264170" y="16398"/>
                </a:lnTo>
                <a:lnTo>
                  <a:pt x="302666" y="9265"/>
                </a:lnTo>
                <a:lnTo>
                  <a:pt x="350916" y="3931"/>
                </a:lnTo>
                <a:lnTo>
                  <a:pt x="406542" y="761"/>
                </a:lnTo>
                <a:lnTo>
                  <a:pt x="426476" y="243"/>
                </a:lnTo>
                <a:lnTo>
                  <a:pt x="446928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47395" y="3252783"/>
            <a:ext cx="2349500" cy="649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ma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i="1" spc="75" dirty="0">
                <a:latin typeface="Book Antiqua"/>
                <a:cs typeface="Book Antiqua"/>
              </a:rPr>
              <a:t>V</a:t>
            </a:r>
            <a:r>
              <a:rPr sz="1800" spc="-60" dirty="0">
                <a:latin typeface="Book Antiqua"/>
                <a:cs typeface="Book Antiqua"/>
              </a:rPr>
              <a:t>(</a:t>
            </a:r>
            <a:r>
              <a:rPr sz="1800" spc="130" dirty="0">
                <a:latin typeface="Book Antiqua"/>
                <a:cs typeface="Book Antiqua"/>
              </a:rPr>
              <a:t>3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dirty="0">
                <a:latin typeface="Times New Roman"/>
                <a:cs typeface="Times New Roman"/>
              </a:rPr>
              <a:t> 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10601" y="3245163"/>
            <a:ext cx="5098415" cy="1125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32510" algn="l"/>
              </a:tabLst>
            </a:pPr>
            <a:r>
              <a:rPr sz="1800" i="1" spc="-155" dirty="0">
                <a:latin typeface="Book Antiqua"/>
                <a:cs typeface="Book Antiqua"/>
              </a:rPr>
              <a:t>U</a:t>
            </a:r>
            <a:r>
              <a:rPr sz="1800" i="1" dirty="0">
                <a:latin typeface="Book Antiqua"/>
                <a:cs typeface="Book Antiqua"/>
              </a:rPr>
              <a:t>P</a:t>
            </a:r>
            <a:r>
              <a:rPr sz="1800" i="1" dirty="0">
                <a:latin typeface="Times New Roman"/>
                <a:cs typeface="Times New Roman"/>
              </a:rPr>
              <a:t>	</a:t>
            </a:r>
            <a:r>
              <a:rPr sz="1800" i="1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i="1" dirty="0">
                <a:latin typeface="Book Antiqua"/>
                <a:cs typeface="Book Antiqua"/>
              </a:rPr>
              <a:t>6</a:t>
            </a:r>
            <a:r>
              <a:rPr sz="1800" i="1" spc="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i="1" spc="30" dirty="0">
                <a:latin typeface="Book Antiqua"/>
                <a:cs typeface="Book Antiqua"/>
              </a:rPr>
              <a:t>(3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spc="30" dirty="0">
                <a:latin typeface="Book Antiqua"/>
                <a:cs typeface="Book Antiqua"/>
              </a:rPr>
              <a:t>3</a:t>
            </a:r>
            <a:r>
              <a:rPr sz="1800" i="1" dirty="0">
                <a:latin typeface="Book Antiqua"/>
                <a:cs typeface="Book Antiqua"/>
              </a:rPr>
              <a:t>)</a:t>
            </a:r>
            <a:r>
              <a:rPr sz="1800" i="1" spc="-10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Book Antiqua"/>
                <a:cs typeface="Book Antiqua"/>
              </a:rPr>
              <a:t>+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i="1" dirty="0">
                <a:latin typeface="Book Antiqua"/>
                <a:cs typeface="Book Antiqua"/>
              </a:rPr>
              <a:t>2</a:t>
            </a:r>
            <a:r>
              <a:rPr sz="1800" i="1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i="1" spc="35" dirty="0">
                <a:latin typeface="Book Antiqua"/>
                <a:cs typeface="Book Antiqua"/>
              </a:rPr>
              <a:t>(</a:t>
            </a:r>
            <a:r>
              <a:rPr sz="1800" i="1" spc="30" dirty="0">
                <a:latin typeface="Book Antiqua"/>
                <a:cs typeface="Book Antiqua"/>
              </a:rPr>
              <a:t>2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110" dirty="0">
                <a:latin typeface="Times New Roman"/>
                <a:cs typeface="Times New Roman"/>
              </a:rPr>
              <a:t> </a:t>
            </a:r>
            <a:r>
              <a:rPr sz="1800" i="1" spc="130" dirty="0">
                <a:latin typeface="Book Antiqua"/>
                <a:cs typeface="Book Antiqua"/>
              </a:rPr>
              <a:t>2</a:t>
            </a:r>
            <a:r>
              <a:rPr sz="1800" i="1" dirty="0">
                <a:latin typeface="Book Antiqua"/>
                <a:cs typeface="Book Antiqua"/>
              </a:rPr>
              <a:t>)</a:t>
            </a:r>
            <a:r>
              <a:rPr sz="1800" i="1" spc="-19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Book Antiqua"/>
                <a:cs typeface="Book Antiqua"/>
              </a:rPr>
              <a:t>+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i="1" dirty="0">
                <a:latin typeface="Book Antiqua"/>
                <a:cs typeface="Book Antiqua"/>
              </a:rPr>
              <a:t>2</a:t>
            </a:r>
            <a:r>
              <a:rPr sz="1800" i="1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i="1" spc="30" dirty="0">
                <a:latin typeface="Book Antiqua"/>
                <a:cs typeface="Book Antiqua"/>
              </a:rPr>
              <a:t>(3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spc="30" dirty="0">
                <a:latin typeface="Book Antiqua"/>
                <a:cs typeface="Book Antiqua"/>
              </a:rPr>
              <a:t>2)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38225" algn="l"/>
              </a:tabLst>
            </a:pPr>
            <a:r>
              <a:rPr sz="1800" i="1" spc="-75" dirty="0">
                <a:latin typeface="Book Antiqua"/>
                <a:cs typeface="Book Antiqua"/>
              </a:rPr>
              <a:t>D</a:t>
            </a:r>
            <a:r>
              <a:rPr sz="1800" i="1" spc="70" dirty="0">
                <a:latin typeface="Book Antiqua"/>
                <a:cs typeface="Book Antiqua"/>
              </a:rPr>
              <a:t>O</a:t>
            </a:r>
            <a:r>
              <a:rPr sz="1800" i="1" spc="-15" dirty="0">
                <a:latin typeface="Book Antiqua"/>
                <a:cs typeface="Book Antiqua"/>
              </a:rPr>
              <a:t>WN</a:t>
            </a:r>
            <a:r>
              <a:rPr sz="1800" i="1" dirty="0">
                <a:latin typeface="Times New Roman"/>
                <a:cs typeface="Times New Roman"/>
              </a:rPr>
              <a:t>	</a:t>
            </a:r>
            <a:r>
              <a:rPr sz="1800" i="1" spc="80" dirty="0">
                <a:latin typeface="Book Antiqua"/>
                <a:cs typeface="Book Antiqua"/>
              </a:rPr>
              <a:t>0</a:t>
            </a:r>
            <a:r>
              <a:rPr sz="1800" i="1" spc="90" dirty="0">
                <a:latin typeface="Book Antiqua"/>
                <a:cs typeface="Book Antiqua"/>
              </a:rPr>
              <a:t>.</a:t>
            </a:r>
            <a:r>
              <a:rPr sz="1800" i="1" dirty="0">
                <a:latin typeface="Book Antiqua"/>
                <a:cs typeface="Book Antiqua"/>
              </a:rPr>
              <a:t>6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i="1" spc="35" dirty="0">
                <a:latin typeface="Book Antiqua"/>
                <a:cs typeface="Book Antiqua"/>
              </a:rPr>
              <a:t>(3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75" dirty="0">
                <a:latin typeface="Times New Roman"/>
                <a:cs typeface="Times New Roman"/>
              </a:rPr>
              <a:t> </a:t>
            </a:r>
            <a:r>
              <a:rPr sz="1800" i="1" spc="35" dirty="0">
                <a:latin typeface="Book Antiqua"/>
                <a:cs typeface="Book Antiqua"/>
              </a:rPr>
              <a:t>1</a:t>
            </a:r>
            <a:r>
              <a:rPr sz="1800" i="1" dirty="0">
                <a:latin typeface="Book Antiqua"/>
                <a:cs typeface="Book Antiqua"/>
              </a:rPr>
              <a:t>)</a:t>
            </a:r>
            <a:r>
              <a:rPr sz="1800" i="1" spc="-10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Book Antiqua"/>
                <a:cs typeface="Book Antiqua"/>
              </a:rPr>
              <a:t>+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spc="80" dirty="0">
                <a:latin typeface="Book Antiqua"/>
                <a:cs typeface="Book Antiqua"/>
              </a:rPr>
              <a:t>0</a:t>
            </a:r>
            <a:r>
              <a:rPr sz="1800" i="1" spc="90" dirty="0">
                <a:latin typeface="Book Antiqua"/>
                <a:cs typeface="Book Antiqua"/>
              </a:rPr>
              <a:t>.</a:t>
            </a:r>
            <a:r>
              <a:rPr sz="1800" i="1" dirty="0">
                <a:latin typeface="Book Antiqua"/>
                <a:cs typeface="Book Antiqua"/>
              </a:rPr>
              <a:t>2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0" dirty="0">
                <a:latin typeface="Arial"/>
                <a:cs typeface="Arial"/>
              </a:rPr>
              <a:t> </a:t>
            </a:r>
            <a:r>
              <a:rPr sz="1800" i="1" spc="-70" dirty="0">
                <a:latin typeface="Book Antiqua"/>
                <a:cs typeface="Book Antiqua"/>
              </a:rPr>
              <a:t>V</a:t>
            </a:r>
            <a:r>
              <a:rPr sz="1800" i="1" spc="-50" dirty="0">
                <a:latin typeface="Book Antiqua"/>
                <a:cs typeface="Book Antiqua"/>
              </a:rPr>
              <a:t>(2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40" dirty="0">
                <a:latin typeface="Times New Roman"/>
                <a:cs typeface="Times New Roman"/>
              </a:rPr>
              <a:t> </a:t>
            </a:r>
            <a:r>
              <a:rPr sz="1800" i="1" spc="140" dirty="0">
                <a:latin typeface="Book Antiqua"/>
                <a:cs typeface="Book Antiqua"/>
              </a:rPr>
              <a:t>2</a:t>
            </a:r>
            <a:r>
              <a:rPr sz="1800" i="1" dirty="0">
                <a:latin typeface="Book Antiqua"/>
                <a:cs typeface="Book Antiqua"/>
              </a:rPr>
              <a:t>)</a:t>
            </a:r>
            <a:r>
              <a:rPr sz="1800" i="1" spc="-17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Book Antiqua"/>
                <a:cs typeface="Book Antiqua"/>
              </a:rPr>
              <a:t>+</a:t>
            </a:r>
            <a:r>
              <a:rPr sz="1800" i="1" spc="-45" dirty="0">
                <a:latin typeface="Times New Roman"/>
                <a:cs typeface="Times New Roman"/>
              </a:rPr>
              <a:t> </a:t>
            </a:r>
            <a:r>
              <a:rPr sz="1800" i="1" spc="80" dirty="0">
                <a:latin typeface="Book Antiqua"/>
                <a:cs typeface="Book Antiqua"/>
              </a:rPr>
              <a:t>0</a:t>
            </a:r>
            <a:r>
              <a:rPr sz="1800" i="1" spc="90" dirty="0">
                <a:latin typeface="Book Antiqua"/>
                <a:cs typeface="Book Antiqua"/>
              </a:rPr>
              <a:t>.</a:t>
            </a:r>
            <a:r>
              <a:rPr sz="1800" i="1" dirty="0">
                <a:latin typeface="Book Antiqua"/>
                <a:cs typeface="Book Antiqua"/>
              </a:rPr>
              <a:t>2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70" dirty="0">
                <a:latin typeface="Book Antiqua"/>
                <a:cs typeface="Book Antiqua"/>
              </a:rPr>
              <a:t>V</a:t>
            </a:r>
            <a:r>
              <a:rPr sz="1800" i="1" spc="-50" dirty="0">
                <a:latin typeface="Book Antiqua"/>
                <a:cs typeface="Book Antiqua"/>
              </a:rPr>
              <a:t>(3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40" dirty="0">
                <a:latin typeface="Times New Roman"/>
                <a:cs typeface="Times New Roman"/>
              </a:rPr>
              <a:t> </a:t>
            </a:r>
            <a:r>
              <a:rPr sz="1800" i="1" spc="140" dirty="0">
                <a:latin typeface="Book Antiqua"/>
                <a:cs typeface="Book Antiqua"/>
              </a:rPr>
              <a:t>2</a:t>
            </a:r>
            <a:r>
              <a:rPr sz="1800" i="1" dirty="0">
                <a:latin typeface="Book Antiqua"/>
                <a:cs typeface="Book Antiqua"/>
              </a:rPr>
              <a:t>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17269" algn="l"/>
              </a:tabLst>
            </a:pPr>
            <a:r>
              <a:rPr sz="1800" i="1" spc="-114" dirty="0">
                <a:latin typeface="Book Antiqua"/>
                <a:cs typeface="Book Antiqua"/>
              </a:rPr>
              <a:t>L</a:t>
            </a:r>
            <a:r>
              <a:rPr sz="1800" i="1" spc="-95" dirty="0">
                <a:latin typeface="Book Antiqua"/>
                <a:cs typeface="Book Antiqua"/>
              </a:rPr>
              <a:t>E</a:t>
            </a:r>
            <a:r>
              <a:rPr sz="1800" i="1" spc="-45" dirty="0">
                <a:latin typeface="Book Antiqua"/>
                <a:cs typeface="Book Antiqua"/>
              </a:rPr>
              <a:t>F</a:t>
            </a:r>
            <a:r>
              <a:rPr sz="1800" i="1" spc="-15" dirty="0">
                <a:latin typeface="Book Antiqua"/>
                <a:cs typeface="Book Antiqua"/>
              </a:rPr>
              <a:t>T</a:t>
            </a:r>
            <a:r>
              <a:rPr sz="1800" i="1" dirty="0">
                <a:latin typeface="Times New Roman"/>
                <a:cs typeface="Times New Roman"/>
              </a:rPr>
              <a:t>	</a:t>
            </a:r>
            <a:r>
              <a:rPr sz="1800" i="1" spc="80" dirty="0">
                <a:latin typeface="Book Antiqua"/>
                <a:cs typeface="Book Antiqua"/>
              </a:rPr>
              <a:t>0</a:t>
            </a:r>
            <a:r>
              <a:rPr sz="1800" i="1" spc="90" dirty="0">
                <a:latin typeface="Book Antiqua"/>
                <a:cs typeface="Book Antiqua"/>
              </a:rPr>
              <a:t>.</a:t>
            </a:r>
            <a:r>
              <a:rPr sz="1800" i="1" dirty="0">
                <a:latin typeface="Book Antiqua"/>
                <a:cs typeface="Book Antiqua"/>
              </a:rPr>
              <a:t>2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i="1" spc="20" dirty="0">
                <a:latin typeface="Book Antiqua"/>
                <a:cs typeface="Book Antiqua"/>
              </a:rPr>
              <a:t>(3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85" dirty="0">
                <a:latin typeface="Times New Roman"/>
                <a:cs typeface="Times New Roman"/>
              </a:rPr>
              <a:t> </a:t>
            </a:r>
            <a:r>
              <a:rPr sz="1800" i="1" spc="35" dirty="0">
                <a:latin typeface="Book Antiqua"/>
                <a:cs typeface="Book Antiqua"/>
              </a:rPr>
              <a:t>3</a:t>
            </a:r>
            <a:r>
              <a:rPr sz="1800" i="1" dirty="0">
                <a:latin typeface="Book Antiqua"/>
                <a:cs typeface="Book Antiqua"/>
              </a:rPr>
              <a:t>)</a:t>
            </a:r>
            <a:r>
              <a:rPr sz="1800" i="1" spc="-10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Book Antiqua"/>
                <a:cs typeface="Book Antiqua"/>
              </a:rPr>
              <a:t>+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spc="80" dirty="0">
                <a:latin typeface="Book Antiqua"/>
                <a:cs typeface="Book Antiqua"/>
              </a:rPr>
              <a:t>0</a:t>
            </a:r>
            <a:r>
              <a:rPr sz="1800" i="1" spc="90" dirty="0">
                <a:latin typeface="Book Antiqua"/>
                <a:cs typeface="Book Antiqua"/>
              </a:rPr>
              <a:t>.</a:t>
            </a:r>
            <a:r>
              <a:rPr sz="1800" i="1" dirty="0">
                <a:latin typeface="Book Antiqua"/>
                <a:cs typeface="Book Antiqua"/>
              </a:rPr>
              <a:t>6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70" dirty="0">
                <a:latin typeface="Book Antiqua"/>
                <a:cs typeface="Book Antiqua"/>
              </a:rPr>
              <a:t>V</a:t>
            </a:r>
            <a:r>
              <a:rPr sz="1800" i="1" spc="-50" dirty="0">
                <a:latin typeface="Book Antiqua"/>
                <a:cs typeface="Book Antiqua"/>
              </a:rPr>
              <a:t>(2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dirty="0">
                <a:latin typeface="Times New Roman"/>
                <a:cs typeface="Times New Roman"/>
              </a:rPr>
              <a:t> </a:t>
            </a:r>
            <a:r>
              <a:rPr sz="1800" i="1" spc="-105" dirty="0">
                <a:latin typeface="Times New Roman"/>
                <a:cs typeface="Times New Roman"/>
              </a:rPr>
              <a:t> </a:t>
            </a:r>
            <a:r>
              <a:rPr sz="1800" i="1" spc="35" dirty="0">
                <a:latin typeface="Book Antiqua"/>
                <a:cs typeface="Book Antiqua"/>
              </a:rPr>
              <a:t>2</a:t>
            </a:r>
            <a:r>
              <a:rPr sz="1800" i="1" dirty="0">
                <a:latin typeface="Book Antiqua"/>
                <a:cs typeface="Book Antiqua"/>
              </a:rPr>
              <a:t>)</a:t>
            </a:r>
            <a:r>
              <a:rPr sz="1800" i="1" spc="-10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Book Antiqua"/>
                <a:cs typeface="Book Antiqua"/>
              </a:rPr>
              <a:t>+</a:t>
            </a:r>
            <a:r>
              <a:rPr sz="1800" i="1" spc="-30" dirty="0">
                <a:latin typeface="Times New Roman"/>
                <a:cs typeface="Times New Roman"/>
              </a:rPr>
              <a:t> </a:t>
            </a:r>
            <a:r>
              <a:rPr sz="1800" i="1" spc="80" dirty="0">
                <a:latin typeface="Book Antiqua"/>
                <a:cs typeface="Book Antiqua"/>
              </a:rPr>
              <a:t>0</a:t>
            </a:r>
            <a:r>
              <a:rPr sz="1800" i="1" spc="90" dirty="0">
                <a:latin typeface="Book Antiqua"/>
                <a:cs typeface="Book Antiqua"/>
              </a:rPr>
              <a:t>.</a:t>
            </a:r>
            <a:r>
              <a:rPr sz="1800" i="1" dirty="0">
                <a:latin typeface="Book Antiqua"/>
                <a:cs typeface="Book Antiqua"/>
              </a:rPr>
              <a:t>2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70" dirty="0">
                <a:latin typeface="Book Antiqua"/>
                <a:cs typeface="Book Antiqua"/>
              </a:rPr>
              <a:t>V</a:t>
            </a:r>
            <a:r>
              <a:rPr sz="1800" i="1" spc="-50" dirty="0">
                <a:latin typeface="Book Antiqua"/>
                <a:cs typeface="Book Antiqua"/>
              </a:rPr>
              <a:t>(3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110" dirty="0">
                <a:latin typeface="Times New Roman"/>
                <a:cs typeface="Times New Roman"/>
              </a:rPr>
              <a:t> </a:t>
            </a:r>
            <a:r>
              <a:rPr sz="1800" i="1" spc="35" dirty="0">
                <a:latin typeface="Book Antiqua"/>
                <a:cs typeface="Book Antiqua"/>
              </a:rPr>
              <a:t>1)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00125" algn="l"/>
              </a:tabLst>
            </a:pPr>
            <a:r>
              <a:rPr sz="1800" i="1" spc="-160" dirty="0">
                <a:latin typeface="Book Antiqua"/>
                <a:cs typeface="Book Antiqua"/>
              </a:rPr>
              <a:t>R</a:t>
            </a:r>
            <a:r>
              <a:rPr sz="1800" i="1" spc="-155" dirty="0">
                <a:latin typeface="Book Antiqua"/>
                <a:cs typeface="Book Antiqua"/>
              </a:rPr>
              <a:t>I</a:t>
            </a:r>
            <a:r>
              <a:rPr sz="1800" i="1" spc="55" dirty="0">
                <a:latin typeface="Book Antiqua"/>
                <a:cs typeface="Book Antiqua"/>
              </a:rPr>
              <a:t>G</a:t>
            </a:r>
            <a:r>
              <a:rPr sz="1800" i="1" spc="-155" dirty="0">
                <a:latin typeface="Book Antiqua"/>
                <a:cs typeface="Book Antiqua"/>
              </a:rPr>
              <a:t>H</a:t>
            </a:r>
            <a:r>
              <a:rPr sz="1800" i="1" spc="-15" dirty="0">
                <a:latin typeface="Book Antiqua"/>
                <a:cs typeface="Book Antiqua"/>
              </a:rPr>
              <a:t>T</a:t>
            </a:r>
            <a:r>
              <a:rPr sz="1800" i="1" dirty="0">
                <a:latin typeface="Times New Roman"/>
                <a:cs typeface="Times New Roman"/>
              </a:rPr>
              <a:t>	</a:t>
            </a:r>
            <a:r>
              <a:rPr sz="1800" i="1" spc="80" dirty="0">
                <a:latin typeface="Book Antiqua"/>
                <a:cs typeface="Book Antiqua"/>
              </a:rPr>
              <a:t>0</a:t>
            </a:r>
            <a:r>
              <a:rPr sz="1800" i="1" spc="90" dirty="0">
                <a:latin typeface="Book Antiqua"/>
                <a:cs typeface="Book Antiqua"/>
              </a:rPr>
              <a:t>.</a:t>
            </a:r>
            <a:r>
              <a:rPr sz="1800" i="1" dirty="0">
                <a:latin typeface="Book Antiqua"/>
                <a:cs typeface="Book Antiqua"/>
              </a:rPr>
              <a:t>6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70" dirty="0">
                <a:latin typeface="Book Antiqua"/>
                <a:cs typeface="Book Antiqua"/>
              </a:rPr>
              <a:t>V</a:t>
            </a:r>
            <a:r>
              <a:rPr sz="1800" i="1" spc="-50" dirty="0">
                <a:latin typeface="Book Antiqua"/>
                <a:cs typeface="Book Antiqua"/>
              </a:rPr>
              <a:t>(3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40" dirty="0">
                <a:latin typeface="Times New Roman"/>
                <a:cs typeface="Times New Roman"/>
              </a:rPr>
              <a:t> </a:t>
            </a:r>
            <a:r>
              <a:rPr sz="1800" i="1" spc="35" dirty="0">
                <a:latin typeface="Book Antiqua"/>
                <a:cs typeface="Book Antiqua"/>
              </a:rPr>
              <a:t>2</a:t>
            </a:r>
            <a:r>
              <a:rPr sz="1800" i="1" dirty="0">
                <a:latin typeface="Book Antiqua"/>
                <a:cs typeface="Book Antiqua"/>
              </a:rPr>
              <a:t>)</a:t>
            </a:r>
            <a:r>
              <a:rPr sz="1800" i="1" spc="-8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Book Antiqua"/>
                <a:cs typeface="Book Antiqua"/>
              </a:rPr>
              <a:t>+</a:t>
            </a:r>
            <a:r>
              <a:rPr sz="1800" i="1" spc="-30" dirty="0">
                <a:latin typeface="Times New Roman"/>
                <a:cs typeface="Times New Roman"/>
              </a:rPr>
              <a:t> </a:t>
            </a:r>
            <a:r>
              <a:rPr sz="1800" i="1" spc="80" dirty="0">
                <a:latin typeface="Book Antiqua"/>
                <a:cs typeface="Book Antiqua"/>
              </a:rPr>
              <a:t>0</a:t>
            </a:r>
            <a:r>
              <a:rPr sz="1800" i="1" spc="90" dirty="0">
                <a:latin typeface="Book Antiqua"/>
                <a:cs typeface="Book Antiqua"/>
              </a:rPr>
              <a:t>.</a:t>
            </a:r>
            <a:r>
              <a:rPr sz="1800" i="1" dirty="0">
                <a:latin typeface="Book Antiqua"/>
                <a:cs typeface="Book Antiqua"/>
              </a:rPr>
              <a:t>2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70" dirty="0">
                <a:latin typeface="Book Antiqua"/>
                <a:cs typeface="Book Antiqua"/>
              </a:rPr>
              <a:t>V</a:t>
            </a:r>
            <a:r>
              <a:rPr sz="1800" i="1" spc="-50" dirty="0">
                <a:latin typeface="Book Antiqua"/>
                <a:cs typeface="Book Antiqua"/>
              </a:rPr>
              <a:t>(3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40" dirty="0">
                <a:latin typeface="Times New Roman"/>
                <a:cs typeface="Times New Roman"/>
              </a:rPr>
              <a:t> </a:t>
            </a:r>
            <a:r>
              <a:rPr sz="1800" i="1" spc="35" dirty="0">
                <a:latin typeface="Book Antiqua"/>
                <a:cs typeface="Book Antiqua"/>
              </a:rPr>
              <a:t>3</a:t>
            </a:r>
            <a:r>
              <a:rPr sz="1800" i="1" dirty="0">
                <a:latin typeface="Book Antiqua"/>
                <a:cs typeface="Book Antiqua"/>
              </a:rPr>
              <a:t>)</a:t>
            </a:r>
            <a:r>
              <a:rPr sz="1800" i="1" spc="-9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Book Antiqua"/>
                <a:cs typeface="Book Antiqua"/>
              </a:rPr>
              <a:t>+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spc="80" dirty="0">
                <a:latin typeface="Book Antiqua"/>
                <a:cs typeface="Book Antiqua"/>
              </a:rPr>
              <a:t>0</a:t>
            </a:r>
            <a:r>
              <a:rPr sz="1800" i="1" spc="90" dirty="0">
                <a:latin typeface="Book Antiqua"/>
                <a:cs typeface="Book Antiqua"/>
              </a:rPr>
              <a:t>.</a:t>
            </a:r>
            <a:r>
              <a:rPr sz="1800" i="1" dirty="0">
                <a:latin typeface="Book Antiqua"/>
                <a:cs typeface="Book Antiqua"/>
              </a:rPr>
              <a:t>2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i="1" spc="-75" dirty="0">
                <a:latin typeface="Book Antiqua"/>
                <a:cs typeface="Book Antiqua"/>
              </a:rPr>
              <a:t>(</a:t>
            </a:r>
            <a:r>
              <a:rPr sz="1800" i="1" spc="120" dirty="0">
                <a:latin typeface="Book Antiqua"/>
                <a:cs typeface="Book Antiqua"/>
              </a:rPr>
              <a:t>3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spc="120" dirty="0">
                <a:latin typeface="Book Antiqua"/>
                <a:cs typeface="Book Antiqua"/>
              </a:rPr>
              <a:t>1</a:t>
            </a:r>
            <a:r>
              <a:rPr sz="1800" i="1" dirty="0">
                <a:latin typeface="Book Antiqua"/>
                <a:cs typeface="Book Antiqua"/>
              </a:rPr>
              <a:t>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8698" y="5407136"/>
            <a:ext cx="12655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Book Antiqua"/>
                <a:cs typeface="Book Antiqua"/>
              </a:rPr>
              <a:t>-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82683" y="5016081"/>
            <a:ext cx="28829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5" dirty="0">
                <a:latin typeface="Book Antiqua"/>
                <a:cs typeface="Book Antiqua"/>
              </a:rPr>
              <a:t>U</a:t>
            </a:r>
            <a:r>
              <a:rPr sz="1600" spc="-10" dirty="0">
                <a:latin typeface="Book Antiqua"/>
                <a:cs typeface="Book Antiqua"/>
              </a:rPr>
              <a:t>P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82683" y="5289400"/>
            <a:ext cx="3036570" cy="237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32485" algn="l"/>
              </a:tabLst>
            </a:pPr>
            <a:r>
              <a:rPr sz="1600" spc="-65" dirty="0">
                <a:latin typeface="Book Antiqua"/>
                <a:cs typeface="Book Antiqua"/>
              </a:rPr>
              <a:t>D</a:t>
            </a:r>
            <a:r>
              <a:rPr sz="1600" spc="60" dirty="0">
                <a:latin typeface="Book Antiqua"/>
                <a:cs typeface="Book Antiqua"/>
              </a:rPr>
              <a:t>O</a:t>
            </a:r>
            <a:r>
              <a:rPr sz="1600" spc="-105" dirty="0">
                <a:latin typeface="Book Antiqua"/>
                <a:cs typeface="Book Antiqua"/>
              </a:rPr>
              <a:t>W</a:t>
            </a:r>
            <a:r>
              <a:rPr sz="1600" spc="-15" dirty="0">
                <a:latin typeface="Book Antiqua"/>
                <a:cs typeface="Book Antiqua"/>
              </a:rPr>
              <a:t>N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100" dirty="0">
                <a:latin typeface="Book Antiqua"/>
                <a:cs typeface="Book Antiqua"/>
              </a:rPr>
              <a:t>0</a:t>
            </a:r>
            <a:r>
              <a:rPr sz="1600" i="1" dirty="0">
                <a:latin typeface="Book Antiqua"/>
                <a:cs typeface="Book Antiqua"/>
              </a:rPr>
              <a:t>.</a:t>
            </a:r>
            <a:r>
              <a:rPr sz="1600" spc="-10" dirty="0">
                <a:latin typeface="Book Antiqua"/>
                <a:cs typeface="Book Antiqua"/>
              </a:rPr>
              <a:t>6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Arial"/>
                <a:cs typeface="Arial"/>
              </a:rPr>
              <a:t>×</a:t>
            </a:r>
            <a:r>
              <a:rPr sz="1600" i="1" spc="-105" dirty="0">
                <a:latin typeface="Arial"/>
                <a:cs typeface="Arial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0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+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100" dirty="0">
                <a:latin typeface="Book Antiqua"/>
                <a:cs typeface="Book Antiqua"/>
              </a:rPr>
              <a:t>0</a:t>
            </a:r>
            <a:r>
              <a:rPr sz="1600" i="1" dirty="0">
                <a:latin typeface="Book Antiqua"/>
                <a:cs typeface="Book Antiqua"/>
              </a:rPr>
              <a:t>.</a:t>
            </a:r>
            <a:r>
              <a:rPr sz="1600" spc="-10" dirty="0">
                <a:latin typeface="Book Antiqua"/>
                <a:cs typeface="Book Antiqua"/>
              </a:rPr>
              <a:t>2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Arial"/>
                <a:cs typeface="Arial"/>
              </a:rPr>
              <a:t>×</a:t>
            </a:r>
            <a:r>
              <a:rPr sz="1600" i="1" spc="-95" dirty="0">
                <a:latin typeface="Arial"/>
                <a:cs typeface="Arial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0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+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100" dirty="0">
                <a:latin typeface="Book Antiqua"/>
                <a:cs typeface="Book Antiqua"/>
              </a:rPr>
              <a:t>0</a:t>
            </a:r>
            <a:r>
              <a:rPr sz="1600" i="1" dirty="0">
                <a:latin typeface="Book Antiqua"/>
                <a:cs typeface="Book Antiqua"/>
              </a:rPr>
              <a:t>.</a:t>
            </a:r>
            <a:r>
              <a:rPr sz="1600" spc="-10" dirty="0">
                <a:latin typeface="Book Antiqua"/>
                <a:cs typeface="Book Antiqua"/>
              </a:rPr>
              <a:t>2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Arial"/>
                <a:cs typeface="Arial"/>
              </a:rPr>
              <a:t>×</a:t>
            </a:r>
            <a:r>
              <a:rPr sz="1600" i="1" spc="-95" dirty="0">
                <a:latin typeface="Arial"/>
                <a:cs typeface="Arial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0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82674" y="5568091"/>
            <a:ext cx="625475" cy="497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600"/>
              </a:lnSpc>
            </a:pPr>
            <a:r>
              <a:rPr sz="1600" spc="-195" dirty="0">
                <a:latin typeface="Book Antiqua"/>
                <a:cs typeface="Book Antiqua"/>
              </a:rPr>
              <a:t>L</a:t>
            </a:r>
            <a:r>
              <a:rPr sz="1600" spc="-65" dirty="0">
                <a:latin typeface="Book Antiqua"/>
                <a:cs typeface="Book Antiqua"/>
              </a:rPr>
              <a:t>E</a:t>
            </a:r>
            <a:r>
              <a:rPr sz="1600" spc="-25" dirty="0">
                <a:latin typeface="Book Antiqua"/>
                <a:cs typeface="Book Antiqua"/>
              </a:rPr>
              <a:t>F</a:t>
            </a:r>
            <a:r>
              <a:rPr sz="1600" spc="-10" dirty="0">
                <a:latin typeface="Book Antiqua"/>
                <a:cs typeface="Book Antiqua"/>
              </a:rPr>
              <a:t>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85" dirty="0">
                <a:latin typeface="Book Antiqua"/>
                <a:cs typeface="Book Antiqua"/>
              </a:rPr>
              <a:t>R</a:t>
            </a:r>
            <a:r>
              <a:rPr sz="1600" spc="-95" dirty="0">
                <a:latin typeface="Book Antiqua"/>
                <a:cs typeface="Book Antiqua"/>
              </a:rPr>
              <a:t>IGH</a:t>
            </a:r>
            <a:r>
              <a:rPr sz="1600" spc="-10" dirty="0">
                <a:latin typeface="Book Antiqua"/>
                <a:cs typeface="Book Antiqua"/>
              </a:rPr>
              <a:t>T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25447" y="5559088"/>
            <a:ext cx="2218055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ct val="100000"/>
              </a:lnSpc>
            </a:pPr>
            <a:r>
              <a:rPr sz="1600" spc="100" dirty="0">
                <a:latin typeface="Book Antiqua"/>
                <a:cs typeface="Book Antiqua"/>
              </a:rPr>
              <a:t>0</a:t>
            </a:r>
            <a:r>
              <a:rPr sz="1600" i="1" dirty="0">
                <a:latin typeface="Book Antiqua"/>
                <a:cs typeface="Book Antiqua"/>
              </a:rPr>
              <a:t>.</a:t>
            </a:r>
            <a:r>
              <a:rPr sz="1600" spc="-10" dirty="0">
                <a:latin typeface="Book Antiqua"/>
                <a:cs typeface="Book Antiqua"/>
              </a:rPr>
              <a:t>2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Arial"/>
                <a:cs typeface="Arial"/>
              </a:rPr>
              <a:t>×</a:t>
            </a:r>
            <a:r>
              <a:rPr sz="1600" i="1" spc="-95" dirty="0">
                <a:latin typeface="Arial"/>
                <a:cs typeface="Arial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0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+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100" dirty="0">
                <a:latin typeface="Book Antiqua"/>
                <a:cs typeface="Book Antiqua"/>
              </a:rPr>
              <a:t>0</a:t>
            </a:r>
            <a:r>
              <a:rPr sz="1600" i="1" dirty="0">
                <a:latin typeface="Book Antiqua"/>
                <a:cs typeface="Book Antiqua"/>
              </a:rPr>
              <a:t>.</a:t>
            </a:r>
            <a:r>
              <a:rPr sz="1600" spc="-10" dirty="0">
                <a:latin typeface="Book Antiqua"/>
                <a:cs typeface="Book Antiqua"/>
              </a:rPr>
              <a:t>6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Arial"/>
                <a:cs typeface="Arial"/>
              </a:rPr>
              <a:t>×</a:t>
            </a:r>
            <a:r>
              <a:rPr sz="1600" i="1" spc="-95" dirty="0">
                <a:latin typeface="Arial"/>
                <a:cs typeface="Arial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0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+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100" dirty="0">
                <a:latin typeface="Book Antiqua"/>
                <a:cs typeface="Book Antiqua"/>
              </a:rPr>
              <a:t>0</a:t>
            </a:r>
            <a:r>
              <a:rPr sz="1600" i="1" dirty="0">
                <a:latin typeface="Book Antiqua"/>
                <a:cs typeface="Book Antiqua"/>
              </a:rPr>
              <a:t>.</a:t>
            </a:r>
            <a:r>
              <a:rPr sz="1600" spc="-10" dirty="0">
                <a:latin typeface="Book Antiqua"/>
                <a:cs typeface="Book Antiqua"/>
              </a:rPr>
              <a:t>2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Arial"/>
                <a:cs typeface="Arial"/>
              </a:rPr>
              <a:t>×</a:t>
            </a:r>
            <a:r>
              <a:rPr sz="1600" i="1" spc="-105" dirty="0">
                <a:latin typeface="Arial"/>
                <a:cs typeface="Arial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0</a:t>
            </a:r>
            <a:endParaRPr sz="1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600" spc="114" dirty="0">
                <a:latin typeface="Book Antiqua"/>
                <a:cs typeface="Book Antiqua"/>
              </a:rPr>
              <a:t>0</a:t>
            </a:r>
            <a:r>
              <a:rPr sz="1600" i="1" dirty="0">
                <a:latin typeface="Book Antiqua"/>
                <a:cs typeface="Book Antiqua"/>
              </a:rPr>
              <a:t>.</a:t>
            </a:r>
            <a:r>
              <a:rPr sz="1600" spc="-10" dirty="0">
                <a:latin typeface="Book Antiqua"/>
                <a:cs typeface="Book Antiqua"/>
              </a:rPr>
              <a:t>6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Arial"/>
                <a:cs typeface="Arial"/>
              </a:rPr>
              <a:t>×</a:t>
            </a:r>
            <a:r>
              <a:rPr sz="1600" i="1" spc="-95" dirty="0">
                <a:latin typeface="Arial"/>
                <a:cs typeface="Arial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0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+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100" dirty="0">
                <a:latin typeface="Book Antiqua"/>
                <a:cs typeface="Book Antiqua"/>
              </a:rPr>
              <a:t>0</a:t>
            </a:r>
            <a:r>
              <a:rPr sz="1600" i="1" dirty="0">
                <a:latin typeface="Book Antiqua"/>
                <a:cs typeface="Book Antiqua"/>
              </a:rPr>
              <a:t>.</a:t>
            </a:r>
            <a:r>
              <a:rPr sz="1600" spc="-10" dirty="0">
                <a:latin typeface="Book Antiqua"/>
                <a:cs typeface="Book Antiqua"/>
              </a:rPr>
              <a:t>2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Arial"/>
                <a:cs typeface="Arial"/>
              </a:rPr>
              <a:t>×</a:t>
            </a:r>
            <a:r>
              <a:rPr sz="1600" i="1" spc="-105" dirty="0">
                <a:latin typeface="Arial"/>
                <a:cs typeface="Arial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0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+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100" dirty="0">
                <a:latin typeface="Book Antiqua"/>
                <a:cs typeface="Book Antiqua"/>
              </a:rPr>
              <a:t>0</a:t>
            </a:r>
            <a:r>
              <a:rPr sz="1600" i="1" dirty="0">
                <a:latin typeface="Book Antiqua"/>
                <a:cs typeface="Book Antiqua"/>
              </a:rPr>
              <a:t>.</a:t>
            </a:r>
            <a:r>
              <a:rPr sz="1600" spc="-10" dirty="0">
                <a:latin typeface="Book Antiqua"/>
                <a:cs typeface="Book Antiqua"/>
              </a:rPr>
              <a:t>2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Arial"/>
                <a:cs typeface="Arial"/>
              </a:rPr>
              <a:t>×</a:t>
            </a:r>
            <a:r>
              <a:rPr sz="1600" i="1" spc="-95" dirty="0">
                <a:latin typeface="Arial"/>
                <a:cs typeface="Arial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0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87624" y="5003772"/>
            <a:ext cx="2211070" cy="237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0" dirty="0">
                <a:latin typeface="Book Antiqua"/>
                <a:cs typeface="Book Antiqua"/>
              </a:rPr>
              <a:t>0</a:t>
            </a:r>
            <a:r>
              <a:rPr sz="1600" i="1" dirty="0">
                <a:latin typeface="Book Antiqua"/>
                <a:cs typeface="Book Antiqua"/>
              </a:rPr>
              <a:t>.</a:t>
            </a:r>
            <a:r>
              <a:rPr sz="1600" spc="-10" dirty="0">
                <a:latin typeface="Book Antiqua"/>
                <a:cs typeface="Book Antiqua"/>
              </a:rPr>
              <a:t>6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Arial"/>
                <a:cs typeface="Arial"/>
              </a:rPr>
              <a:t>×</a:t>
            </a:r>
            <a:r>
              <a:rPr sz="1600" i="1" spc="-105" dirty="0">
                <a:latin typeface="Arial"/>
                <a:cs typeface="Arial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0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+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100" dirty="0">
                <a:latin typeface="Book Antiqua"/>
                <a:cs typeface="Book Antiqua"/>
              </a:rPr>
              <a:t>0</a:t>
            </a:r>
            <a:r>
              <a:rPr sz="1600" i="1" dirty="0">
                <a:latin typeface="Book Antiqua"/>
                <a:cs typeface="Book Antiqua"/>
              </a:rPr>
              <a:t>.</a:t>
            </a:r>
            <a:r>
              <a:rPr sz="1600" spc="-10" dirty="0">
                <a:latin typeface="Book Antiqua"/>
                <a:cs typeface="Book Antiqua"/>
              </a:rPr>
              <a:t>2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Arial"/>
                <a:cs typeface="Arial"/>
              </a:rPr>
              <a:t>×</a:t>
            </a:r>
            <a:r>
              <a:rPr sz="1600" i="1" spc="-95" dirty="0">
                <a:latin typeface="Arial"/>
                <a:cs typeface="Arial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0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+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100" dirty="0">
                <a:latin typeface="Book Antiqua"/>
                <a:cs typeface="Book Antiqua"/>
              </a:rPr>
              <a:t>0</a:t>
            </a:r>
            <a:r>
              <a:rPr sz="1600" i="1" dirty="0">
                <a:latin typeface="Book Antiqua"/>
                <a:cs typeface="Book Antiqua"/>
              </a:rPr>
              <a:t>.</a:t>
            </a:r>
            <a:r>
              <a:rPr sz="1600" spc="-10" dirty="0">
                <a:latin typeface="Book Antiqua"/>
                <a:cs typeface="Book Antiqua"/>
              </a:rPr>
              <a:t>2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Arial"/>
                <a:cs typeface="Arial"/>
              </a:rPr>
              <a:t>×</a:t>
            </a:r>
            <a:r>
              <a:rPr sz="1600" i="1" spc="-110" dirty="0">
                <a:latin typeface="Arial"/>
                <a:cs typeface="Arial"/>
              </a:rPr>
              <a:t> </a:t>
            </a:r>
            <a:r>
              <a:rPr sz="1600" spc="-10" dirty="0">
                <a:latin typeface="Book Antiqua"/>
                <a:cs typeface="Book Antiqua"/>
              </a:rPr>
              <a:t>0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96767" y="4773167"/>
            <a:ext cx="560832" cy="15179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62177" y="4808351"/>
            <a:ext cx="453390" cy="1407160"/>
          </a:xfrm>
          <a:custGeom>
            <a:avLst/>
            <a:gdLst/>
            <a:ahLst/>
            <a:cxnLst/>
            <a:rect l="l" t="t" r="r" b="b"/>
            <a:pathLst>
              <a:path w="453389" h="1407160">
                <a:moveTo>
                  <a:pt x="453146" y="1407032"/>
                </a:moveTo>
                <a:lnTo>
                  <a:pt x="412607" y="1406450"/>
                </a:lnTo>
                <a:lnTo>
                  <a:pt x="374385" y="1404746"/>
                </a:lnTo>
                <a:lnTo>
                  <a:pt x="322569" y="1400306"/>
                </a:lnTo>
                <a:lnTo>
                  <a:pt x="279532" y="1393947"/>
                </a:lnTo>
                <a:lnTo>
                  <a:pt x="238871" y="1383054"/>
                </a:lnTo>
                <a:lnTo>
                  <a:pt x="221741" y="742056"/>
                </a:lnTo>
                <a:lnTo>
                  <a:pt x="220858" y="738627"/>
                </a:lnTo>
                <a:lnTo>
                  <a:pt x="181477" y="720208"/>
                </a:lnTo>
                <a:lnTo>
                  <a:pt x="143255" y="713100"/>
                </a:lnTo>
                <a:lnTo>
                  <a:pt x="95493" y="707635"/>
                </a:lnTo>
                <a:lnTo>
                  <a:pt x="40142" y="704337"/>
                </a:lnTo>
                <a:lnTo>
                  <a:pt x="0" y="703444"/>
                </a:lnTo>
                <a:lnTo>
                  <a:pt x="19933" y="703325"/>
                </a:lnTo>
                <a:lnTo>
                  <a:pt x="58430" y="702051"/>
                </a:lnTo>
                <a:lnTo>
                  <a:pt x="111617" y="697991"/>
                </a:lnTo>
                <a:lnTo>
                  <a:pt x="157093" y="691895"/>
                </a:lnTo>
                <a:lnTo>
                  <a:pt x="201411" y="680846"/>
                </a:lnTo>
                <a:lnTo>
                  <a:pt x="221741" y="38480"/>
                </a:lnTo>
                <a:lnTo>
                  <a:pt x="222625" y="35051"/>
                </a:lnTo>
                <a:lnTo>
                  <a:pt x="262127" y="16763"/>
                </a:lnTo>
                <a:lnTo>
                  <a:pt x="300227" y="9524"/>
                </a:lnTo>
                <a:lnTo>
                  <a:pt x="347990" y="4190"/>
                </a:lnTo>
                <a:lnTo>
                  <a:pt x="403341" y="880"/>
                </a:lnTo>
                <a:lnTo>
                  <a:pt x="423153" y="380"/>
                </a:lnTo>
                <a:lnTo>
                  <a:pt x="443483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165599" y="5431202"/>
            <a:ext cx="12655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Book Antiqua"/>
                <a:cs typeface="Book Antiqua"/>
              </a:rPr>
              <a:t>-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72862" y="5039956"/>
            <a:ext cx="302895" cy="998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"/>
                <a:cs typeface="Arial"/>
              </a:rPr>
              <a:t>1.2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"/>
                <a:cs typeface="Arial"/>
              </a:rPr>
              <a:t>0.4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25" dirty="0">
                <a:latin typeface="Arial"/>
                <a:cs typeface="Arial"/>
              </a:rPr>
              <a:t>0.4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92668" y="4843271"/>
            <a:ext cx="560831" cy="15179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457438" y="4878454"/>
            <a:ext cx="453390" cy="1407160"/>
          </a:xfrm>
          <a:custGeom>
            <a:avLst/>
            <a:gdLst/>
            <a:ahLst/>
            <a:cxnLst/>
            <a:rect l="l" t="t" r="r" b="b"/>
            <a:pathLst>
              <a:path w="453390" h="1407160">
                <a:moveTo>
                  <a:pt x="453024" y="1407090"/>
                </a:moveTo>
                <a:lnTo>
                  <a:pt x="412485" y="1406496"/>
                </a:lnTo>
                <a:lnTo>
                  <a:pt x="374141" y="1404795"/>
                </a:lnTo>
                <a:lnTo>
                  <a:pt x="322447" y="1400363"/>
                </a:lnTo>
                <a:lnTo>
                  <a:pt x="279410" y="1393996"/>
                </a:lnTo>
                <a:lnTo>
                  <a:pt x="238749" y="1383087"/>
                </a:lnTo>
                <a:lnTo>
                  <a:pt x="221741" y="742093"/>
                </a:lnTo>
                <a:lnTo>
                  <a:pt x="220858" y="738664"/>
                </a:lnTo>
                <a:lnTo>
                  <a:pt x="181355" y="720339"/>
                </a:lnTo>
                <a:lnTo>
                  <a:pt x="143255" y="713161"/>
                </a:lnTo>
                <a:lnTo>
                  <a:pt x="95371" y="707766"/>
                </a:lnTo>
                <a:lnTo>
                  <a:pt x="40142" y="704468"/>
                </a:lnTo>
                <a:lnTo>
                  <a:pt x="0" y="703575"/>
                </a:lnTo>
                <a:lnTo>
                  <a:pt x="19811" y="703444"/>
                </a:lnTo>
                <a:lnTo>
                  <a:pt x="58308" y="702182"/>
                </a:lnTo>
                <a:lnTo>
                  <a:pt x="111495" y="698110"/>
                </a:lnTo>
                <a:lnTo>
                  <a:pt x="157093" y="691895"/>
                </a:lnTo>
                <a:lnTo>
                  <a:pt x="201411" y="680965"/>
                </a:lnTo>
                <a:lnTo>
                  <a:pt x="221741" y="38599"/>
                </a:lnTo>
                <a:lnTo>
                  <a:pt x="222625" y="35170"/>
                </a:lnTo>
                <a:lnTo>
                  <a:pt x="262006" y="16763"/>
                </a:lnTo>
                <a:lnTo>
                  <a:pt x="300227" y="9643"/>
                </a:lnTo>
                <a:lnTo>
                  <a:pt x="347990" y="4190"/>
                </a:lnTo>
                <a:lnTo>
                  <a:pt x="403341" y="880"/>
                </a:lnTo>
                <a:lnTo>
                  <a:pt x="423153" y="380"/>
                </a:lnTo>
                <a:lnTo>
                  <a:pt x="443483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019800" y="5408419"/>
            <a:ext cx="508634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0.7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782311" y="2671572"/>
            <a:ext cx="434339" cy="5135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08803" y="2671572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918333" y="2802560"/>
            <a:ext cx="1530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287011" y="2302764"/>
            <a:ext cx="434339" cy="5135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413503" y="2302764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26052" y="1889760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0059" y="1889760"/>
            <a:ext cx="434339" cy="5135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16552" y="1889760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579364" y="2630423"/>
            <a:ext cx="434339" cy="51358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05855" y="2630423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347459" y="2668523"/>
            <a:ext cx="434340" cy="5135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73952" y="2668523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96155" y="1520952"/>
            <a:ext cx="434339" cy="51358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422647" y="1520952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90059" y="1083563"/>
            <a:ext cx="434339" cy="51358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416552" y="1083563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423921" y="1213916"/>
            <a:ext cx="161925" cy="1484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1295"/>
              </a:spcBef>
            </a:pPr>
            <a:r>
              <a:rPr sz="180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805"/>
              </a:spcBef>
            </a:pPr>
            <a:r>
              <a:rPr sz="180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80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16274" y="2761039"/>
            <a:ext cx="1530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84120" y="2799770"/>
            <a:ext cx="1530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34</a:t>
            </a:fld>
            <a:endParaRPr dirty="0">
              <a:latin typeface="Arial"/>
              <a:cs typeface="Arial"/>
            </a:endParaRPr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4845425" y="1105773"/>
          <a:ext cx="2178313" cy="1494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654">
                <a:tc>
                  <a:txBody>
                    <a:bodyPr/>
                    <a:lstStyle/>
                    <a:p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745">
                <a:tc>
                  <a:txBody>
                    <a:bodyPr/>
                    <a:lstStyle/>
                    <a:p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654"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</a:pPr>
                      <a:r>
                        <a:rPr sz="1800" i="1" spc="-15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0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.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7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</a:pPr>
                      <a:r>
                        <a:rPr sz="1800" i="1" spc="-15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0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.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7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745"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</a:pPr>
                      <a:r>
                        <a:rPr sz="1800" i="1" spc="-15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-0</a:t>
                      </a:r>
                      <a:r>
                        <a:rPr sz="1800" i="1" spc="-10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.</a:t>
                      </a:r>
                      <a:r>
                        <a:rPr sz="1800" i="1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5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8372" y="141477"/>
            <a:ext cx="346519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60" dirty="0">
                <a:latin typeface="Arial"/>
                <a:cs typeface="Arial"/>
              </a:rPr>
              <a:t>V</a:t>
            </a:r>
            <a:r>
              <a:rPr sz="4000" spc="-40" dirty="0">
                <a:latin typeface="Arial"/>
                <a:cs typeface="Arial"/>
              </a:rPr>
              <a:t>(</a:t>
            </a:r>
            <a:r>
              <a:rPr sz="4000" spc="-55" dirty="0">
                <a:latin typeface="Arial"/>
                <a:cs typeface="Arial"/>
              </a:rPr>
              <a:t>1</a:t>
            </a:r>
            <a:r>
              <a:rPr sz="4000" spc="-15" dirty="0">
                <a:latin typeface="Arial"/>
                <a:cs typeface="Arial"/>
              </a:rPr>
              <a:t>,</a:t>
            </a:r>
            <a:r>
              <a:rPr sz="4000" spc="11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Arial"/>
                <a:cs typeface="Arial"/>
              </a:rPr>
              <a:t>4</a:t>
            </a:r>
            <a:r>
              <a:rPr sz="4000" spc="85" dirty="0">
                <a:latin typeface="Times New Roman"/>
                <a:cs typeface="Times New Roman"/>
              </a:rPr>
              <a:t> </a:t>
            </a:r>
            <a:r>
              <a:rPr sz="4000" spc="-30" dirty="0">
                <a:latin typeface="Arial"/>
                <a:cs typeface="Arial"/>
              </a:rPr>
              <a:t>)</a:t>
            </a:r>
            <a:r>
              <a:rPr sz="4000" spc="-15" dirty="0">
                <a:latin typeface="Arial"/>
                <a:cs typeface="Arial"/>
              </a:rPr>
              <a:t>,</a:t>
            </a:r>
            <a:r>
              <a:rPr sz="4000" spc="110" dirty="0">
                <a:latin typeface="Times New Roman"/>
                <a:cs typeface="Times New Roman"/>
              </a:rPr>
              <a:t> </a:t>
            </a:r>
            <a:r>
              <a:rPr sz="4000" spc="-60" dirty="0">
                <a:latin typeface="Arial"/>
                <a:cs typeface="Arial"/>
              </a:rPr>
              <a:t>V</a:t>
            </a:r>
            <a:r>
              <a:rPr sz="4000" spc="-40" dirty="0">
                <a:latin typeface="Arial"/>
                <a:cs typeface="Arial"/>
              </a:rPr>
              <a:t>(</a:t>
            </a:r>
            <a:r>
              <a:rPr sz="4000" spc="-55" dirty="0">
                <a:latin typeface="Arial"/>
                <a:cs typeface="Arial"/>
              </a:rPr>
              <a:t>2</a:t>
            </a:r>
            <a:r>
              <a:rPr sz="4000" spc="-15" dirty="0">
                <a:latin typeface="Arial"/>
                <a:cs typeface="Arial"/>
              </a:rPr>
              <a:t>,</a:t>
            </a:r>
            <a:r>
              <a:rPr sz="4000" spc="110" dirty="0">
                <a:latin typeface="Times New Roman"/>
                <a:cs typeface="Times New Roman"/>
              </a:rPr>
              <a:t> </a:t>
            </a:r>
            <a:r>
              <a:rPr sz="4000" spc="-50" dirty="0">
                <a:latin typeface="Arial"/>
                <a:cs typeface="Arial"/>
              </a:rPr>
              <a:t>2)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2675" y="4164150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29" y="500301"/>
                </a:lnTo>
                <a:lnTo>
                  <a:pt x="2926329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2675" y="4164150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29" y="500301"/>
                </a:lnTo>
                <a:lnTo>
                  <a:pt x="2926329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31464" y="3185160"/>
            <a:ext cx="554736" cy="12237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91905" y="3220334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4">
                <a:moveTo>
                  <a:pt x="452018" y="1113160"/>
                </a:moveTo>
                <a:lnTo>
                  <a:pt x="411479" y="1112529"/>
                </a:lnTo>
                <a:lnTo>
                  <a:pt x="373258" y="1110874"/>
                </a:lnTo>
                <a:lnTo>
                  <a:pt x="321716" y="1106302"/>
                </a:lnTo>
                <a:lnTo>
                  <a:pt x="278891" y="1099956"/>
                </a:lnTo>
                <a:lnTo>
                  <a:pt x="239024" y="1088907"/>
                </a:lnTo>
                <a:lnTo>
                  <a:pt x="223418" y="594619"/>
                </a:lnTo>
                <a:lnTo>
                  <a:pt x="222503" y="591190"/>
                </a:lnTo>
                <a:lnTo>
                  <a:pt x="182636" y="572902"/>
                </a:lnTo>
                <a:lnTo>
                  <a:pt x="144170" y="565800"/>
                </a:lnTo>
                <a:lnTo>
                  <a:pt x="95890" y="560466"/>
                </a:lnTo>
                <a:lnTo>
                  <a:pt x="40264" y="557265"/>
                </a:lnTo>
                <a:lnTo>
                  <a:pt x="0" y="556503"/>
                </a:lnTo>
                <a:lnTo>
                  <a:pt x="20086" y="556381"/>
                </a:lnTo>
                <a:lnTo>
                  <a:pt x="59070" y="555132"/>
                </a:lnTo>
                <a:lnTo>
                  <a:pt x="112532" y="551169"/>
                </a:lnTo>
                <a:lnTo>
                  <a:pt x="158130" y="545226"/>
                </a:lnTo>
                <a:lnTo>
                  <a:pt x="202448" y="534405"/>
                </a:lnTo>
                <a:lnTo>
                  <a:pt x="223418" y="38099"/>
                </a:lnTo>
                <a:lnTo>
                  <a:pt x="224302" y="34686"/>
                </a:lnTo>
                <a:lnTo>
                  <a:pt x="264170" y="16398"/>
                </a:lnTo>
                <a:lnTo>
                  <a:pt x="302666" y="9265"/>
                </a:lnTo>
                <a:lnTo>
                  <a:pt x="350916" y="3931"/>
                </a:lnTo>
                <a:lnTo>
                  <a:pt x="406542" y="761"/>
                </a:lnTo>
                <a:lnTo>
                  <a:pt x="426476" y="243"/>
                </a:lnTo>
                <a:lnTo>
                  <a:pt x="446928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23951" y="3252783"/>
            <a:ext cx="2472690" cy="649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ma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i="1" spc="7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Book Antiqua"/>
                <a:cs typeface="Book Antiqua"/>
              </a:rPr>
              <a:t>+</a:t>
            </a:r>
            <a:r>
              <a:rPr sz="1800" spc="13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*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10602" y="3245162"/>
            <a:ext cx="4919980" cy="1125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1205" algn="l"/>
              </a:tabLst>
            </a:pPr>
            <a:r>
              <a:rPr sz="1800" spc="-170" dirty="0">
                <a:latin typeface="Book Antiqua"/>
                <a:cs typeface="Book Antiqua"/>
              </a:rPr>
              <a:t>U</a:t>
            </a:r>
            <a:r>
              <a:rPr sz="1800" dirty="0">
                <a:latin typeface="Book Antiqua"/>
                <a:cs typeface="Book Antiqua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05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05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55" dirty="0">
                <a:latin typeface="Book Antiqua"/>
                <a:cs typeface="Book Antiqua"/>
              </a:rPr>
              <a:t>D</a:t>
            </a:r>
            <a:r>
              <a:rPr sz="1800" spc="-50" dirty="0">
                <a:latin typeface="Book Antiqua"/>
                <a:cs typeface="Book Antiqua"/>
              </a:rPr>
              <a:t>O</a:t>
            </a:r>
            <a:r>
              <a:rPr sz="1800" spc="-55" dirty="0">
                <a:latin typeface="Book Antiqua"/>
                <a:cs typeface="Book Antiqua"/>
              </a:rPr>
              <a:t>W</a:t>
            </a:r>
            <a:r>
              <a:rPr sz="1800" dirty="0">
                <a:latin typeface="Book Antiqua"/>
                <a:cs typeface="Book Antiqua"/>
              </a:rPr>
              <a:t>N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114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4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</a:t>
            </a:r>
            <a:r>
              <a:rPr sz="1800" spc="30" dirty="0">
                <a:latin typeface="Book Antiqua"/>
                <a:cs typeface="Book Antiqua"/>
              </a:rPr>
              <a:t>1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spc="5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2)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00735" algn="l"/>
              </a:tabLst>
            </a:pPr>
            <a:r>
              <a:rPr sz="1800" spc="-229" dirty="0">
                <a:latin typeface="Book Antiqua"/>
                <a:cs typeface="Book Antiqua"/>
              </a:rPr>
              <a:t>L</a:t>
            </a:r>
            <a:r>
              <a:rPr sz="1800" spc="-75" dirty="0">
                <a:latin typeface="Book Antiqua"/>
                <a:cs typeface="Book Antiqua"/>
              </a:rPr>
              <a:t>E</a:t>
            </a:r>
            <a:r>
              <a:rPr sz="1800" spc="-20" dirty="0">
                <a:latin typeface="Book Antiqua"/>
                <a:cs typeface="Book Antiqua"/>
              </a:rPr>
              <a:t>F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spc="20" dirty="0">
                <a:latin typeface="Book Antiqua"/>
                <a:cs typeface="Book Antiqua"/>
              </a:rPr>
              <a:t>(1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spc="12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6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1)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175" dirty="0">
                <a:latin typeface="Book Antiqua"/>
                <a:cs typeface="Book Antiqua"/>
              </a:rPr>
              <a:t>R</a:t>
            </a:r>
            <a:r>
              <a:rPr sz="1800" spc="-165" dirty="0">
                <a:latin typeface="Book Antiqua"/>
                <a:cs typeface="Book Antiqua"/>
              </a:rPr>
              <a:t>I</a:t>
            </a:r>
            <a:r>
              <a:rPr sz="1800" spc="5" dirty="0">
                <a:latin typeface="Book Antiqua"/>
                <a:cs typeface="Book Antiqua"/>
              </a:rPr>
              <a:t>G</a:t>
            </a:r>
            <a:r>
              <a:rPr sz="1800" spc="-215" dirty="0">
                <a:latin typeface="Book Antiqua"/>
                <a:cs typeface="Book Antiqua"/>
              </a:rPr>
              <a:t>H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spc="-75" dirty="0">
                <a:latin typeface="Book Antiqua"/>
                <a:cs typeface="Book Antiqua"/>
              </a:rPr>
              <a:t>(</a:t>
            </a:r>
            <a:r>
              <a:rPr sz="1800" spc="12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8699" y="5407130"/>
            <a:ext cx="14649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Book Antiqua"/>
                <a:cs typeface="Book Antiqua"/>
              </a:rPr>
              <a:t>-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1</a:t>
            </a:r>
            <a:r>
              <a:rPr sz="1800" spc="-45" dirty="0">
                <a:latin typeface="Book Antiqua"/>
                <a:cs typeface="Book Antiqua"/>
              </a:rPr>
              <a:t>*m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0293" y="5014552"/>
            <a:ext cx="1270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Book Antiqua"/>
                <a:cs typeface="Book Antiqua"/>
              </a:rPr>
              <a:t>0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10293" y="5270965"/>
            <a:ext cx="127000" cy="740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Book Antiqua"/>
                <a:cs typeface="Book Antiqua"/>
              </a:rPr>
              <a:t>0</a:t>
            </a:r>
            <a:endParaRPr sz="1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Book Antiqua"/>
                <a:cs typeface="Book Antiqua"/>
              </a:rPr>
              <a:t>0</a:t>
            </a:r>
            <a:endParaRPr sz="1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Book Antiqua"/>
                <a:cs typeface="Book Antiqua"/>
              </a:rPr>
              <a:t>0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96767" y="4773167"/>
            <a:ext cx="560832" cy="15179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62177" y="4808351"/>
            <a:ext cx="453390" cy="1407160"/>
          </a:xfrm>
          <a:custGeom>
            <a:avLst/>
            <a:gdLst/>
            <a:ahLst/>
            <a:cxnLst/>
            <a:rect l="l" t="t" r="r" b="b"/>
            <a:pathLst>
              <a:path w="453389" h="1407160">
                <a:moveTo>
                  <a:pt x="453146" y="1407032"/>
                </a:moveTo>
                <a:lnTo>
                  <a:pt x="412607" y="1406450"/>
                </a:lnTo>
                <a:lnTo>
                  <a:pt x="374385" y="1404746"/>
                </a:lnTo>
                <a:lnTo>
                  <a:pt x="322569" y="1400306"/>
                </a:lnTo>
                <a:lnTo>
                  <a:pt x="279532" y="1393947"/>
                </a:lnTo>
                <a:lnTo>
                  <a:pt x="238871" y="1383054"/>
                </a:lnTo>
                <a:lnTo>
                  <a:pt x="221741" y="742056"/>
                </a:lnTo>
                <a:lnTo>
                  <a:pt x="220858" y="738627"/>
                </a:lnTo>
                <a:lnTo>
                  <a:pt x="181477" y="720208"/>
                </a:lnTo>
                <a:lnTo>
                  <a:pt x="143255" y="713100"/>
                </a:lnTo>
                <a:lnTo>
                  <a:pt x="95493" y="707635"/>
                </a:lnTo>
                <a:lnTo>
                  <a:pt x="40142" y="704337"/>
                </a:lnTo>
                <a:lnTo>
                  <a:pt x="0" y="703444"/>
                </a:lnTo>
                <a:lnTo>
                  <a:pt x="19933" y="703325"/>
                </a:lnTo>
                <a:lnTo>
                  <a:pt x="58430" y="702051"/>
                </a:lnTo>
                <a:lnTo>
                  <a:pt x="111617" y="697991"/>
                </a:lnTo>
                <a:lnTo>
                  <a:pt x="157093" y="691895"/>
                </a:lnTo>
                <a:lnTo>
                  <a:pt x="201411" y="680846"/>
                </a:lnTo>
                <a:lnTo>
                  <a:pt x="221741" y="38480"/>
                </a:lnTo>
                <a:lnTo>
                  <a:pt x="222625" y="35051"/>
                </a:lnTo>
                <a:lnTo>
                  <a:pt x="262127" y="16763"/>
                </a:lnTo>
                <a:lnTo>
                  <a:pt x="300227" y="9524"/>
                </a:lnTo>
                <a:lnTo>
                  <a:pt x="347990" y="4190"/>
                </a:lnTo>
                <a:lnTo>
                  <a:pt x="403341" y="880"/>
                </a:lnTo>
                <a:lnTo>
                  <a:pt x="423153" y="380"/>
                </a:lnTo>
                <a:lnTo>
                  <a:pt x="443483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53942" y="5431202"/>
            <a:ext cx="5899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Book Antiqua"/>
                <a:cs typeface="Book Antiqua"/>
              </a:rPr>
              <a:t>-</a:t>
            </a:r>
            <a:r>
              <a:rPr sz="1800" spc="135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6557" y="1323765"/>
            <a:ext cx="233680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75" dirty="0">
                <a:latin typeface="Book Antiqua"/>
                <a:cs typeface="Book Antiqua"/>
              </a:rPr>
              <a:t>V</a:t>
            </a:r>
            <a:r>
              <a:rPr sz="1800" spc="-60" dirty="0">
                <a:latin typeface="Book Antiqua"/>
                <a:cs typeface="Book Antiqua"/>
              </a:rPr>
              <a:t>(</a:t>
            </a:r>
            <a:r>
              <a:rPr sz="1800" spc="95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Book Antiqua"/>
                <a:cs typeface="Book Antiqua"/>
              </a:rPr>
              <a:t>+</a:t>
            </a:r>
            <a:r>
              <a:rPr sz="1800" spc="13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*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68008" y="803952"/>
            <a:ext cx="5100955" cy="1125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9480" algn="l"/>
              </a:tabLst>
            </a:pPr>
            <a:r>
              <a:rPr sz="1800" spc="-170" dirty="0">
                <a:latin typeface="Book Antiqua"/>
                <a:cs typeface="Book Antiqua"/>
              </a:rPr>
              <a:t>U</a:t>
            </a:r>
            <a:r>
              <a:rPr sz="1800" dirty="0">
                <a:latin typeface="Book Antiqua"/>
                <a:cs typeface="Book Antiqua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00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40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1235" algn="l"/>
              </a:tabLst>
            </a:pPr>
            <a:r>
              <a:rPr sz="1800" spc="-80" dirty="0">
                <a:latin typeface="Book Antiqua"/>
                <a:cs typeface="Book Antiqua"/>
              </a:rPr>
              <a:t>D</a:t>
            </a:r>
            <a:r>
              <a:rPr sz="1800" spc="95" dirty="0">
                <a:latin typeface="Book Antiqua"/>
                <a:cs typeface="Book Antiqua"/>
              </a:rPr>
              <a:t>O</a:t>
            </a:r>
            <a:r>
              <a:rPr sz="1800" spc="-60" dirty="0">
                <a:latin typeface="Book Antiqua"/>
                <a:cs typeface="Book Antiqua"/>
              </a:rPr>
              <a:t>W</a:t>
            </a:r>
            <a:r>
              <a:rPr sz="1800" dirty="0">
                <a:latin typeface="Book Antiqua"/>
                <a:cs typeface="Book Antiqua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7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40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9644" algn="l"/>
              </a:tabLst>
            </a:pPr>
            <a:r>
              <a:rPr sz="1800" spc="-215" dirty="0">
                <a:latin typeface="Book Antiqua"/>
                <a:cs typeface="Book Antiqua"/>
              </a:rPr>
              <a:t>L</a:t>
            </a:r>
            <a:r>
              <a:rPr sz="1800" spc="-60" dirty="0">
                <a:latin typeface="Book Antiqua"/>
                <a:cs typeface="Book Antiqua"/>
              </a:rPr>
              <a:t>E</a:t>
            </a:r>
            <a:r>
              <a:rPr sz="1800" spc="-20" dirty="0">
                <a:latin typeface="Book Antiqua"/>
                <a:cs typeface="Book Antiqua"/>
              </a:rPr>
              <a:t>F</a:t>
            </a:r>
            <a:r>
              <a:rPr sz="1800" dirty="0">
                <a:latin typeface="Book Antiqua"/>
                <a:cs typeface="Book Antiqua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-75" dirty="0">
                <a:latin typeface="Book Antiqua"/>
                <a:cs typeface="Book Antiqua"/>
              </a:rPr>
              <a:t>(</a:t>
            </a:r>
            <a:r>
              <a:rPr sz="1800" spc="114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29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40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</a:t>
            </a:r>
            <a:r>
              <a:rPr sz="1800" spc="30" dirty="0">
                <a:latin typeface="Book Antiqua"/>
                <a:cs typeface="Book Antiqua"/>
              </a:rPr>
              <a:t>1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100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3)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3135" algn="l"/>
              </a:tabLst>
            </a:pPr>
            <a:r>
              <a:rPr sz="1800" spc="-175" dirty="0">
                <a:latin typeface="Book Antiqua"/>
                <a:cs typeface="Book Antiqua"/>
              </a:rPr>
              <a:t>R</a:t>
            </a:r>
            <a:r>
              <a:rPr sz="1800" spc="-165" dirty="0">
                <a:latin typeface="Book Antiqua"/>
                <a:cs typeface="Book Antiqua"/>
              </a:rPr>
              <a:t>I</a:t>
            </a:r>
            <a:r>
              <a:rPr sz="1800" spc="5" dirty="0">
                <a:latin typeface="Book Antiqua"/>
                <a:cs typeface="Book Antiqua"/>
              </a:rPr>
              <a:t>G</a:t>
            </a:r>
            <a:r>
              <a:rPr sz="1800" spc="-229" dirty="0">
                <a:latin typeface="Book Antiqua"/>
                <a:cs typeface="Book Antiqua"/>
              </a:rPr>
              <a:t>H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00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spc="-75" dirty="0">
                <a:latin typeface="Book Antiqua"/>
                <a:cs typeface="Book Antiqua"/>
              </a:rPr>
              <a:t>(</a:t>
            </a:r>
            <a:r>
              <a:rPr sz="1800" spc="12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6767" y="780287"/>
            <a:ext cx="556259" cy="12237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57727" y="815218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5">
                <a:moveTo>
                  <a:pt x="452109" y="1113160"/>
                </a:moveTo>
                <a:lnTo>
                  <a:pt x="411601" y="1112519"/>
                </a:lnTo>
                <a:lnTo>
                  <a:pt x="373379" y="1110874"/>
                </a:lnTo>
                <a:lnTo>
                  <a:pt x="321807" y="1106423"/>
                </a:lnTo>
                <a:lnTo>
                  <a:pt x="279013" y="1099931"/>
                </a:lnTo>
                <a:lnTo>
                  <a:pt x="239146" y="1088897"/>
                </a:lnTo>
                <a:lnTo>
                  <a:pt x="223509" y="594725"/>
                </a:lnTo>
                <a:lnTo>
                  <a:pt x="222625" y="591311"/>
                </a:lnTo>
                <a:lnTo>
                  <a:pt x="182758" y="573023"/>
                </a:lnTo>
                <a:lnTo>
                  <a:pt x="144261" y="565891"/>
                </a:lnTo>
                <a:lnTo>
                  <a:pt x="96011" y="560557"/>
                </a:lnTo>
                <a:lnTo>
                  <a:pt x="40385" y="557387"/>
                </a:lnTo>
                <a:lnTo>
                  <a:pt x="0" y="556625"/>
                </a:lnTo>
                <a:lnTo>
                  <a:pt x="20208" y="556503"/>
                </a:lnTo>
                <a:lnTo>
                  <a:pt x="59192" y="555223"/>
                </a:lnTo>
                <a:lnTo>
                  <a:pt x="112654" y="551291"/>
                </a:lnTo>
                <a:lnTo>
                  <a:pt x="158252" y="545195"/>
                </a:lnTo>
                <a:lnTo>
                  <a:pt x="202570" y="534527"/>
                </a:lnTo>
                <a:lnTo>
                  <a:pt x="223509" y="38099"/>
                </a:lnTo>
                <a:lnTo>
                  <a:pt x="224424" y="34655"/>
                </a:lnTo>
                <a:lnTo>
                  <a:pt x="264292" y="16367"/>
                </a:lnTo>
                <a:lnTo>
                  <a:pt x="302757" y="9265"/>
                </a:lnTo>
                <a:lnTo>
                  <a:pt x="351038" y="3931"/>
                </a:lnTo>
                <a:lnTo>
                  <a:pt x="406664" y="761"/>
                </a:lnTo>
                <a:lnTo>
                  <a:pt x="426598" y="243"/>
                </a:lnTo>
                <a:lnTo>
                  <a:pt x="446928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60169" y="2395024"/>
            <a:ext cx="587375" cy="255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=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Arial"/>
                <a:cs typeface="Arial"/>
              </a:rPr>
              <a:t>-</a:t>
            </a:r>
            <a:r>
              <a:rPr sz="1800" spc="-10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081015" y="2080016"/>
            <a:ext cx="0" cy="1508125"/>
          </a:xfrm>
          <a:custGeom>
            <a:avLst/>
            <a:gdLst/>
            <a:ahLst/>
            <a:cxnLst/>
            <a:rect l="l" t="t" r="r" b="b"/>
            <a:pathLst>
              <a:path h="1508125">
                <a:moveTo>
                  <a:pt x="0" y="0"/>
                </a:moveTo>
                <a:lnTo>
                  <a:pt x="0" y="150760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807079" y="2080016"/>
            <a:ext cx="0" cy="1508125"/>
          </a:xfrm>
          <a:custGeom>
            <a:avLst/>
            <a:gdLst/>
            <a:ahLst/>
            <a:cxnLst/>
            <a:rect l="l" t="t" r="r" b="b"/>
            <a:pathLst>
              <a:path h="1508125">
                <a:moveTo>
                  <a:pt x="0" y="0"/>
                </a:moveTo>
                <a:lnTo>
                  <a:pt x="0" y="150760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348612" y="2460101"/>
            <a:ext cx="2191385" cy="0"/>
          </a:xfrm>
          <a:custGeom>
            <a:avLst/>
            <a:gdLst/>
            <a:ahLst/>
            <a:cxnLst/>
            <a:rect l="l" t="t" r="r" b="b"/>
            <a:pathLst>
              <a:path w="2191384">
                <a:moveTo>
                  <a:pt x="0" y="0"/>
                </a:moveTo>
                <a:lnTo>
                  <a:pt x="219087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348612" y="2833756"/>
            <a:ext cx="2191385" cy="0"/>
          </a:xfrm>
          <a:custGeom>
            <a:avLst/>
            <a:gdLst/>
            <a:ahLst/>
            <a:cxnLst/>
            <a:rect l="l" t="t" r="r" b="b"/>
            <a:pathLst>
              <a:path w="2191384">
                <a:moveTo>
                  <a:pt x="0" y="0"/>
                </a:moveTo>
                <a:lnTo>
                  <a:pt x="219087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348612" y="3207501"/>
            <a:ext cx="2191385" cy="0"/>
          </a:xfrm>
          <a:custGeom>
            <a:avLst/>
            <a:gdLst/>
            <a:ahLst/>
            <a:cxnLst/>
            <a:rect l="l" t="t" r="r" b="b"/>
            <a:pathLst>
              <a:path w="2191384">
                <a:moveTo>
                  <a:pt x="0" y="0"/>
                </a:moveTo>
                <a:lnTo>
                  <a:pt x="219087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354952" y="2080016"/>
            <a:ext cx="0" cy="1508125"/>
          </a:xfrm>
          <a:custGeom>
            <a:avLst/>
            <a:gdLst/>
            <a:ahLst/>
            <a:cxnLst/>
            <a:rect l="l" t="t" r="r" b="b"/>
            <a:pathLst>
              <a:path h="1508125">
                <a:moveTo>
                  <a:pt x="0" y="0"/>
                </a:moveTo>
                <a:lnTo>
                  <a:pt x="0" y="150760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533113" y="2080016"/>
            <a:ext cx="0" cy="1508125"/>
          </a:xfrm>
          <a:custGeom>
            <a:avLst/>
            <a:gdLst/>
            <a:ahLst/>
            <a:cxnLst/>
            <a:rect l="l" t="t" r="r" b="b"/>
            <a:pathLst>
              <a:path h="1508125">
                <a:moveTo>
                  <a:pt x="0" y="0"/>
                </a:moveTo>
                <a:lnTo>
                  <a:pt x="0" y="150760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348612" y="2086356"/>
            <a:ext cx="2191385" cy="0"/>
          </a:xfrm>
          <a:custGeom>
            <a:avLst/>
            <a:gdLst/>
            <a:ahLst/>
            <a:cxnLst/>
            <a:rect l="l" t="t" r="r" b="b"/>
            <a:pathLst>
              <a:path w="2191384">
                <a:moveTo>
                  <a:pt x="0" y="0"/>
                </a:moveTo>
                <a:lnTo>
                  <a:pt x="219087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348612" y="3581278"/>
            <a:ext cx="2191385" cy="0"/>
          </a:xfrm>
          <a:custGeom>
            <a:avLst/>
            <a:gdLst/>
            <a:ahLst/>
            <a:cxnLst/>
            <a:rect l="l" t="t" r="r" b="b"/>
            <a:pathLst>
              <a:path w="2191384">
                <a:moveTo>
                  <a:pt x="0" y="0"/>
                </a:moveTo>
                <a:lnTo>
                  <a:pt x="219087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435472" y="2163227"/>
            <a:ext cx="33464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.5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435472" y="2910877"/>
            <a:ext cx="27432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162167" y="2910877"/>
            <a:ext cx="3333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.5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888226" y="2910877"/>
            <a:ext cx="27432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.7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435472" y="3284892"/>
            <a:ext cx="33464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.5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435083" y="3564635"/>
            <a:ext cx="434340" cy="5135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561576" y="3564635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573013" y="3695625"/>
            <a:ext cx="1530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987028" y="3195827"/>
            <a:ext cx="434340" cy="5135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113519" y="3195827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912352" y="2782823"/>
            <a:ext cx="434340" cy="5135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038843" y="2782823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232135" y="3523488"/>
            <a:ext cx="434340" cy="51358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358628" y="3523488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0370573" y="3654230"/>
            <a:ext cx="1530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1000231" y="3561588"/>
            <a:ext cx="434340" cy="5135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1126723" y="3561588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1138671" y="3692838"/>
            <a:ext cx="1530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948928" y="2414016"/>
            <a:ext cx="434340" cy="51358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075419" y="2414016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744711" y="2011679"/>
            <a:ext cx="498348" cy="51358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935211" y="2011679"/>
            <a:ext cx="434340" cy="51358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061704" y="2011679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9049646" y="2141786"/>
            <a:ext cx="229235" cy="1446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80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1105"/>
              </a:spcBef>
            </a:pPr>
            <a:r>
              <a:rPr sz="180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35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7350">
              <a:lnSpc>
                <a:spcPts val="4760"/>
              </a:lnSpc>
            </a:pPr>
            <a:r>
              <a:rPr spc="-60" dirty="0"/>
              <a:t>V</a:t>
            </a:r>
            <a:r>
              <a:rPr spc="-40" dirty="0"/>
              <a:t>(</a:t>
            </a:r>
            <a:r>
              <a:rPr spc="-55" dirty="0"/>
              <a:t>2</a:t>
            </a:r>
            <a:r>
              <a:rPr spc="-15" dirty="0"/>
              <a:t>,</a:t>
            </a:r>
            <a:r>
              <a:rPr spc="110" dirty="0">
                <a:latin typeface="Times New Roman"/>
                <a:cs typeface="Times New Roman"/>
              </a:rPr>
              <a:t> </a:t>
            </a:r>
            <a:r>
              <a:rPr spc="-55" dirty="0"/>
              <a:t>4</a:t>
            </a:r>
            <a:r>
              <a:rPr spc="-40" dirty="0"/>
              <a:t>)</a:t>
            </a:r>
            <a:r>
              <a:rPr spc="-15" dirty="0"/>
              <a:t>,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spc="-60" dirty="0"/>
              <a:t>V</a:t>
            </a:r>
            <a:r>
              <a:rPr spc="-40" dirty="0"/>
              <a:t>(</a:t>
            </a:r>
            <a:r>
              <a:rPr spc="-55" dirty="0"/>
              <a:t>2</a:t>
            </a:r>
            <a:r>
              <a:rPr spc="-15" dirty="0"/>
              <a:t>,</a:t>
            </a:r>
            <a:r>
              <a:rPr spc="135" dirty="0">
                <a:latin typeface="Times New Roman"/>
                <a:cs typeface="Times New Roman"/>
              </a:rPr>
              <a:t> </a:t>
            </a:r>
            <a:r>
              <a:rPr spc="-50" dirty="0"/>
              <a:t>2)</a:t>
            </a: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2675" y="4164150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29" y="500301"/>
                </a:lnTo>
                <a:lnTo>
                  <a:pt x="2926329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2675" y="4164150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29" y="500301"/>
                </a:lnTo>
                <a:lnTo>
                  <a:pt x="2926329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10604" y="865682"/>
            <a:ext cx="4924425" cy="1091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1205" algn="l"/>
              </a:tabLst>
            </a:pPr>
            <a:r>
              <a:rPr sz="1800" spc="-170" dirty="0">
                <a:latin typeface="Book Antiqua"/>
                <a:cs typeface="Book Antiqua"/>
              </a:rPr>
              <a:t>U</a:t>
            </a:r>
            <a:r>
              <a:rPr sz="1800" dirty="0">
                <a:latin typeface="Book Antiqua"/>
                <a:cs typeface="Book Antiqua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135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00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40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(1</a:t>
            </a:r>
            <a:r>
              <a:rPr sz="1800" spc="35" dirty="0">
                <a:latin typeface="Book Antiqua"/>
                <a:cs typeface="Book Antiqua"/>
              </a:rPr>
              <a:t>,</a:t>
            </a:r>
            <a:r>
              <a:rPr sz="1800" spc="3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80" dirty="0">
                <a:latin typeface="Book Antiqua"/>
                <a:cs typeface="Book Antiqua"/>
              </a:rPr>
              <a:t>D</a:t>
            </a:r>
            <a:r>
              <a:rPr sz="1800" spc="95" dirty="0">
                <a:latin typeface="Book Antiqua"/>
                <a:cs typeface="Book Antiqua"/>
              </a:rPr>
              <a:t>O</a:t>
            </a:r>
            <a:r>
              <a:rPr sz="1800" spc="-60" dirty="0">
                <a:latin typeface="Book Antiqua"/>
                <a:cs typeface="Book Antiqua"/>
              </a:rPr>
              <a:t>W</a:t>
            </a:r>
            <a:r>
              <a:rPr sz="1800" dirty="0">
                <a:latin typeface="Book Antiqua"/>
                <a:cs typeface="Book Antiqua"/>
              </a:rPr>
              <a:t>N</a:t>
            </a:r>
            <a:r>
              <a:rPr sz="1800" spc="-17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00" dirty="0">
                <a:latin typeface="Arial"/>
                <a:cs typeface="Arial"/>
              </a:rPr>
              <a:t> </a:t>
            </a:r>
            <a:r>
              <a:rPr sz="1800" i="1" spc="9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4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25" dirty="0">
                <a:latin typeface="Times New Roman"/>
                <a:cs typeface="Times New Roman"/>
              </a:rPr>
              <a:t> </a:t>
            </a:r>
            <a:r>
              <a:rPr sz="1800" i="1" spc="4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7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00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800735" algn="l"/>
              </a:tabLst>
            </a:pPr>
            <a:r>
              <a:rPr sz="1800" spc="-229" dirty="0">
                <a:latin typeface="Book Antiqua"/>
                <a:cs typeface="Book Antiqua"/>
              </a:rPr>
              <a:t>L</a:t>
            </a:r>
            <a:r>
              <a:rPr sz="1800" spc="-75" dirty="0">
                <a:latin typeface="Book Antiqua"/>
                <a:cs typeface="Book Antiqua"/>
              </a:rPr>
              <a:t>E</a:t>
            </a:r>
            <a:r>
              <a:rPr sz="1800" spc="-20" dirty="0">
                <a:latin typeface="Book Antiqua"/>
                <a:cs typeface="Book Antiqua"/>
              </a:rPr>
              <a:t>F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2700" spc="195" baseline="1543" dirty="0">
                <a:latin typeface="Book Antiqua"/>
                <a:cs typeface="Book Antiqua"/>
              </a:rPr>
              <a:t>0</a:t>
            </a:r>
            <a:r>
              <a:rPr sz="2700" i="1" spc="22" baseline="1543" dirty="0">
                <a:latin typeface="Book Antiqua"/>
                <a:cs typeface="Book Antiqua"/>
              </a:rPr>
              <a:t>.</a:t>
            </a:r>
            <a:r>
              <a:rPr sz="2700" baseline="1543" dirty="0">
                <a:latin typeface="Book Antiqua"/>
                <a:cs typeface="Book Antiqua"/>
              </a:rPr>
              <a:t>6</a:t>
            </a:r>
            <a:r>
              <a:rPr sz="2700" baseline="1543" dirty="0">
                <a:latin typeface="Times New Roman"/>
                <a:cs typeface="Times New Roman"/>
              </a:rPr>
              <a:t> </a:t>
            </a:r>
            <a:r>
              <a:rPr sz="2700" i="1" baseline="1543" dirty="0">
                <a:latin typeface="Arial"/>
                <a:cs typeface="Arial"/>
              </a:rPr>
              <a:t>×</a:t>
            </a:r>
            <a:r>
              <a:rPr sz="2700" i="1" spc="-172" baseline="1543" dirty="0">
                <a:latin typeface="Arial"/>
                <a:cs typeface="Arial"/>
              </a:rPr>
              <a:t> </a:t>
            </a:r>
            <a:r>
              <a:rPr sz="2700" i="1" spc="-367" baseline="1543" dirty="0">
                <a:latin typeface="Book Antiqua"/>
                <a:cs typeface="Book Antiqua"/>
              </a:rPr>
              <a:t>V</a:t>
            </a:r>
            <a:r>
              <a:rPr sz="2700" spc="30" baseline="1543" dirty="0">
                <a:latin typeface="Book Antiqua"/>
                <a:cs typeface="Book Antiqua"/>
              </a:rPr>
              <a:t>(3</a:t>
            </a:r>
            <a:r>
              <a:rPr sz="2700" i="1" baseline="1543" dirty="0">
                <a:latin typeface="Book Antiqua"/>
                <a:cs typeface="Book Antiqua"/>
              </a:rPr>
              <a:t>,</a:t>
            </a:r>
            <a:r>
              <a:rPr sz="2700" i="1" spc="-22" baseline="1543" dirty="0">
                <a:latin typeface="Times New Roman"/>
                <a:cs typeface="Times New Roman"/>
              </a:rPr>
              <a:t> </a:t>
            </a:r>
            <a:r>
              <a:rPr sz="2700" i="1" spc="172" baseline="1543" dirty="0">
                <a:latin typeface="Book Antiqua"/>
                <a:cs typeface="Book Antiqua"/>
              </a:rPr>
              <a:t>4</a:t>
            </a:r>
            <a:r>
              <a:rPr sz="2700" baseline="1543" dirty="0">
                <a:latin typeface="Book Antiqua"/>
                <a:cs typeface="Book Antiqua"/>
              </a:rPr>
              <a:t>)</a:t>
            </a:r>
            <a:r>
              <a:rPr sz="2700" spc="-247" baseline="1543" dirty="0">
                <a:latin typeface="Times New Roman"/>
                <a:cs typeface="Times New Roman"/>
              </a:rPr>
              <a:t> </a:t>
            </a:r>
            <a:r>
              <a:rPr sz="2700" baseline="1543" dirty="0">
                <a:latin typeface="Book Antiqua"/>
                <a:cs typeface="Book Antiqua"/>
              </a:rPr>
              <a:t>+</a:t>
            </a:r>
            <a:r>
              <a:rPr sz="2700" spc="-67" baseline="1543" dirty="0">
                <a:latin typeface="Times New Roman"/>
                <a:cs typeface="Times New Roman"/>
              </a:rPr>
              <a:t> </a:t>
            </a:r>
            <a:r>
              <a:rPr sz="2700" spc="195" baseline="1543" dirty="0">
                <a:latin typeface="Book Antiqua"/>
                <a:cs typeface="Book Antiqua"/>
              </a:rPr>
              <a:t>0</a:t>
            </a:r>
            <a:r>
              <a:rPr sz="2700" i="1" spc="22" baseline="1543" dirty="0">
                <a:latin typeface="Book Antiqua"/>
                <a:cs typeface="Book Antiqua"/>
              </a:rPr>
              <a:t>.</a:t>
            </a:r>
            <a:r>
              <a:rPr sz="2700" baseline="1543" dirty="0">
                <a:latin typeface="Book Antiqua"/>
                <a:cs typeface="Book Antiqua"/>
              </a:rPr>
              <a:t>2</a:t>
            </a:r>
            <a:r>
              <a:rPr sz="2700" spc="37" baseline="1543" dirty="0">
                <a:latin typeface="Times New Roman"/>
                <a:cs typeface="Times New Roman"/>
              </a:rPr>
              <a:t> </a:t>
            </a:r>
            <a:r>
              <a:rPr sz="2700" i="1" baseline="1543" dirty="0">
                <a:latin typeface="Arial"/>
                <a:cs typeface="Arial"/>
              </a:rPr>
              <a:t>×</a:t>
            </a:r>
            <a:r>
              <a:rPr sz="2700" i="1" spc="-172" baseline="1543" dirty="0">
                <a:latin typeface="Arial"/>
                <a:cs typeface="Arial"/>
              </a:rPr>
              <a:t> </a:t>
            </a:r>
            <a:r>
              <a:rPr sz="2700" i="1" spc="-352" baseline="1543" dirty="0">
                <a:latin typeface="Book Antiqua"/>
                <a:cs typeface="Book Antiqua"/>
              </a:rPr>
              <a:t>V</a:t>
            </a:r>
            <a:r>
              <a:rPr sz="2700" spc="44" baseline="1543" dirty="0">
                <a:latin typeface="Book Antiqua"/>
                <a:cs typeface="Book Antiqua"/>
              </a:rPr>
              <a:t>(2</a:t>
            </a:r>
            <a:r>
              <a:rPr sz="2700" baseline="1543" dirty="0">
                <a:latin typeface="Book Antiqua"/>
                <a:cs typeface="Book Antiqua"/>
              </a:rPr>
              <a:t>,</a:t>
            </a:r>
            <a:r>
              <a:rPr sz="2700" spc="-30" baseline="1543" dirty="0">
                <a:latin typeface="Times New Roman"/>
                <a:cs typeface="Times New Roman"/>
              </a:rPr>
              <a:t> </a:t>
            </a:r>
            <a:r>
              <a:rPr sz="2700" spc="44" baseline="1543" dirty="0">
                <a:latin typeface="Book Antiqua"/>
                <a:cs typeface="Book Antiqua"/>
              </a:rPr>
              <a:t>4</a:t>
            </a:r>
            <a:r>
              <a:rPr sz="2700" baseline="1543" dirty="0">
                <a:latin typeface="Book Antiqua"/>
                <a:cs typeface="Book Antiqua"/>
              </a:rPr>
              <a:t>)</a:t>
            </a:r>
            <a:r>
              <a:rPr sz="2700" spc="-157" baseline="1543" dirty="0">
                <a:latin typeface="Times New Roman"/>
                <a:cs typeface="Times New Roman"/>
              </a:rPr>
              <a:t> </a:t>
            </a:r>
            <a:r>
              <a:rPr sz="2700" baseline="1543" dirty="0">
                <a:latin typeface="Book Antiqua"/>
                <a:cs typeface="Book Antiqua"/>
              </a:rPr>
              <a:t>+</a:t>
            </a:r>
            <a:r>
              <a:rPr sz="2700" spc="-30" baseline="1543" dirty="0">
                <a:latin typeface="Times New Roman"/>
                <a:cs typeface="Times New Roman"/>
              </a:rPr>
              <a:t> </a:t>
            </a:r>
            <a:r>
              <a:rPr sz="2700" spc="195" baseline="1543" dirty="0">
                <a:latin typeface="Book Antiqua"/>
                <a:cs typeface="Book Antiqua"/>
              </a:rPr>
              <a:t>0</a:t>
            </a:r>
            <a:r>
              <a:rPr sz="2700" i="1" spc="22" baseline="1543" dirty="0">
                <a:latin typeface="Book Antiqua"/>
                <a:cs typeface="Book Antiqua"/>
              </a:rPr>
              <a:t>.</a:t>
            </a:r>
            <a:r>
              <a:rPr sz="2700" baseline="1543" dirty="0">
                <a:latin typeface="Book Antiqua"/>
                <a:cs typeface="Book Antiqua"/>
              </a:rPr>
              <a:t>2</a:t>
            </a:r>
            <a:r>
              <a:rPr sz="2700" spc="22" baseline="1543" dirty="0">
                <a:latin typeface="Times New Roman"/>
                <a:cs typeface="Times New Roman"/>
              </a:rPr>
              <a:t> </a:t>
            </a:r>
            <a:r>
              <a:rPr sz="2700" i="1" baseline="1543" dirty="0">
                <a:latin typeface="Arial"/>
                <a:cs typeface="Arial"/>
              </a:rPr>
              <a:t>×</a:t>
            </a:r>
            <a:r>
              <a:rPr sz="2700" i="1" spc="-172" baseline="1543" dirty="0">
                <a:latin typeface="Arial"/>
                <a:cs typeface="Arial"/>
              </a:rPr>
              <a:t> </a:t>
            </a:r>
            <a:r>
              <a:rPr sz="2700" i="1" spc="-352" baseline="1543" dirty="0">
                <a:latin typeface="Book Antiqua"/>
                <a:cs typeface="Book Antiqua"/>
              </a:rPr>
              <a:t>V</a:t>
            </a:r>
            <a:r>
              <a:rPr sz="2700" spc="44" baseline="1543" dirty="0">
                <a:latin typeface="Book Antiqua"/>
                <a:cs typeface="Book Antiqua"/>
              </a:rPr>
              <a:t>(3</a:t>
            </a:r>
            <a:r>
              <a:rPr sz="2700" baseline="1543" dirty="0">
                <a:latin typeface="Book Antiqua"/>
                <a:cs typeface="Book Antiqua"/>
              </a:rPr>
              <a:t>,</a:t>
            </a:r>
            <a:r>
              <a:rPr sz="2700" spc="-15" baseline="1543" dirty="0">
                <a:latin typeface="Times New Roman"/>
                <a:cs typeface="Times New Roman"/>
              </a:rPr>
              <a:t> </a:t>
            </a:r>
            <a:r>
              <a:rPr sz="2700" spc="44" baseline="1543" dirty="0">
                <a:latin typeface="Book Antiqua"/>
                <a:cs typeface="Book Antiqua"/>
              </a:rPr>
              <a:t>3)</a:t>
            </a:r>
            <a:endParaRPr sz="2700" baseline="1543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0105" algn="l"/>
              </a:tabLst>
            </a:pPr>
            <a:r>
              <a:rPr sz="1800" spc="-175" dirty="0">
                <a:latin typeface="Book Antiqua"/>
                <a:cs typeface="Book Antiqua"/>
              </a:rPr>
              <a:t>R</a:t>
            </a:r>
            <a:r>
              <a:rPr sz="1800" spc="-165" dirty="0">
                <a:latin typeface="Book Antiqua"/>
                <a:cs typeface="Book Antiqua"/>
              </a:rPr>
              <a:t>I</a:t>
            </a:r>
            <a:r>
              <a:rPr sz="1800" spc="5" dirty="0">
                <a:latin typeface="Book Antiqua"/>
                <a:cs typeface="Book Antiqua"/>
              </a:rPr>
              <a:t>G</a:t>
            </a:r>
            <a:r>
              <a:rPr sz="1800" spc="-215" dirty="0">
                <a:latin typeface="Book Antiqua"/>
                <a:cs typeface="Book Antiqua"/>
              </a:rPr>
              <a:t>H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2700" spc="195" baseline="1543" dirty="0">
                <a:latin typeface="Book Antiqua"/>
                <a:cs typeface="Book Antiqua"/>
              </a:rPr>
              <a:t>0</a:t>
            </a:r>
            <a:r>
              <a:rPr sz="2700" i="1" spc="22" baseline="1543" dirty="0">
                <a:latin typeface="Book Antiqua"/>
                <a:cs typeface="Book Antiqua"/>
              </a:rPr>
              <a:t>.</a:t>
            </a:r>
            <a:r>
              <a:rPr sz="2700" baseline="1543" dirty="0">
                <a:latin typeface="Book Antiqua"/>
                <a:cs typeface="Book Antiqua"/>
              </a:rPr>
              <a:t>6</a:t>
            </a:r>
            <a:r>
              <a:rPr sz="2700" spc="22" baseline="1543" dirty="0">
                <a:latin typeface="Times New Roman"/>
                <a:cs typeface="Times New Roman"/>
              </a:rPr>
              <a:t> </a:t>
            </a:r>
            <a:r>
              <a:rPr sz="2700" i="1" spc="-22" baseline="1543" dirty="0">
                <a:latin typeface="Arial"/>
                <a:cs typeface="Arial"/>
              </a:rPr>
              <a:t>×</a:t>
            </a:r>
            <a:r>
              <a:rPr sz="2700" i="1" spc="-150" baseline="1543" dirty="0">
                <a:latin typeface="Arial"/>
                <a:cs typeface="Arial"/>
              </a:rPr>
              <a:t> </a:t>
            </a:r>
            <a:r>
              <a:rPr sz="2700" i="1" spc="-375" baseline="1543" dirty="0">
                <a:latin typeface="Book Antiqua"/>
                <a:cs typeface="Book Antiqua"/>
              </a:rPr>
              <a:t>V</a:t>
            </a:r>
            <a:r>
              <a:rPr sz="2700" spc="52" baseline="1543" dirty="0">
                <a:latin typeface="Book Antiqua"/>
                <a:cs typeface="Book Antiqua"/>
              </a:rPr>
              <a:t>(1</a:t>
            </a:r>
            <a:r>
              <a:rPr sz="2700" baseline="1543" dirty="0">
                <a:latin typeface="Book Antiqua"/>
                <a:cs typeface="Book Antiqua"/>
              </a:rPr>
              <a:t>,</a:t>
            </a:r>
            <a:r>
              <a:rPr sz="2700" spc="-37" baseline="1543" dirty="0">
                <a:latin typeface="Times New Roman"/>
                <a:cs typeface="Times New Roman"/>
              </a:rPr>
              <a:t> </a:t>
            </a:r>
            <a:r>
              <a:rPr sz="2700" spc="52" baseline="1543" dirty="0">
                <a:latin typeface="Book Antiqua"/>
                <a:cs typeface="Book Antiqua"/>
              </a:rPr>
              <a:t>4</a:t>
            </a:r>
            <a:r>
              <a:rPr sz="2700" baseline="1543" dirty="0">
                <a:latin typeface="Book Antiqua"/>
                <a:cs typeface="Book Antiqua"/>
              </a:rPr>
              <a:t>)</a:t>
            </a:r>
            <a:r>
              <a:rPr sz="2700" spc="-135" baseline="1543" dirty="0">
                <a:latin typeface="Times New Roman"/>
                <a:cs typeface="Times New Roman"/>
              </a:rPr>
              <a:t> </a:t>
            </a:r>
            <a:r>
              <a:rPr sz="2700" spc="-22" baseline="1543" dirty="0">
                <a:latin typeface="Book Antiqua"/>
                <a:cs typeface="Book Antiqua"/>
              </a:rPr>
              <a:t>+</a:t>
            </a:r>
            <a:r>
              <a:rPr sz="2700" spc="-30" baseline="1543" dirty="0">
                <a:latin typeface="Times New Roman"/>
                <a:cs typeface="Times New Roman"/>
              </a:rPr>
              <a:t> </a:t>
            </a:r>
            <a:r>
              <a:rPr sz="2700" spc="195" baseline="1543" dirty="0">
                <a:latin typeface="Book Antiqua"/>
                <a:cs typeface="Book Antiqua"/>
              </a:rPr>
              <a:t>0</a:t>
            </a:r>
            <a:r>
              <a:rPr sz="2700" i="1" spc="22" baseline="1543" dirty="0">
                <a:latin typeface="Book Antiqua"/>
                <a:cs typeface="Book Antiqua"/>
              </a:rPr>
              <a:t>.</a:t>
            </a:r>
            <a:r>
              <a:rPr sz="2700" baseline="1543" dirty="0">
                <a:latin typeface="Book Antiqua"/>
                <a:cs typeface="Book Antiqua"/>
              </a:rPr>
              <a:t>2</a:t>
            </a:r>
            <a:r>
              <a:rPr sz="2700" spc="22" baseline="1543" dirty="0">
                <a:latin typeface="Times New Roman"/>
                <a:cs typeface="Times New Roman"/>
              </a:rPr>
              <a:t> </a:t>
            </a:r>
            <a:r>
              <a:rPr sz="2700" i="1" spc="-22" baseline="1543" dirty="0">
                <a:latin typeface="Arial"/>
                <a:cs typeface="Arial"/>
              </a:rPr>
              <a:t>×</a:t>
            </a:r>
            <a:r>
              <a:rPr sz="2700" i="1" spc="-172" baseline="1543" dirty="0">
                <a:latin typeface="Arial"/>
                <a:cs typeface="Arial"/>
              </a:rPr>
              <a:t> </a:t>
            </a:r>
            <a:r>
              <a:rPr sz="2700" i="1" spc="-367" baseline="1543" dirty="0">
                <a:latin typeface="Book Antiqua"/>
                <a:cs typeface="Book Antiqua"/>
              </a:rPr>
              <a:t>V</a:t>
            </a:r>
            <a:r>
              <a:rPr sz="2700" spc="52" baseline="1543" dirty="0">
                <a:latin typeface="Book Antiqua"/>
                <a:cs typeface="Book Antiqua"/>
              </a:rPr>
              <a:t>(2</a:t>
            </a:r>
            <a:r>
              <a:rPr sz="2700" baseline="1543" dirty="0">
                <a:latin typeface="Book Antiqua"/>
                <a:cs typeface="Book Antiqua"/>
              </a:rPr>
              <a:t>,</a:t>
            </a:r>
            <a:r>
              <a:rPr sz="2700" spc="-22" baseline="1543" dirty="0">
                <a:latin typeface="Times New Roman"/>
                <a:cs typeface="Times New Roman"/>
              </a:rPr>
              <a:t> </a:t>
            </a:r>
            <a:r>
              <a:rPr sz="2700" spc="52" baseline="1543" dirty="0">
                <a:latin typeface="Book Antiqua"/>
                <a:cs typeface="Book Antiqua"/>
              </a:rPr>
              <a:t>2</a:t>
            </a:r>
            <a:r>
              <a:rPr sz="2700" baseline="1543" dirty="0">
                <a:latin typeface="Book Antiqua"/>
                <a:cs typeface="Book Antiqua"/>
              </a:rPr>
              <a:t>)</a:t>
            </a:r>
            <a:r>
              <a:rPr sz="2700" spc="-135" baseline="1543" dirty="0">
                <a:latin typeface="Times New Roman"/>
                <a:cs typeface="Times New Roman"/>
              </a:rPr>
              <a:t> </a:t>
            </a:r>
            <a:r>
              <a:rPr sz="2700" spc="-22" baseline="1543" dirty="0">
                <a:latin typeface="Book Antiqua"/>
                <a:cs typeface="Book Antiqua"/>
              </a:rPr>
              <a:t>+</a:t>
            </a:r>
            <a:r>
              <a:rPr sz="2700" spc="-44" baseline="1543" dirty="0">
                <a:latin typeface="Times New Roman"/>
                <a:cs typeface="Times New Roman"/>
              </a:rPr>
              <a:t> </a:t>
            </a:r>
            <a:r>
              <a:rPr sz="2700" spc="195" baseline="1543" dirty="0">
                <a:latin typeface="Book Antiqua"/>
                <a:cs typeface="Book Antiqua"/>
              </a:rPr>
              <a:t>0</a:t>
            </a:r>
            <a:r>
              <a:rPr sz="2700" i="1" spc="22" baseline="1543" dirty="0">
                <a:latin typeface="Book Antiqua"/>
                <a:cs typeface="Book Antiqua"/>
              </a:rPr>
              <a:t>.</a:t>
            </a:r>
            <a:r>
              <a:rPr sz="2700" baseline="1543" dirty="0">
                <a:latin typeface="Book Antiqua"/>
                <a:cs typeface="Book Antiqua"/>
              </a:rPr>
              <a:t>2</a:t>
            </a:r>
            <a:r>
              <a:rPr sz="2700" spc="22" baseline="1543" dirty="0">
                <a:latin typeface="Times New Roman"/>
                <a:cs typeface="Times New Roman"/>
              </a:rPr>
              <a:t> </a:t>
            </a:r>
            <a:r>
              <a:rPr sz="2700" i="1" spc="-22" baseline="1543" dirty="0">
                <a:latin typeface="Arial"/>
                <a:cs typeface="Arial"/>
              </a:rPr>
              <a:t>×</a:t>
            </a:r>
            <a:r>
              <a:rPr sz="2700" i="1" spc="-172" baseline="1543" dirty="0">
                <a:latin typeface="Arial"/>
                <a:cs typeface="Arial"/>
              </a:rPr>
              <a:t> </a:t>
            </a:r>
            <a:r>
              <a:rPr sz="2700" i="1" spc="-390" baseline="1543" dirty="0">
                <a:latin typeface="Book Antiqua"/>
                <a:cs typeface="Book Antiqua"/>
              </a:rPr>
              <a:t>V</a:t>
            </a:r>
            <a:r>
              <a:rPr sz="2700" spc="-112" baseline="1543" dirty="0">
                <a:latin typeface="Book Antiqua"/>
                <a:cs typeface="Book Antiqua"/>
              </a:rPr>
              <a:t>(</a:t>
            </a:r>
            <a:r>
              <a:rPr sz="2700" spc="179" baseline="1543" dirty="0">
                <a:latin typeface="Book Antiqua"/>
                <a:cs typeface="Book Antiqua"/>
              </a:rPr>
              <a:t>2</a:t>
            </a:r>
            <a:r>
              <a:rPr sz="2700" baseline="1543" dirty="0">
                <a:latin typeface="Book Antiqua"/>
                <a:cs typeface="Book Antiqua"/>
              </a:rPr>
              <a:t>,</a:t>
            </a:r>
            <a:r>
              <a:rPr sz="2700" baseline="1543" dirty="0">
                <a:latin typeface="Times New Roman"/>
                <a:cs typeface="Times New Roman"/>
              </a:rPr>
              <a:t> </a:t>
            </a:r>
            <a:r>
              <a:rPr sz="2700" spc="179" baseline="1543" dirty="0">
                <a:latin typeface="Book Antiqua"/>
                <a:cs typeface="Book Antiqua"/>
              </a:rPr>
              <a:t>4</a:t>
            </a:r>
            <a:r>
              <a:rPr sz="2700" baseline="1543" dirty="0">
                <a:latin typeface="Book Antiqua"/>
                <a:cs typeface="Book Antiqua"/>
              </a:rPr>
              <a:t>)</a:t>
            </a:r>
            <a:endParaRPr sz="2700" baseline="1543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31464" y="3185160"/>
            <a:ext cx="554736" cy="12237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91905" y="3220334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4">
                <a:moveTo>
                  <a:pt x="452018" y="1113160"/>
                </a:moveTo>
                <a:lnTo>
                  <a:pt x="411479" y="1112529"/>
                </a:lnTo>
                <a:lnTo>
                  <a:pt x="373258" y="1110874"/>
                </a:lnTo>
                <a:lnTo>
                  <a:pt x="321716" y="1106302"/>
                </a:lnTo>
                <a:lnTo>
                  <a:pt x="278891" y="1099956"/>
                </a:lnTo>
                <a:lnTo>
                  <a:pt x="239024" y="1088907"/>
                </a:lnTo>
                <a:lnTo>
                  <a:pt x="223418" y="594619"/>
                </a:lnTo>
                <a:lnTo>
                  <a:pt x="222503" y="591190"/>
                </a:lnTo>
                <a:lnTo>
                  <a:pt x="182636" y="572902"/>
                </a:lnTo>
                <a:lnTo>
                  <a:pt x="144170" y="565800"/>
                </a:lnTo>
                <a:lnTo>
                  <a:pt x="95890" y="560466"/>
                </a:lnTo>
                <a:lnTo>
                  <a:pt x="40264" y="557265"/>
                </a:lnTo>
                <a:lnTo>
                  <a:pt x="0" y="556503"/>
                </a:lnTo>
                <a:lnTo>
                  <a:pt x="20086" y="556381"/>
                </a:lnTo>
                <a:lnTo>
                  <a:pt x="59070" y="555132"/>
                </a:lnTo>
                <a:lnTo>
                  <a:pt x="112532" y="551169"/>
                </a:lnTo>
                <a:lnTo>
                  <a:pt x="158130" y="545226"/>
                </a:lnTo>
                <a:lnTo>
                  <a:pt x="202448" y="534405"/>
                </a:lnTo>
                <a:lnTo>
                  <a:pt x="223418" y="38099"/>
                </a:lnTo>
                <a:lnTo>
                  <a:pt x="224302" y="34686"/>
                </a:lnTo>
                <a:lnTo>
                  <a:pt x="264170" y="16398"/>
                </a:lnTo>
                <a:lnTo>
                  <a:pt x="302666" y="9265"/>
                </a:lnTo>
                <a:lnTo>
                  <a:pt x="350916" y="3931"/>
                </a:lnTo>
                <a:lnTo>
                  <a:pt x="406542" y="761"/>
                </a:lnTo>
                <a:lnTo>
                  <a:pt x="426476" y="243"/>
                </a:lnTo>
                <a:lnTo>
                  <a:pt x="446928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36524" y="3646851"/>
            <a:ext cx="233553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7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Book Antiqua"/>
                <a:cs typeface="Book Antiqua"/>
              </a:rPr>
              <a:t>+</a:t>
            </a:r>
            <a:r>
              <a:rPr sz="1800" spc="13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*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8712" y="5407136"/>
            <a:ext cx="14649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Book Antiqua"/>
                <a:cs typeface="Book Antiqua"/>
              </a:rPr>
              <a:t>-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1</a:t>
            </a:r>
            <a:r>
              <a:rPr sz="1800" spc="-45" dirty="0">
                <a:latin typeface="Book Antiqua"/>
                <a:cs typeface="Book Antiqua"/>
              </a:rPr>
              <a:t>*m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0307" y="5014557"/>
            <a:ext cx="1270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Book Antiqua"/>
                <a:cs typeface="Book Antiqua"/>
              </a:rPr>
              <a:t>0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10307" y="5270970"/>
            <a:ext cx="127000" cy="740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Book Antiqua"/>
                <a:cs typeface="Book Antiqua"/>
              </a:rPr>
              <a:t>0</a:t>
            </a:r>
            <a:endParaRPr sz="1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Book Antiqua"/>
                <a:cs typeface="Book Antiqua"/>
              </a:rPr>
              <a:t>0</a:t>
            </a:r>
            <a:endParaRPr sz="1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Book Antiqua"/>
                <a:cs typeface="Book Antiqua"/>
              </a:rPr>
              <a:t>0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96767" y="4773167"/>
            <a:ext cx="560832" cy="15179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62177" y="4808351"/>
            <a:ext cx="453390" cy="1407160"/>
          </a:xfrm>
          <a:custGeom>
            <a:avLst/>
            <a:gdLst/>
            <a:ahLst/>
            <a:cxnLst/>
            <a:rect l="l" t="t" r="r" b="b"/>
            <a:pathLst>
              <a:path w="453389" h="1407160">
                <a:moveTo>
                  <a:pt x="453146" y="1407032"/>
                </a:moveTo>
                <a:lnTo>
                  <a:pt x="412607" y="1406450"/>
                </a:lnTo>
                <a:lnTo>
                  <a:pt x="374385" y="1404746"/>
                </a:lnTo>
                <a:lnTo>
                  <a:pt x="322569" y="1400306"/>
                </a:lnTo>
                <a:lnTo>
                  <a:pt x="279532" y="1393947"/>
                </a:lnTo>
                <a:lnTo>
                  <a:pt x="238871" y="1383054"/>
                </a:lnTo>
                <a:lnTo>
                  <a:pt x="221741" y="742056"/>
                </a:lnTo>
                <a:lnTo>
                  <a:pt x="220858" y="738627"/>
                </a:lnTo>
                <a:lnTo>
                  <a:pt x="181477" y="720208"/>
                </a:lnTo>
                <a:lnTo>
                  <a:pt x="143255" y="713100"/>
                </a:lnTo>
                <a:lnTo>
                  <a:pt x="95493" y="707635"/>
                </a:lnTo>
                <a:lnTo>
                  <a:pt x="40142" y="704337"/>
                </a:lnTo>
                <a:lnTo>
                  <a:pt x="0" y="703444"/>
                </a:lnTo>
                <a:lnTo>
                  <a:pt x="19933" y="703325"/>
                </a:lnTo>
                <a:lnTo>
                  <a:pt x="58430" y="702051"/>
                </a:lnTo>
                <a:lnTo>
                  <a:pt x="111617" y="697991"/>
                </a:lnTo>
                <a:lnTo>
                  <a:pt x="157093" y="691895"/>
                </a:lnTo>
                <a:lnTo>
                  <a:pt x="201411" y="680846"/>
                </a:lnTo>
                <a:lnTo>
                  <a:pt x="221741" y="38480"/>
                </a:lnTo>
                <a:lnTo>
                  <a:pt x="222625" y="35051"/>
                </a:lnTo>
                <a:lnTo>
                  <a:pt x="262127" y="16763"/>
                </a:lnTo>
                <a:lnTo>
                  <a:pt x="300227" y="9524"/>
                </a:lnTo>
                <a:lnTo>
                  <a:pt x="347990" y="4190"/>
                </a:lnTo>
                <a:lnTo>
                  <a:pt x="403341" y="880"/>
                </a:lnTo>
                <a:lnTo>
                  <a:pt x="423153" y="380"/>
                </a:lnTo>
                <a:lnTo>
                  <a:pt x="443483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53942" y="5431202"/>
            <a:ext cx="5899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Book Antiqua"/>
                <a:cs typeface="Book Antiqua"/>
              </a:rPr>
              <a:t>-</a:t>
            </a:r>
            <a:r>
              <a:rPr sz="1800" spc="135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6524" y="1296333"/>
            <a:ext cx="233553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7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Book Antiqua"/>
                <a:cs typeface="Book Antiqua"/>
              </a:rPr>
              <a:t>+</a:t>
            </a:r>
            <a:r>
              <a:rPr sz="1800" spc="13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*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60093" y="3148763"/>
            <a:ext cx="398780" cy="255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25" dirty="0">
                <a:solidFill>
                  <a:srgbClr val="FFFFFF"/>
                </a:solidFill>
                <a:latin typeface="Georgia"/>
                <a:cs typeface="Georgia"/>
              </a:rPr>
              <a:t>.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45994" y="3141143"/>
            <a:ext cx="4819015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1840" algn="l"/>
              </a:tabLst>
            </a:pPr>
            <a:r>
              <a:rPr sz="1800" spc="-170" dirty="0">
                <a:latin typeface="Book Antiqua"/>
                <a:cs typeface="Book Antiqua"/>
              </a:rPr>
              <a:t>U</a:t>
            </a:r>
            <a:r>
              <a:rPr sz="1800" dirty="0">
                <a:latin typeface="Book Antiqua"/>
                <a:cs typeface="Book Antiqua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00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45998" y="3427655"/>
            <a:ext cx="4928870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80" dirty="0">
                <a:latin typeface="Book Antiqua"/>
                <a:cs typeface="Book Antiqua"/>
              </a:rPr>
              <a:t>D</a:t>
            </a:r>
            <a:r>
              <a:rPr sz="1800" spc="95" dirty="0">
                <a:latin typeface="Book Antiqua"/>
                <a:cs typeface="Book Antiqua"/>
              </a:rPr>
              <a:t>O</a:t>
            </a:r>
            <a:r>
              <a:rPr sz="1800" spc="-60" dirty="0">
                <a:latin typeface="Book Antiqua"/>
                <a:cs typeface="Book Antiqua"/>
              </a:rPr>
              <a:t>W</a:t>
            </a:r>
            <a:r>
              <a:rPr sz="1800" dirty="0">
                <a:latin typeface="Book Antiqua"/>
                <a:cs typeface="Book Antiqua"/>
              </a:rPr>
              <a:t>N</a:t>
            </a:r>
            <a:r>
              <a:rPr sz="1800" spc="-18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9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46002" y="3715694"/>
            <a:ext cx="4906010" cy="551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00735" algn="l"/>
              </a:tabLst>
            </a:pPr>
            <a:r>
              <a:rPr sz="1800" spc="-215" dirty="0">
                <a:latin typeface="Book Antiqua"/>
                <a:cs typeface="Book Antiqua"/>
              </a:rPr>
              <a:t>L</a:t>
            </a:r>
            <a:r>
              <a:rPr sz="1800" spc="-60" dirty="0">
                <a:latin typeface="Book Antiqua"/>
                <a:cs typeface="Book Antiqua"/>
              </a:rPr>
              <a:t>E</a:t>
            </a:r>
            <a:r>
              <a:rPr sz="1800" spc="-20" dirty="0">
                <a:latin typeface="Book Antiqua"/>
                <a:cs typeface="Book Antiqua"/>
              </a:rPr>
              <a:t>F</a:t>
            </a:r>
            <a:r>
              <a:rPr sz="1800" dirty="0">
                <a:latin typeface="Book Antiqua"/>
                <a:cs typeface="Book Antiqua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-75" dirty="0">
                <a:latin typeface="Book Antiqua"/>
                <a:cs typeface="Book Antiqua"/>
              </a:rPr>
              <a:t>(</a:t>
            </a:r>
            <a:r>
              <a:rPr sz="1800" spc="114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dirty="0">
                <a:latin typeface="Book Antiqua"/>
                <a:cs typeface="Book Antiqua"/>
              </a:rPr>
              <a:t>(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spc="90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2)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175" dirty="0">
                <a:latin typeface="Book Antiqua"/>
                <a:cs typeface="Book Antiqua"/>
              </a:rPr>
              <a:t>R</a:t>
            </a:r>
            <a:r>
              <a:rPr sz="1800" spc="-165" dirty="0">
                <a:latin typeface="Book Antiqua"/>
                <a:cs typeface="Book Antiqua"/>
              </a:rPr>
              <a:t>I</a:t>
            </a:r>
            <a:r>
              <a:rPr sz="1800" spc="5" dirty="0">
                <a:latin typeface="Book Antiqua"/>
                <a:cs typeface="Book Antiqua"/>
              </a:rPr>
              <a:t>G</a:t>
            </a:r>
            <a:r>
              <a:rPr sz="1800" spc="-215" dirty="0">
                <a:latin typeface="Book Antiqua"/>
                <a:cs typeface="Book Antiqua"/>
              </a:rPr>
              <a:t>H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spc="-75" dirty="0">
                <a:latin typeface="Book Antiqua"/>
                <a:cs typeface="Book Antiqua"/>
              </a:rPr>
              <a:t>(</a:t>
            </a:r>
            <a:r>
              <a:rPr sz="1800" spc="120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96767" y="780287"/>
            <a:ext cx="556259" cy="12237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57727" y="815218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5">
                <a:moveTo>
                  <a:pt x="452109" y="1113160"/>
                </a:moveTo>
                <a:lnTo>
                  <a:pt x="411601" y="1112519"/>
                </a:lnTo>
                <a:lnTo>
                  <a:pt x="373379" y="1110874"/>
                </a:lnTo>
                <a:lnTo>
                  <a:pt x="321807" y="1106423"/>
                </a:lnTo>
                <a:lnTo>
                  <a:pt x="279013" y="1099931"/>
                </a:lnTo>
                <a:lnTo>
                  <a:pt x="239146" y="1088897"/>
                </a:lnTo>
                <a:lnTo>
                  <a:pt x="223509" y="594725"/>
                </a:lnTo>
                <a:lnTo>
                  <a:pt x="222625" y="591311"/>
                </a:lnTo>
                <a:lnTo>
                  <a:pt x="182758" y="573023"/>
                </a:lnTo>
                <a:lnTo>
                  <a:pt x="144261" y="565891"/>
                </a:lnTo>
                <a:lnTo>
                  <a:pt x="96011" y="560557"/>
                </a:lnTo>
                <a:lnTo>
                  <a:pt x="40385" y="557387"/>
                </a:lnTo>
                <a:lnTo>
                  <a:pt x="0" y="556625"/>
                </a:lnTo>
                <a:lnTo>
                  <a:pt x="20208" y="556503"/>
                </a:lnTo>
                <a:lnTo>
                  <a:pt x="59192" y="555223"/>
                </a:lnTo>
                <a:lnTo>
                  <a:pt x="112654" y="551291"/>
                </a:lnTo>
                <a:lnTo>
                  <a:pt x="158252" y="545195"/>
                </a:lnTo>
                <a:lnTo>
                  <a:pt x="202570" y="534527"/>
                </a:lnTo>
                <a:lnTo>
                  <a:pt x="223509" y="38099"/>
                </a:lnTo>
                <a:lnTo>
                  <a:pt x="224424" y="34655"/>
                </a:lnTo>
                <a:lnTo>
                  <a:pt x="264292" y="16367"/>
                </a:lnTo>
                <a:lnTo>
                  <a:pt x="302757" y="9265"/>
                </a:lnTo>
                <a:lnTo>
                  <a:pt x="351038" y="3931"/>
                </a:lnTo>
                <a:lnTo>
                  <a:pt x="406664" y="761"/>
                </a:lnTo>
                <a:lnTo>
                  <a:pt x="426598" y="243"/>
                </a:lnTo>
                <a:lnTo>
                  <a:pt x="446928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360169" y="2398440"/>
            <a:ext cx="58928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Book Antiqua"/>
                <a:cs typeface="Book Antiqua"/>
              </a:rPr>
              <a:t>-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8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209519" y="2028047"/>
            <a:ext cx="0" cy="1508125"/>
          </a:xfrm>
          <a:custGeom>
            <a:avLst/>
            <a:gdLst/>
            <a:ahLst/>
            <a:cxnLst/>
            <a:rect l="l" t="t" r="r" b="b"/>
            <a:pathLst>
              <a:path h="1508125">
                <a:moveTo>
                  <a:pt x="0" y="0"/>
                </a:moveTo>
                <a:lnTo>
                  <a:pt x="0" y="150751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935583" y="2028047"/>
            <a:ext cx="0" cy="1508125"/>
          </a:xfrm>
          <a:custGeom>
            <a:avLst/>
            <a:gdLst/>
            <a:ahLst/>
            <a:cxnLst/>
            <a:rect l="l" t="t" r="r" b="b"/>
            <a:pathLst>
              <a:path h="1508125">
                <a:moveTo>
                  <a:pt x="0" y="0"/>
                </a:moveTo>
                <a:lnTo>
                  <a:pt x="0" y="150751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477115" y="2408163"/>
            <a:ext cx="2191385" cy="0"/>
          </a:xfrm>
          <a:custGeom>
            <a:avLst/>
            <a:gdLst/>
            <a:ahLst/>
            <a:cxnLst/>
            <a:rect l="l" t="t" r="r" b="b"/>
            <a:pathLst>
              <a:path w="2191384">
                <a:moveTo>
                  <a:pt x="0" y="0"/>
                </a:moveTo>
                <a:lnTo>
                  <a:pt x="219102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477115" y="2781818"/>
            <a:ext cx="2191385" cy="0"/>
          </a:xfrm>
          <a:custGeom>
            <a:avLst/>
            <a:gdLst/>
            <a:ahLst/>
            <a:cxnLst/>
            <a:rect l="l" t="t" r="r" b="b"/>
            <a:pathLst>
              <a:path w="2191384">
                <a:moveTo>
                  <a:pt x="0" y="0"/>
                </a:moveTo>
                <a:lnTo>
                  <a:pt x="219102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477115" y="3155563"/>
            <a:ext cx="2191385" cy="0"/>
          </a:xfrm>
          <a:custGeom>
            <a:avLst/>
            <a:gdLst/>
            <a:ahLst/>
            <a:cxnLst/>
            <a:rect l="l" t="t" r="r" b="b"/>
            <a:pathLst>
              <a:path w="2191384">
                <a:moveTo>
                  <a:pt x="0" y="0"/>
                </a:moveTo>
                <a:lnTo>
                  <a:pt x="219102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483486" y="2028047"/>
            <a:ext cx="0" cy="1508125"/>
          </a:xfrm>
          <a:custGeom>
            <a:avLst/>
            <a:gdLst/>
            <a:ahLst/>
            <a:cxnLst/>
            <a:rect l="l" t="t" r="r" b="b"/>
            <a:pathLst>
              <a:path h="1508125">
                <a:moveTo>
                  <a:pt x="0" y="0"/>
                </a:moveTo>
                <a:lnTo>
                  <a:pt x="0" y="150751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661769" y="2028047"/>
            <a:ext cx="0" cy="1508125"/>
          </a:xfrm>
          <a:custGeom>
            <a:avLst/>
            <a:gdLst/>
            <a:ahLst/>
            <a:cxnLst/>
            <a:rect l="l" t="t" r="r" b="b"/>
            <a:pathLst>
              <a:path h="1508125">
                <a:moveTo>
                  <a:pt x="0" y="0"/>
                </a:moveTo>
                <a:lnTo>
                  <a:pt x="0" y="150751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477115" y="2034418"/>
            <a:ext cx="2191385" cy="0"/>
          </a:xfrm>
          <a:custGeom>
            <a:avLst/>
            <a:gdLst/>
            <a:ahLst/>
            <a:cxnLst/>
            <a:rect l="l" t="t" r="r" b="b"/>
            <a:pathLst>
              <a:path w="2191384">
                <a:moveTo>
                  <a:pt x="0" y="0"/>
                </a:moveTo>
                <a:lnTo>
                  <a:pt x="219102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477115" y="3529187"/>
            <a:ext cx="2191385" cy="0"/>
          </a:xfrm>
          <a:custGeom>
            <a:avLst/>
            <a:gdLst/>
            <a:ahLst/>
            <a:cxnLst/>
            <a:rect l="l" t="t" r="r" b="b"/>
            <a:pathLst>
              <a:path w="2191384">
                <a:moveTo>
                  <a:pt x="0" y="0"/>
                </a:moveTo>
                <a:lnTo>
                  <a:pt x="219102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564377" y="2111157"/>
            <a:ext cx="33464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.5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290436" y="2111157"/>
            <a:ext cx="3333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64377" y="2859061"/>
            <a:ext cx="27495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.7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290436" y="2859061"/>
            <a:ext cx="3333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564377" y="3232822"/>
            <a:ext cx="33464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.5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563100" y="3512820"/>
            <a:ext cx="434340" cy="5135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689592" y="3512820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9701538" y="3643428"/>
            <a:ext cx="1530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115043" y="3144011"/>
            <a:ext cx="434340" cy="5135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241535" y="3144011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040368" y="2731007"/>
            <a:ext cx="434340" cy="5135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166859" y="2731007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0361676" y="3471671"/>
            <a:ext cx="434340" cy="51358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0488168" y="3471671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0499225" y="3602033"/>
            <a:ext cx="1530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128247" y="3509771"/>
            <a:ext cx="434340" cy="5135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1254740" y="3509771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11267322" y="3641015"/>
            <a:ext cx="1530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9078468" y="2360676"/>
            <a:ext cx="434340" cy="51358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204959" y="2360676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904731" y="1959864"/>
            <a:ext cx="434340" cy="51358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9031223" y="1959864"/>
            <a:ext cx="434340" cy="51358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157716" y="1959864"/>
            <a:ext cx="371855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9168772" y="2089582"/>
            <a:ext cx="237490" cy="143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  <a:p>
            <a:pPr marL="5969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marL="22860">
              <a:lnSpc>
                <a:spcPct val="100000"/>
              </a:lnSpc>
              <a:spcBef>
                <a:spcPts val="805"/>
              </a:spcBef>
            </a:pPr>
            <a:r>
              <a:rPr sz="180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97155">
              <a:lnSpc>
                <a:spcPct val="100000"/>
              </a:lnSpc>
              <a:spcBef>
                <a:spcPts val="1045"/>
              </a:spcBef>
            </a:pPr>
            <a:r>
              <a:rPr sz="180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0769862" y="6562130"/>
            <a:ext cx="22352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49932" y="284472"/>
            <a:ext cx="412559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5" dirty="0">
                <a:latin typeface="Arial"/>
                <a:cs typeface="Arial"/>
              </a:rPr>
              <a:t>A</a:t>
            </a:r>
            <a:r>
              <a:rPr sz="4000" spc="-35" dirty="0">
                <a:latin typeface="Arial"/>
                <a:cs typeface="Arial"/>
              </a:rPr>
              <a:t>ft</a:t>
            </a:r>
            <a:r>
              <a:rPr sz="4000" spc="-50" dirty="0">
                <a:latin typeface="Arial"/>
                <a:cs typeface="Arial"/>
              </a:rPr>
              <a:t>e</a:t>
            </a:r>
            <a:r>
              <a:rPr sz="4000" spc="-15" dirty="0">
                <a:latin typeface="Arial"/>
                <a:cs typeface="Arial"/>
              </a:rPr>
              <a:t>r</a:t>
            </a:r>
            <a:r>
              <a:rPr sz="4000" spc="105" dirty="0">
                <a:latin typeface="Times New Roman"/>
                <a:cs typeface="Times New Roman"/>
              </a:rPr>
              <a:t> </a:t>
            </a:r>
            <a:r>
              <a:rPr sz="4000" spc="-55" dirty="0">
                <a:latin typeface="Arial"/>
                <a:cs typeface="Arial"/>
              </a:rPr>
              <a:t>F</a:t>
            </a:r>
            <a:r>
              <a:rPr sz="4000" spc="-40" dirty="0">
                <a:latin typeface="Arial"/>
                <a:cs typeface="Arial"/>
              </a:rPr>
              <a:t>irs</a:t>
            </a:r>
            <a:r>
              <a:rPr sz="4000" spc="-15" dirty="0">
                <a:latin typeface="Arial"/>
                <a:cs typeface="Arial"/>
              </a:rPr>
              <a:t>t</a:t>
            </a:r>
            <a:r>
              <a:rPr sz="4000" spc="120" dirty="0">
                <a:latin typeface="Times New Roman"/>
                <a:cs typeface="Times New Roman"/>
              </a:rPr>
              <a:t> </a:t>
            </a:r>
            <a:r>
              <a:rPr sz="4000" spc="-35" dirty="0">
                <a:latin typeface="Arial"/>
                <a:cs typeface="Arial"/>
              </a:rPr>
              <a:t>it</a:t>
            </a:r>
            <a:r>
              <a:rPr sz="4000" spc="-45" dirty="0">
                <a:latin typeface="Arial"/>
                <a:cs typeface="Arial"/>
              </a:rPr>
              <a:t>era</a:t>
            </a:r>
            <a:r>
              <a:rPr sz="4000" spc="-35" dirty="0">
                <a:latin typeface="Arial"/>
                <a:cs typeface="Arial"/>
              </a:rPr>
              <a:t>t</a:t>
            </a:r>
            <a:r>
              <a:rPr sz="4000" spc="-45" dirty="0">
                <a:latin typeface="Arial"/>
                <a:cs typeface="Arial"/>
              </a:rPr>
              <a:t>io</a:t>
            </a:r>
            <a:r>
              <a:rPr sz="4000" spc="-25" dirty="0">
                <a:latin typeface="Arial"/>
                <a:cs typeface="Arial"/>
              </a:rPr>
              <a:t>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37</a:t>
            </a:fld>
            <a:endParaRPr dirty="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110492" y="1466839"/>
          <a:ext cx="2705586" cy="1775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1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002"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-0.5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-0.8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849"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DABAB"/>
                    </a:solidFill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02"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880"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91589" y="409701"/>
            <a:ext cx="530796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5" dirty="0">
                <a:latin typeface="Arial"/>
                <a:cs typeface="Arial"/>
              </a:rPr>
              <a:t>Se</a:t>
            </a:r>
            <a:r>
              <a:rPr sz="4000" spc="-40" dirty="0">
                <a:latin typeface="Arial"/>
                <a:cs typeface="Arial"/>
              </a:rPr>
              <a:t>c</a:t>
            </a:r>
            <a:r>
              <a:rPr sz="4000" spc="-55" dirty="0">
                <a:latin typeface="Arial"/>
                <a:cs typeface="Arial"/>
              </a:rPr>
              <a:t>on</a:t>
            </a:r>
            <a:r>
              <a:rPr sz="4000" spc="-25" dirty="0">
                <a:latin typeface="Arial"/>
                <a:cs typeface="Arial"/>
              </a:rPr>
              <a:t>d</a:t>
            </a:r>
            <a:r>
              <a:rPr sz="4000" spc="105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Arial"/>
                <a:cs typeface="Arial"/>
              </a:rPr>
              <a:t>i</a:t>
            </a:r>
            <a:r>
              <a:rPr sz="4000" spc="-35" dirty="0">
                <a:latin typeface="Arial"/>
                <a:cs typeface="Arial"/>
              </a:rPr>
              <a:t>t</a:t>
            </a:r>
            <a:r>
              <a:rPr sz="4000" spc="-55" dirty="0">
                <a:latin typeface="Arial"/>
                <a:cs typeface="Arial"/>
              </a:rPr>
              <a:t>e</a:t>
            </a:r>
            <a:r>
              <a:rPr sz="4000" spc="-40" dirty="0">
                <a:latin typeface="Arial"/>
                <a:cs typeface="Arial"/>
              </a:rPr>
              <a:t>r</a:t>
            </a:r>
            <a:r>
              <a:rPr sz="4000" spc="-55" dirty="0">
                <a:latin typeface="Arial"/>
                <a:cs typeface="Arial"/>
              </a:rPr>
              <a:t>a</a:t>
            </a:r>
            <a:r>
              <a:rPr sz="4000" spc="-35" dirty="0">
                <a:latin typeface="Arial"/>
                <a:cs typeface="Arial"/>
              </a:rPr>
              <a:t>t</a:t>
            </a:r>
            <a:r>
              <a:rPr sz="4000" spc="-25" dirty="0">
                <a:latin typeface="Arial"/>
                <a:cs typeface="Arial"/>
              </a:rPr>
              <a:t>i</a:t>
            </a:r>
            <a:r>
              <a:rPr sz="4000" spc="-50" dirty="0">
                <a:latin typeface="Arial"/>
                <a:cs typeface="Arial"/>
              </a:rPr>
              <a:t>o</a:t>
            </a:r>
            <a:r>
              <a:rPr sz="4000" spc="-25" dirty="0">
                <a:latin typeface="Arial"/>
                <a:cs typeface="Arial"/>
              </a:rPr>
              <a:t>n</a:t>
            </a:r>
            <a:r>
              <a:rPr sz="4000" spc="160" dirty="0">
                <a:latin typeface="Times New Roman"/>
                <a:cs typeface="Times New Roman"/>
              </a:rPr>
              <a:t> </a:t>
            </a:r>
            <a:r>
              <a:rPr sz="4000" spc="-60" dirty="0">
                <a:latin typeface="Arial"/>
                <a:cs typeface="Arial"/>
              </a:rPr>
              <a:t>V</a:t>
            </a:r>
            <a:r>
              <a:rPr sz="4000" spc="-40" dirty="0">
                <a:latin typeface="Arial"/>
                <a:cs typeface="Arial"/>
              </a:rPr>
              <a:t>(</a:t>
            </a:r>
            <a:r>
              <a:rPr sz="4000" spc="-55" dirty="0">
                <a:latin typeface="Arial"/>
                <a:cs typeface="Arial"/>
              </a:rPr>
              <a:t>1</a:t>
            </a:r>
            <a:r>
              <a:rPr sz="4000" spc="-15" dirty="0">
                <a:latin typeface="Arial"/>
                <a:cs typeface="Arial"/>
              </a:rPr>
              <a:t>,</a:t>
            </a:r>
            <a:r>
              <a:rPr sz="4000" spc="110" dirty="0">
                <a:latin typeface="Times New Roman"/>
                <a:cs typeface="Times New Roman"/>
              </a:rPr>
              <a:t> </a:t>
            </a:r>
            <a:r>
              <a:rPr sz="4000" spc="-50" dirty="0">
                <a:latin typeface="Arial"/>
                <a:cs typeface="Arial"/>
              </a:rPr>
              <a:t>1)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2675" y="4164150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29" y="500301"/>
                </a:lnTo>
                <a:lnTo>
                  <a:pt x="2926329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2675" y="4164150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29" y="500301"/>
                </a:lnTo>
                <a:lnTo>
                  <a:pt x="2926329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31464" y="3185160"/>
            <a:ext cx="554736" cy="12237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91905" y="3220334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4">
                <a:moveTo>
                  <a:pt x="452018" y="1113160"/>
                </a:moveTo>
                <a:lnTo>
                  <a:pt x="411479" y="1112529"/>
                </a:lnTo>
                <a:lnTo>
                  <a:pt x="373258" y="1110874"/>
                </a:lnTo>
                <a:lnTo>
                  <a:pt x="321716" y="1106302"/>
                </a:lnTo>
                <a:lnTo>
                  <a:pt x="278891" y="1099956"/>
                </a:lnTo>
                <a:lnTo>
                  <a:pt x="239024" y="1088907"/>
                </a:lnTo>
                <a:lnTo>
                  <a:pt x="223418" y="594619"/>
                </a:lnTo>
                <a:lnTo>
                  <a:pt x="222503" y="591190"/>
                </a:lnTo>
                <a:lnTo>
                  <a:pt x="182636" y="572902"/>
                </a:lnTo>
                <a:lnTo>
                  <a:pt x="144170" y="565800"/>
                </a:lnTo>
                <a:lnTo>
                  <a:pt x="95890" y="560466"/>
                </a:lnTo>
                <a:lnTo>
                  <a:pt x="40264" y="557265"/>
                </a:lnTo>
                <a:lnTo>
                  <a:pt x="0" y="556503"/>
                </a:lnTo>
                <a:lnTo>
                  <a:pt x="20086" y="556381"/>
                </a:lnTo>
                <a:lnTo>
                  <a:pt x="59070" y="555132"/>
                </a:lnTo>
                <a:lnTo>
                  <a:pt x="112532" y="551169"/>
                </a:lnTo>
                <a:lnTo>
                  <a:pt x="158130" y="545226"/>
                </a:lnTo>
                <a:lnTo>
                  <a:pt x="202448" y="534405"/>
                </a:lnTo>
                <a:lnTo>
                  <a:pt x="223418" y="38099"/>
                </a:lnTo>
                <a:lnTo>
                  <a:pt x="224302" y="34686"/>
                </a:lnTo>
                <a:lnTo>
                  <a:pt x="264170" y="16398"/>
                </a:lnTo>
                <a:lnTo>
                  <a:pt x="302666" y="9265"/>
                </a:lnTo>
                <a:lnTo>
                  <a:pt x="350916" y="3931"/>
                </a:lnTo>
                <a:lnTo>
                  <a:pt x="406542" y="761"/>
                </a:lnTo>
                <a:lnTo>
                  <a:pt x="426476" y="243"/>
                </a:lnTo>
                <a:lnTo>
                  <a:pt x="446928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47397" y="3646851"/>
            <a:ext cx="227520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75" dirty="0">
                <a:latin typeface="Book Antiqua"/>
                <a:cs typeface="Book Antiqua"/>
              </a:rPr>
              <a:t>V</a:t>
            </a:r>
            <a:r>
              <a:rPr sz="1800" spc="-60" dirty="0">
                <a:latin typeface="Book Antiqua"/>
                <a:cs typeface="Book Antiqua"/>
              </a:rPr>
              <a:t>(</a:t>
            </a:r>
            <a:r>
              <a:rPr sz="1800" spc="55" dirty="0">
                <a:latin typeface="Book Antiqua"/>
                <a:cs typeface="Book Antiqua"/>
              </a:rPr>
              <a:t>1</a:t>
            </a:r>
            <a:r>
              <a:rPr sz="1800" spc="60" dirty="0">
                <a:latin typeface="Book Antiqua"/>
                <a:cs typeface="Book Antiqua"/>
              </a:rPr>
              <a:t>,1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</a:t>
            </a:r>
            <a:r>
              <a:rPr sz="1800" spc="-5" dirty="0">
                <a:latin typeface="Book Antiqua"/>
                <a:cs typeface="Book Antiqua"/>
              </a:rPr>
              <a:t>x</a:t>
            </a:r>
            <a:r>
              <a:rPr sz="1800" spc="114" dirty="0">
                <a:latin typeface="Book Antiqua"/>
                <a:cs typeface="Book Antiqua"/>
              </a:rPr>
              <a:t>*1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471" y="4972237"/>
            <a:ext cx="7258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Book Antiqua"/>
                <a:cs typeface="Book Antiqua"/>
              </a:rPr>
              <a:t>-</a:t>
            </a:r>
            <a:r>
              <a:rPr sz="1800" i="1" spc="105" dirty="0">
                <a:latin typeface="Book Antiqua"/>
                <a:cs typeface="Book Antiqua"/>
              </a:rPr>
              <a:t>0</a:t>
            </a:r>
            <a:r>
              <a:rPr sz="1800" i="1" spc="110" dirty="0">
                <a:latin typeface="Book Antiqua"/>
                <a:cs typeface="Book Antiqua"/>
              </a:rPr>
              <a:t>.</a:t>
            </a:r>
            <a:r>
              <a:rPr sz="1800" i="1" spc="105" dirty="0">
                <a:latin typeface="Book Antiqua"/>
                <a:cs typeface="Book Antiqua"/>
              </a:rPr>
              <a:t>2</a:t>
            </a:r>
            <a:r>
              <a:rPr sz="1800" i="1" dirty="0">
                <a:latin typeface="Book Antiqua"/>
                <a:cs typeface="Book Antiqua"/>
              </a:rPr>
              <a:t>8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65249" y="3111552"/>
            <a:ext cx="6343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max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0608" y="3103932"/>
            <a:ext cx="4979670" cy="1125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9480" algn="l"/>
              </a:tabLst>
            </a:pPr>
            <a:r>
              <a:rPr sz="1800" spc="-170" dirty="0">
                <a:latin typeface="Book Antiqua"/>
                <a:cs typeface="Book Antiqua"/>
              </a:rPr>
              <a:t>U</a:t>
            </a:r>
            <a:r>
              <a:rPr sz="1800" dirty="0">
                <a:latin typeface="Book Antiqua"/>
                <a:cs typeface="Book Antiqua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00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40" dirty="0">
                <a:latin typeface="Arial"/>
                <a:cs typeface="Arial"/>
              </a:rPr>
              <a:t> </a:t>
            </a:r>
            <a:r>
              <a:rPr sz="1800" i="1" spc="-320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(1</a:t>
            </a:r>
            <a:r>
              <a:rPr sz="1800" spc="35" dirty="0">
                <a:latin typeface="Book Antiqua"/>
                <a:cs typeface="Book Antiqua"/>
              </a:rPr>
              <a:t>,</a:t>
            </a:r>
            <a:r>
              <a:rPr sz="1800" spc="3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(2</a:t>
            </a:r>
            <a:r>
              <a:rPr sz="1800" spc="35" dirty="0">
                <a:latin typeface="Book Antiqua"/>
                <a:cs typeface="Book Antiqua"/>
              </a:rPr>
              <a:t>,</a:t>
            </a:r>
            <a:r>
              <a:rPr sz="1800" spc="3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2505" algn="l"/>
              </a:tabLst>
            </a:pPr>
            <a:r>
              <a:rPr sz="1800" spc="-65" dirty="0">
                <a:latin typeface="Book Antiqua"/>
                <a:cs typeface="Book Antiqua"/>
              </a:rPr>
              <a:t>D</a:t>
            </a:r>
            <a:r>
              <a:rPr sz="1800" spc="-50" dirty="0">
                <a:latin typeface="Book Antiqua"/>
                <a:cs typeface="Book Antiqua"/>
              </a:rPr>
              <a:t>OW</a:t>
            </a:r>
            <a:r>
              <a:rPr sz="1800" dirty="0">
                <a:latin typeface="Book Antiqua"/>
                <a:cs typeface="Book Antiqua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4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(1</a:t>
            </a:r>
            <a:r>
              <a:rPr sz="1800" spc="35" dirty="0">
                <a:latin typeface="Book Antiqua"/>
                <a:cs typeface="Book Antiqua"/>
              </a:rPr>
              <a:t>,</a:t>
            </a:r>
            <a:r>
              <a:rPr sz="1800" spc="3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(2</a:t>
            </a:r>
            <a:r>
              <a:rPr sz="1800" spc="35" dirty="0">
                <a:latin typeface="Book Antiqua"/>
                <a:cs typeface="Book Antiqua"/>
              </a:rPr>
              <a:t>,</a:t>
            </a:r>
            <a:r>
              <a:rPr sz="1800" spc="3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9644" algn="l"/>
              </a:tabLst>
            </a:pPr>
            <a:r>
              <a:rPr sz="1800" spc="-215" dirty="0">
                <a:latin typeface="Book Antiqua"/>
                <a:cs typeface="Book Antiqua"/>
              </a:rPr>
              <a:t>L</a:t>
            </a:r>
            <a:r>
              <a:rPr sz="1800" spc="-60" dirty="0">
                <a:latin typeface="Book Antiqua"/>
                <a:cs typeface="Book Antiqua"/>
              </a:rPr>
              <a:t>E</a:t>
            </a:r>
            <a:r>
              <a:rPr sz="1800" spc="-20" dirty="0">
                <a:latin typeface="Book Antiqua"/>
                <a:cs typeface="Book Antiqua"/>
              </a:rPr>
              <a:t>F</a:t>
            </a:r>
            <a:r>
              <a:rPr sz="1800" dirty="0">
                <a:latin typeface="Book Antiqua"/>
                <a:cs typeface="Book Antiqua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-75" dirty="0">
                <a:latin typeface="Book Antiqua"/>
                <a:cs typeface="Book Antiqua"/>
              </a:rPr>
              <a:t>(</a:t>
            </a:r>
            <a:r>
              <a:rPr sz="1800" spc="114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(1</a:t>
            </a:r>
            <a:r>
              <a:rPr sz="1800" spc="35" dirty="0">
                <a:latin typeface="Book Antiqua"/>
                <a:cs typeface="Book Antiqua"/>
              </a:rPr>
              <a:t>,</a:t>
            </a:r>
            <a:r>
              <a:rPr sz="1800" spc="3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05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dirty="0">
                <a:latin typeface="Book Antiqua"/>
                <a:cs typeface="Book Antiqua"/>
              </a:rPr>
              <a:t>(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spc="90" dirty="0">
                <a:latin typeface="Book Antiqua"/>
                <a:cs typeface="Book Antiqua"/>
              </a:rPr>
              <a:t>2</a:t>
            </a:r>
            <a:r>
              <a:rPr sz="1800" spc="95" dirty="0">
                <a:latin typeface="Book Antiqua"/>
                <a:cs typeface="Book Antiqua"/>
              </a:rPr>
              <a:t>,1</a:t>
            </a:r>
            <a:r>
              <a:rPr sz="1800" dirty="0">
                <a:latin typeface="Book Antiqua"/>
                <a:cs typeface="Book Antiqua"/>
              </a:rPr>
              <a:t>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3135" algn="l"/>
              </a:tabLst>
            </a:pPr>
            <a:r>
              <a:rPr sz="1800" spc="-175" dirty="0">
                <a:latin typeface="Book Antiqua"/>
                <a:cs typeface="Book Antiqua"/>
              </a:rPr>
              <a:t>R</a:t>
            </a:r>
            <a:r>
              <a:rPr sz="1800" spc="-165" dirty="0">
                <a:latin typeface="Book Antiqua"/>
                <a:cs typeface="Book Antiqua"/>
              </a:rPr>
              <a:t>I</a:t>
            </a:r>
            <a:r>
              <a:rPr sz="1800" spc="5" dirty="0">
                <a:latin typeface="Book Antiqua"/>
                <a:cs typeface="Book Antiqua"/>
              </a:rPr>
              <a:t>G</a:t>
            </a:r>
            <a:r>
              <a:rPr sz="1800" spc="-215" dirty="0">
                <a:latin typeface="Book Antiqua"/>
                <a:cs typeface="Book Antiqua"/>
              </a:rPr>
              <a:t>H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12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(1</a:t>
            </a:r>
            <a:r>
              <a:rPr sz="1800" spc="35" dirty="0">
                <a:latin typeface="Book Antiqua"/>
                <a:cs typeface="Book Antiqua"/>
              </a:rPr>
              <a:t>,</a:t>
            </a:r>
            <a:r>
              <a:rPr sz="1800" spc="3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(1</a:t>
            </a:r>
            <a:r>
              <a:rPr sz="1800" spc="35" dirty="0">
                <a:latin typeface="Book Antiqua"/>
                <a:cs typeface="Book Antiqua"/>
              </a:rPr>
              <a:t>,</a:t>
            </a:r>
            <a:r>
              <a:rPr sz="1800" spc="4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41366" y="5073058"/>
            <a:ext cx="13252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80" dirty="0">
                <a:latin typeface="Book Antiqua"/>
                <a:cs typeface="Book Antiqua"/>
              </a:rPr>
              <a:t>0</a:t>
            </a:r>
            <a:r>
              <a:rPr sz="1800" spc="90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82885" y="4691458"/>
            <a:ext cx="520065" cy="998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0" dirty="0">
                <a:latin typeface="Book Antiqua"/>
                <a:cs typeface="Book Antiqua"/>
              </a:rPr>
              <a:t>-</a:t>
            </a:r>
            <a:r>
              <a:rPr sz="1600" spc="100" dirty="0">
                <a:latin typeface="Book Antiqua"/>
                <a:cs typeface="Book Antiqua"/>
              </a:rPr>
              <a:t>0</a:t>
            </a:r>
            <a:r>
              <a:rPr sz="1600" spc="-10" dirty="0">
                <a:latin typeface="Book Antiqua"/>
                <a:cs typeface="Book Antiqua"/>
              </a:rPr>
              <a:t>.</a:t>
            </a:r>
            <a:r>
              <a:rPr sz="1600" spc="100" dirty="0">
                <a:latin typeface="Book Antiqua"/>
                <a:cs typeface="Book Antiqua"/>
              </a:rPr>
              <a:t>2</a:t>
            </a:r>
            <a:r>
              <a:rPr sz="1600" spc="-10" dirty="0">
                <a:latin typeface="Book Antiqua"/>
                <a:cs typeface="Book Antiqua"/>
              </a:rPr>
              <a:t>6</a:t>
            </a:r>
            <a:endParaRPr sz="1600">
              <a:latin typeface="Book Antiqua"/>
              <a:cs typeface="Book Antiqua"/>
            </a:endParaRPr>
          </a:p>
          <a:p>
            <a:pPr marL="6096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Book Antiqua"/>
                <a:cs typeface="Book Antiqua"/>
              </a:rPr>
              <a:t>-</a:t>
            </a:r>
            <a:r>
              <a:rPr sz="1600" spc="100" dirty="0">
                <a:latin typeface="Book Antiqua"/>
                <a:cs typeface="Book Antiqua"/>
              </a:rPr>
              <a:t>0</a:t>
            </a:r>
            <a:r>
              <a:rPr sz="1600" spc="-10" dirty="0">
                <a:latin typeface="Book Antiqua"/>
                <a:cs typeface="Book Antiqua"/>
              </a:rPr>
              <a:t>.</a:t>
            </a:r>
            <a:r>
              <a:rPr sz="1600" spc="100" dirty="0">
                <a:latin typeface="Book Antiqua"/>
                <a:cs typeface="Book Antiqua"/>
              </a:rPr>
              <a:t>6</a:t>
            </a:r>
            <a:r>
              <a:rPr sz="1600" spc="-10" dirty="0">
                <a:latin typeface="Book Antiqua"/>
                <a:cs typeface="Book Antiqua"/>
              </a:rPr>
              <a:t>6</a:t>
            </a:r>
            <a:endParaRPr sz="1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5" dirty="0">
                <a:latin typeface="Book Antiqua"/>
                <a:cs typeface="Book Antiqua"/>
              </a:rPr>
              <a:t>-</a:t>
            </a:r>
            <a:r>
              <a:rPr sz="1600" spc="100" dirty="0">
                <a:latin typeface="Book Antiqua"/>
                <a:cs typeface="Book Antiqua"/>
              </a:rPr>
              <a:t>0</a:t>
            </a:r>
            <a:r>
              <a:rPr sz="1600" spc="-10" dirty="0">
                <a:latin typeface="Book Antiqua"/>
                <a:cs typeface="Book Antiqua"/>
              </a:rPr>
              <a:t>.</a:t>
            </a:r>
            <a:r>
              <a:rPr sz="1600" spc="100" dirty="0">
                <a:latin typeface="Book Antiqua"/>
                <a:cs typeface="Book Antiqua"/>
              </a:rPr>
              <a:t>5</a:t>
            </a:r>
            <a:r>
              <a:rPr sz="1600" spc="-10" dirty="0">
                <a:latin typeface="Book Antiqua"/>
                <a:cs typeface="Book Antiqua"/>
              </a:rPr>
              <a:t>0</a:t>
            </a:r>
            <a:endParaRPr sz="1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75" dirty="0">
                <a:latin typeface="Book Antiqua"/>
                <a:cs typeface="Book Antiqua"/>
              </a:rPr>
              <a:t>0</a:t>
            </a:r>
            <a:r>
              <a:rPr sz="1600" spc="70" dirty="0">
                <a:latin typeface="Book Antiqua"/>
                <a:cs typeface="Book Antiqua"/>
              </a:rPr>
              <a:t>.</a:t>
            </a:r>
            <a:r>
              <a:rPr sz="1600" spc="75" dirty="0">
                <a:latin typeface="Book Antiqua"/>
                <a:cs typeface="Book Antiqua"/>
              </a:rPr>
              <a:t>2</a:t>
            </a:r>
            <a:r>
              <a:rPr sz="1600" spc="-10" dirty="0">
                <a:latin typeface="Book Antiqua"/>
                <a:cs typeface="Book Antiqua"/>
              </a:rPr>
              <a:t>2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11067" y="4448555"/>
            <a:ext cx="559307" cy="15179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75197" y="4484501"/>
            <a:ext cx="453390" cy="1407160"/>
          </a:xfrm>
          <a:custGeom>
            <a:avLst/>
            <a:gdLst/>
            <a:ahLst/>
            <a:cxnLst/>
            <a:rect l="l" t="t" r="r" b="b"/>
            <a:pathLst>
              <a:path w="453389" h="1407160">
                <a:moveTo>
                  <a:pt x="453146" y="1407127"/>
                </a:moveTo>
                <a:lnTo>
                  <a:pt x="412638" y="1406533"/>
                </a:lnTo>
                <a:lnTo>
                  <a:pt x="374416" y="1404829"/>
                </a:lnTo>
                <a:lnTo>
                  <a:pt x="322600" y="1400412"/>
                </a:lnTo>
                <a:lnTo>
                  <a:pt x="279410" y="1394054"/>
                </a:lnTo>
                <a:lnTo>
                  <a:pt x="238902" y="1383148"/>
                </a:lnTo>
                <a:lnTo>
                  <a:pt x="221741" y="742187"/>
                </a:lnTo>
                <a:lnTo>
                  <a:pt x="220858" y="738758"/>
                </a:lnTo>
                <a:lnTo>
                  <a:pt x="181355" y="720339"/>
                </a:lnTo>
                <a:lnTo>
                  <a:pt x="143255" y="713231"/>
                </a:lnTo>
                <a:lnTo>
                  <a:pt x="95371" y="707766"/>
                </a:lnTo>
                <a:lnTo>
                  <a:pt x="40142" y="704468"/>
                </a:lnTo>
                <a:lnTo>
                  <a:pt x="0" y="703575"/>
                </a:lnTo>
                <a:lnTo>
                  <a:pt x="19811" y="703444"/>
                </a:lnTo>
                <a:lnTo>
                  <a:pt x="58308" y="702182"/>
                </a:lnTo>
                <a:lnTo>
                  <a:pt x="111648" y="698110"/>
                </a:lnTo>
                <a:lnTo>
                  <a:pt x="157093" y="692014"/>
                </a:lnTo>
                <a:lnTo>
                  <a:pt x="201442" y="680965"/>
                </a:lnTo>
                <a:lnTo>
                  <a:pt x="221741" y="38599"/>
                </a:lnTo>
                <a:lnTo>
                  <a:pt x="222625" y="35170"/>
                </a:lnTo>
                <a:lnTo>
                  <a:pt x="262006" y="16763"/>
                </a:lnTo>
                <a:lnTo>
                  <a:pt x="300227" y="9643"/>
                </a:lnTo>
                <a:lnTo>
                  <a:pt x="347990" y="4190"/>
                </a:lnTo>
                <a:lnTo>
                  <a:pt x="403372" y="880"/>
                </a:lnTo>
                <a:lnTo>
                  <a:pt x="423031" y="380"/>
                </a:lnTo>
                <a:lnTo>
                  <a:pt x="443362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38</a:t>
            </a:fld>
            <a:endParaRPr dirty="0">
              <a:latin typeface="Arial"/>
              <a:cs typeface="Arial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8113643" y="444510"/>
          <a:ext cx="2705617" cy="17757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849"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02"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DABAB"/>
                    </a:solidFill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49"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002"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85035">
              <a:lnSpc>
                <a:spcPts val="4760"/>
              </a:lnSpc>
            </a:pPr>
            <a:r>
              <a:rPr spc="-55" dirty="0"/>
              <a:t>Se</a:t>
            </a:r>
            <a:r>
              <a:rPr spc="-40" dirty="0"/>
              <a:t>c</a:t>
            </a:r>
            <a:r>
              <a:rPr spc="-55" dirty="0"/>
              <a:t>on</a:t>
            </a:r>
            <a:r>
              <a:rPr spc="-25" dirty="0"/>
              <a:t>d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25" dirty="0"/>
              <a:t>i</a:t>
            </a:r>
            <a:r>
              <a:rPr spc="-35" dirty="0"/>
              <a:t>t</a:t>
            </a:r>
            <a:r>
              <a:rPr spc="-55" dirty="0"/>
              <a:t>e</a:t>
            </a:r>
            <a:r>
              <a:rPr spc="-40" dirty="0"/>
              <a:t>r</a:t>
            </a:r>
            <a:r>
              <a:rPr spc="-55" dirty="0"/>
              <a:t>a</a:t>
            </a:r>
            <a:r>
              <a:rPr spc="-35" dirty="0"/>
              <a:t>t</a:t>
            </a:r>
            <a:r>
              <a:rPr spc="-25" dirty="0"/>
              <a:t>i</a:t>
            </a:r>
            <a:r>
              <a:rPr spc="-55" dirty="0"/>
              <a:t>o</a:t>
            </a:r>
            <a:r>
              <a:rPr spc="-25" dirty="0"/>
              <a:t>n</a:t>
            </a: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73311" y="2942658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42" y="500301"/>
                </a:lnTo>
                <a:lnTo>
                  <a:pt x="2926342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73311" y="2942658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42" y="500301"/>
                </a:lnTo>
                <a:lnTo>
                  <a:pt x="2926342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10601" y="874826"/>
            <a:ext cx="4924425" cy="108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0" dirty="0">
                <a:latin typeface="Arial"/>
                <a:cs typeface="Arial"/>
              </a:rPr>
              <a:t>U</a:t>
            </a:r>
            <a:r>
              <a:rPr sz="1800" spc="-15" dirty="0">
                <a:latin typeface="Arial"/>
                <a:cs typeface="Arial"/>
              </a:rPr>
              <a:t>P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6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50" dirty="0">
                <a:latin typeface="Arial"/>
                <a:cs typeface="Arial"/>
              </a:rPr>
              <a:t> </a:t>
            </a:r>
            <a:r>
              <a:rPr sz="1800" i="1" spc="-30" dirty="0">
                <a:latin typeface="Georgia"/>
                <a:cs typeface="Georgia"/>
              </a:rPr>
              <a:t>V</a:t>
            </a:r>
            <a:r>
              <a:rPr sz="1800" spc="-15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2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Arial"/>
                <a:cs typeface="Arial"/>
              </a:rPr>
              <a:t>+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65" dirty="0">
                <a:latin typeface="Arial"/>
                <a:cs typeface="Arial"/>
              </a:rPr>
              <a:t> </a:t>
            </a:r>
            <a:r>
              <a:rPr sz="1800" i="1" spc="-30" dirty="0">
                <a:latin typeface="Georgia"/>
                <a:cs typeface="Georgia"/>
              </a:rPr>
              <a:t>V</a:t>
            </a:r>
            <a:r>
              <a:rPr sz="1800" spc="-15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Arial"/>
                <a:cs typeface="Arial"/>
              </a:rPr>
              <a:t>+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55" dirty="0">
                <a:latin typeface="Arial"/>
                <a:cs typeface="Arial"/>
              </a:rPr>
              <a:t> </a:t>
            </a:r>
            <a:r>
              <a:rPr sz="1800" i="1" spc="-30" dirty="0">
                <a:latin typeface="Georgia"/>
                <a:cs typeface="Georgia"/>
              </a:rPr>
              <a:t>V</a:t>
            </a:r>
            <a:r>
              <a:rPr sz="1800" spc="-15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2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4)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30" dirty="0">
                <a:latin typeface="Arial"/>
                <a:cs typeface="Arial"/>
              </a:rPr>
              <a:t>DOW</a:t>
            </a:r>
            <a:r>
              <a:rPr sz="1800" dirty="0">
                <a:latin typeface="Arial"/>
                <a:cs typeface="Arial"/>
              </a:rPr>
              <a:t>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6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55" dirty="0">
                <a:latin typeface="Arial"/>
                <a:cs typeface="Arial"/>
              </a:rPr>
              <a:t> </a:t>
            </a:r>
            <a:r>
              <a:rPr sz="1800" i="1" spc="-15" dirty="0">
                <a:latin typeface="Georgia"/>
                <a:cs typeface="Georgia"/>
              </a:rPr>
              <a:t>V</a:t>
            </a:r>
            <a:r>
              <a:rPr sz="1800" i="1" spc="-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2</a:t>
            </a:r>
            <a:r>
              <a:rPr sz="1800" spc="-5" dirty="0">
                <a:latin typeface="Arial"/>
                <a:cs typeface="Arial"/>
              </a:rPr>
              <a:t>,1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Arial"/>
                <a:cs typeface="Arial"/>
              </a:rPr>
              <a:t>+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i="1" spc="-15" dirty="0">
                <a:latin typeface="Georgia"/>
                <a:cs typeface="Georgia"/>
              </a:rPr>
              <a:t>V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1</a:t>
            </a:r>
            <a:r>
              <a:rPr sz="1800" i="1" spc="-5" dirty="0">
                <a:latin typeface="Georgia"/>
                <a:cs typeface="Georgia"/>
              </a:rPr>
              <a:t>,</a:t>
            </a:r>
            <a:r>
              <a:rPr sz="1800" i="1" spc="-50" dirty="0">
                <a:latin typeface="Times New Roman"/>
                <a:cs typeface="Times New Roman"/>
              </a:rPr>
              <a:t> </a:t>
            </a:r>
            <a:r>
              <a:rPr sz="1800" i="1" spc="-114" dirty="0">
                <a:latin typeface="Georgia"/>
                <a:cs typeface="Georgia"/>
              </a:rPr>
              <a:t>1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Arial"/>
                <a:cs typeface="Arial"/>
              </a:rPr>
              <a:t>+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55" dirty="0">
                <a:latin typeface="Arial"/>
                <a:cs typeface="Arial"/>
              </a:rPr>
              <a:t> </a:t>
            </a:r>
            <a:r>
              <a:rPr sz="1800" i="1" spc="-15" dirty="0">
                <a:latin typeface="Georgia"/>
                <a:cs typeface="Georgia"/>
              </a:rPr>
              <a:t>V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3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35" dirty="0">
                <a:latin typeface="Arial"/>
                <a:cs typeface="Arial"/>
              </a:rPr>
              <a:t>L</a:t>
            </a:r>
            <a:r>
              <a:rPr sz="1800" spc="-40" dirty="0">
                <a:latin typeface="Arial"/>
                <a:cs typeface="Arial"/>
              </a:rPr>
              <a:t>E</a:t>
            </a:r>
            <a:r>
              <a:rPr sz="1800" spc="-25" dirty="0">
                <a:latin typeface="Arial"/>
                <a:cs typeface="Arial"/>
              </a:rPr>
              <a:t>F</a:t>
            </a:r>
            <a:r>
              <a:rPr sz="1800" dirty="0">
                <a:latin typeface="Arial"/>
                <a:cs typeface="Arial"/>
              </a:rPr>
              <a:t>T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0</a:t>
            </a:r>
            <a:r>
              <a:rPr sz="1800" i="1" spc="-20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6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65" dirty="0">
                <a:latin typeface="Arial"/>
                <a:cs typeface="Arial"/>
              </a:rPr>
              <a:t> </a:t>
            </a:r>
            <a:r>
              <a:rPr sz="1800" i="1" spc="-40" dirty="0">
                <a:latin typeface="Georgia"/>
                <a:cs typeface="Georgia"/>
              </a:rPr>
              <a:t>V</a:t>
            </a:r>
            <a:r>
              <a:rPr sz="1800" spc="-15" dirty="0">
                <a:latin typeface="Arial"/>
                <a:cs typeface="Arial"/>
              </a:rPr>
              <a:t>(</a:t>
            </a:r>
            <a:r>
              <a:rPr sz="1800" spc="-35" dirty="0">
                <a:latin typeface="Arial"/>
                <a:cs typeface="Arial"/>
              </a:rPr>
              <a:t>1</a:t>
            </a:r>
            <a:r>
              <a:rPr sz="1800" i="1" spc="-5" dirty="0">
                <a:latin typeface="Georgia"/>
                <a:cs typeface="Georgia"/>
              </a:rPr>
              <a:t>,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spc="-45" dirty="0">
                <a:latin typeface="Georgia"/>
                <a:cs typeface="Georgia"/>
              </a:rPr>
              <a:t>1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+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45" dirty="0">
                <a:latin typeface="Arial"/>
                <a:cs typeface="Arial"/>
              </a:rPr>
              <a:t> </a:t>
            </a:r>
            <a:r>
              <a:rPr sz="1800" i="1" spc="-15" dirty="0">
                <a:latin typeface="Georgia"/>
                <a:cs typeface="Georgia"/>
              </a:rPr>
              <a:t>V</a:t>
            </a:r>
            <a:r>
              <a:rPr sz="1800" spc="-15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+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65" dirty="0">
                <a:latin typeface="Arial"/>
                <a:cs typeface="Arial"/>
              </a:rPr>
              <a:t> </a:t>
            </a:r>
            <a:r>
              <a:rPr sz="1800" i="1" spc="-15" dirty="0">
                <a:latin typeface="Georgia"/>
                <a:cs typeface="Georgia"/>
              </a:rPr>
              <a:t>V</a:t>
            </a:r>
            <a:r>
              <a:rPr sz="1800" spc="-15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1)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45"/>
              </a:lnSpc>
              <a:spcBef>
                <a:spcPts val="35"/>
              </a:spcBef>
            </a:pPr>
            <a:r>
              <a:rPr sz="1800" spc="-30" dirty="0">
                <a:latin typeface="Arial"/>
                <a:cs typeface="Arial"/>
              </a:rPr>
              <a:t>RIGH</a:t>
            </a:r>
            <a:r>
              <a:rPr sz="1800" spc="-15" dirty="0">
                <a:latin typeface="Arial"/>
                <a:cs typeface="Arial"/>
              </a:rPr>
              <a:t>T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6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i="1" spc="-30" dirty="0">
                <a:latin typeface="Georgia"/>
                <a:cs typeface="Georgia"/>
              </a:rPr>
              <a:t>V</a:t>
            </a:r>
            <a:r>
              <a:rPr sz="1800" spc="-15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3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Arial"/>
                <a:cs typeface="Arial"/>
              </a:rPr>
              <a:t>+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65" dirty="0">
                <a:latin typeface="Arial"/>
                <a:cs typeface="Arial"/>
              </a:rPr>
              <a:t> </a:t>
            </a:r>
            <a:r>
              <a:rPr sz="1800" i="1" spc="-30" dirty="0">
                <a:latin typeface="Georgia"/>
                <a:cs typeface="Georgia"/>
              </a:rPr>
              <a:t>V</a:t>
            </a:r>
            <a:r>
              <a:rPr sz="1800" spc="-15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2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Arial"/>
                <a:cs typeface="Arial"/>
              </a:rPr>
              <a:t>+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55" dirty="0">
                <a:latin typeface="Arial"/>
                <a:cs typeface="Arial"/>
              </a:rPr>
              <a:t> </a:t>
            </a:r>
            <a:r>
              <a:rPr sz="1800" i="1" spc="-55" dirty="0">
                <a:latin typeface="Georgia"/>
                <a:cs typeface="Georgia"/>
              </a:rPr>
              <a:t>V</a:t>
            </a:r>
            <a:r>
              <a:rPr sz="1800" spc="-15" dirty="0">
                <a:latin typeface="Arial"/>
                <a:cs typeface="Arial"/>
              </a:rPr>
              <a:t>(</a:t>
            </a:r>
            <a:r>
              <a:rPr sz="1800" spc="-30" dirty="0">
                <a:latin typeface="Arial"/>
                <a:cs typeface="Arial"/>
              </a:rPr>
              <a:t>2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71444" y="2307335"/>
            <a:ext cx="554735" cy="12237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31885" y="2342510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4">
                <a:moveTo>
                  <a:pt x="452018" y="1113160"/>
                </a:moveTo>
                <a:lnTo>
                  <a:pt x="411479" y="1112519"/>
                </a:lnTo>
                <a:lnTo>
                  <a:pt x="373258" y="1110874"/>
                </a:lnTo>
                <a:lnTo>
                  <a:pt x="321716" y="1106423"/>
                </a:lnTo>
                <a:lnTo>
                  <a:pt x="278891" y="1099962"/>
                </a:lnTo>
                <a:lnTo>
                  <a:pt x="239024" y="1088897"/>
                </a:lnTo>
                <a:lnTo>
                  <a:pt x="223418" y="594603"/>
                </a:lnTo>
                <a:lnTo>
                  <a:pt x="222503" y="591190"/>
                </a:lnTo>
                <a:lnTo>
                  <a:pt x="182636" y="572902"/>
                </a:lnTo>
                <a:lnTo>
                  <a:pt x="144170" y="565800"/>
                </a:lnTo>
                <a:lnTo>
                  <a:pt x="96011" y="560466"/>
                </a:lnTo>
                <a:lnTo>
                  <a:pt x="40264" y="557265"/>
                </a:lnTo>
                <a:lnTo>
                  <a:pt x="0" y="556503"/>
                </a:lnTo>
                <a:lnTo>
                  <a:pt x="20086" y="556381"/>
                </a:lnTo>
                <a:lnTo>
                  <a:pt x="59070" y="555132"/>
                </a:lnTo>
                <a:lnTo>
                  <a:pt x="112654" y="551169"/>
                </a:lnTo>
                <a:lnTo>
                  <a:pt x="158130" y="545226"/>
                </a:lnTo>
                <a:lnTo>
                  <a:pt x="202448" y="534405"/>
                </a:lnTo>
                <a:lnTo>
                  <a:pt x="223418" y="38099"/>
                </a:lnTo>
                <a:lnTo>
                  <a:pt x="224302" y="34686"/>
                </a:lnTo>
                <a:lnTo>
                  <a:pt x="264170" y="16398"/>
                </a:lnTo>
                <a:lnTo>
                  <a:pt x="302788" y="9265"/>
                </a:lnTo>
                <a:lnTo>
                  <a:pt x="350916" y="3931"/>
                </a:lnTo>
                <a:lnTo>
                  <a:pt x="406542" y="761"/>
                </a:lnTo>
                <a:lnTo>
                  <a:pt x="426476" y="243"/>
                </a:lnTo>
                <a:lnTo>
                  <a:pt x="446928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25296" y="2819578"/>
            <a:ext cx="156654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Arial"/>
                <a:cs typeface="Arial"/>
              </a:rPr>
              <a:t>=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spc="-40" dirty="0">
                <a:latin typeface="DejaVu Sans Condensed"/>
                <a:cs typeface="DejaVu Sans Condensed"/>
              </a:rPr>
              <a:t>−</a:t>
            </a:r>
            <a:r>
              <a:rPr sz="1800" spc="-5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5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Arial"/>
                <a:cs typeface="Arial"/>
              </a:rPr>
              <a:t>+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spc="-40" dirty="0">
                <a:latin typeface="Arial"/>
                <a:cs typeface="Arial"/>
              </a:rPr>
              <a:t>x</a:t>
            </a:r>
            <a:r>
              <a:rPr sz="1800" spc="-5" dirty="0">
                <a:latin typeface="Arial"/>
                <a:cs typeface="Arial"/>
              </a:rPr>
              <a:t>*1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85644" y="2414483"/>
            <a:ext cx="480059" cy="741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"/>
                <a:cs typeface="Arial"/>
              </a:rPr>
              <a:t>0.72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Arial"/>
                <a:cs typeface="Arial"/>
              </a:rPr>
              <a:t>-</a:t>
            </a:r>
            <a:r>
              <a:rPr sz="1600" spc="-25" dirty="0">
                <a:latin typeface="Arial"/>
                <a:cs typeface="Arial"/>
              </a:rPr>
              <a:t>0.26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85644" y="3184742"/>
            <a:ext cx="480059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30" dirty="0">
                <a:latin typeface="Arial"/>
                <a:cs typeface="Arial"/>
              </a:rPr>
              <a:t>-</a:t>
            </a:r>
            <a:r>
              <a:rPr sz="1600" spc="-25" dirty="0">
                <a:latin typeface="Arial"/>
                <a:cs typeface="Arial"/>
              </a:rPr>
              <a:t>0.08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96767" y="4773167"/>
            <a:ext cx="560832" cy="15179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62177" y="4808351"/>
            <a:ext cx="453390" cy="1407160"/>
          </a:xfrm>
          <a:custGeom>
            <a:avLst/>
            <a:gdLst/>
            <a:ahLst/>
            <a:cxnLst/>
            <a:rect l="l" t="t" r="r" b="b"/>
            <a:pathLst>
              <a:path w="453389" h="1407160">
                <a:moveTo>
                  <a:pt x="453146" y="1407032"/>
                </a:moveTo>
                <a:lnTo>
                  <a:pt x="412607" y="1406450"/>
                </a:lnTo>
                <a:lnTo>
                  <a:pt x="374385" y="1404746"/>
                </a:lnTo>
                <a:lnTo>
                  <a:pt x="322569" y="1400306"/>
                </a:lnTo>
                <a:lnTo>
                  <a:pt x="279532" y="1393947"/>
                </a:lnTo>
                <a:lnTo>
                  <a:pt x="238871" y="1383054"/>
                </a:lnTo>
                <a:lnTo>
                  <a:pt x="221741" y="742056"/>
                </a:lnTo>
                <a:lnTo>
                  <a:pt x="220858" y="738627"/>
                </a:lnTo>
                <a:lnTo>
                  <a:pt x="181477" y="720208"/>
                </a:lnTo>
                <a:lnTo>
                  <a:pt x="143255" y="713100"/>
                </a:lnTo>
                <a:lnTo>
                  <a:pt x="95493" y="707635"/>
                </a:lnTo>
                <a:lnTo>
                  <a:pt x="40142" y="704337"/>
                </a:lnTo>
                <a:lnTo>
                  <a:pt x="0" y="703444"/>
                </a:lnTo>
                <a:lnTo>
                  <a:pt x="19933" y="703325"/>
                </a:lnTo>
                <a:lnTo>
                  <a:pt x="58430" y="702051"/>
                </a:lnTo>
                <a:lnTo>
                  <a:pt x="111617" y="697991"/>
                </a:lnTo>
                <a:lnTo>
                  <a:pt x="157093" y="691895"/>
                </a:lnTo>
                <a:lnTo>
                  <a:pt x="201411" y="680846"/>
                </a:lnTo>
                <a:lnTo>
                  <a:pt x="221741" y="38480"/>
                </a:lnTo>
                <a:lnTo>
                  <a:pt x="222625" y="35051"/>
                </a:lnTo>
                <a:lnTo>
                  <a:pt x="262127" y="16763"/>
                </a:lnTo>
                <a:lnTo>
                  <a:pt x="300227" y="9524"/>
                </a:lnTo>
                <a:lnTo>
                  <a:pt x="347990" y="4190"/>
                </a:lnTo>
                <a:lnTo>
                  <a:pt x="403341" y="880"/>
                </a:lnTo>
                <a:lnTo>
                  <a:pt x="423153" y="380"/>
                </a:lnTo>
                <a:lnTo>
                  <a:pt x="443483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91687" y="2913812"/>
            <a:ext cx="1735455" cy="255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Arial"/>
                <a:cs typeface="Arial"/>
              </a:rPr>
              <a:t>=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Arial"/>
                <a:cs typeface="Arial"/>
              </a:rPr>
              <a:t>-</a:t>
            </a:r>
            <a:r>
              <a:rPr sz="1800" spc="-5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spc="-5" dirty="0">
                <a:latin typeface="Arial"/>
                <a:cs typeface="Arial"/>
              </a:rPr>
              <a:t>5</a:t>
            </a:r>
            <a:r>
              <a:rPr sz="1800" dirty="0">
                <a:latin typeface="Arial"/>
                <a:cs typeface="Arial"/>
              </a:rPr>
              <a:t>+0.</a:t>
            </a:r>
            <a:r>
              <a:rPr sz="1800" spc="-5" dirty="0">
                <a:latin typeface="Arial"/>
                <a:cs typeface="Arial"/>
              </a:rPr>
              <a:t>7</a:t>
            </a:r>
            <a:r>
              <a:rPr sz="1800" spc="-20" dirty="0">
                <a:latin typeface="Arial"/>
                <a:cs typeface="Arial"/>
              </a:rPr>
              <a:t>2</a:t>
            </a:r>
            <a:r>
              <a:rPr sz="1800" spc="-25" dirty="0">
                <a:latin typeface="Arial"/>
                <a:cs typeface="Arial"/>
              </a:rPr>
              <a:t>=</a:t>
            </a:r>
            <a:r>
              <a:rPr sz="1800" spc="-20" dirty="0">
                <a:latin typeface="Arial"/>
                <a:cs typeface="Arial"/>
              </a:rPr>
              <a:t>0</a:t>
            </a:r>
            <a:r>
              <a:rPr sz="1800" spc="-15" dirty="0">
                <a:latin typeface="Arial"/>
                <a:cs typeface="Arial"/>
              </a:rPr>
              <a:t>.</a:t>
            </a:r>
            <a:r>
              <a:rPr sz="1800" spc="-5" dirty="0">
                <a:latin typeface="Arial"/>
                <a:cs typeface="Arial"/>
              </a:rPr>
              <a:t>22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6524" y="1290103"/>
            <a:ext cx="228028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5" dirty="0">
                <a:latin typeface="Georgia"/>
                <a:cs typeface="Georgia"/>
              </a:rPr>
              <a:t>V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5" dirty="0">
                <a:latin typeface="Arial"/>
                <a:cs typeface="Arial"/>
              </a:rPr>
              <a:t>2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-20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Arial"/>
                <a:cs typeface="Arial"/>
              </a:rPr>
              <a:t>=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spc="-40" dirty="0">
                <a:latin typeface="DejaVu Sans Condensed"/>
                <a:cs typeface="DejaVu Sans Condensed"/>
              </a:rPr>
              <a:t>−</a:t>
            </a:r>
            <a:r>
              <a:rPr sz="1800" spc="-5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5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Arial"/>
                <a:cs typeface="Arial"/>
              </a:rPr>
              <a:t>+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5" dirty="0">
                <a:latin typeface="Arial"/>
                <a:cs typeface="Arial"/>
              </a:rPr>
              <a:t>*1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45081" y="4970579"/>
            <a:ext cx="45783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max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10612" y="4969055"/>
            <a:ext cx="5003800" cy="1094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0" dirty="0">
                <a:latin typeface="Arial"/>
                <a:cs typeface="Arial"/>
              </a:rPr>
              <a:t>U</a:t>
            </a:r>
            <a:r>
              <a:rPr sz="1800" spc="-15" dirty="0">
                <a:latin typeface="Arial"/>
                <a:cs typeface="Arial"/>
              </a:rPr>
              <a:t>P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6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50" dirty="0">
                <a:latin typeface="Arial"/>
                <a:cs typeface="Arial"/>
              </a:rPr>
              <a:t> </a:t>
            </a:r>
            <a:r>
              <a:rPr sz="1800" i="1" spc="-30" dirty="0">
                <a:latin typeface="Georgia"/>
                <a:cs typeface="Georgia"/>
              </a:rPr>
              <a:t>V</a:t>
            </a:r>
            <a:r>
              <a:rPr sz="1800" spc="-15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3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Arial"/>
                <a:cs typeface="Arial"/>
              </a:rPr>
              <a:t>+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65" dirty="0">
                <a:latin typeface="Arial"/>
                <a:cs typeface="Arial"/>
              </a:rPr>
              <a:t> </a:t>
            </a:r>
            <a:r>
              <a:rPr sz="1800" i="1" spc="-30" dirty="0">
                <a:latin typeface="Georgia"/>
                <a:cs typeface="Georgia"/>
              </a:rPr>
              <a:t>V</a:t>
            </a:r>
            <a:r>
              <a:rPr sz="1800" spc="-15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Arial"/>
                <a:cs typeface="Arial"/>
              </a:rPr>
              <a:t>+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55" dirty="0">
                <a:latin typeface="Arial"/>
                <a:cs typeface="Arial"/>
              </a:rPr>
              <a:t> </a:t>
            </a:r>
            <a:r>
              <a:rPr sz="1800" i="1" spc="-30" dirty="0">
                <a:latin typeface="Georgia"/>
                <a:cs typeface="Georgia"/>
              </a:rPr>
              <a:t>V</a:t>
            </a:r>
            <a:r>
              <a:rPr sz="1800" spc="-15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2)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5"/>
              </a:lnSpc>
              <a:spcBef>
                <a:spcPts val="95"/>
              </a:spcBef>
            </a:pPr>
            <a:r>
              <a:rPr sz="1800" spc="-30" dirty="0">
                <a:latin typeface="Arial"/>
                <a:cs typeface="Arial"/>
              </a:rPr>
              <a:t>D</a:t>
            </a:r>
            <a:r>
              <a:rPr sz="1800" spc="-10" dirty="0">
                <a:latin typeface="Arial"/>
                <a:cs typeface="Arial"/>
              </a:rPr>
              <a:t>OW</a:t>
            </a:r>
            <a:r>
              <a:rPr sz="1800" dirty="0">
                <a:latin typeface="Arial"/>
                <a:cs typeface="Arial"/>
              </a:rPr>
              <a:t>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6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55" dirty="0">
                <a:latin typeface="Arial"/>
                <a:cs typeface="Arial"/>
              </a:rPr>
              <a:t> </a:t>
            </a:r>
            <a:r>
              <a:rPr sz="1800" i="1" dirty="0">
                <a:latin typeface="Georgia"/>
                <a:cs typeface="Georgia"/>
              </a:rPr>
              <a:t>V</a:t>
            </a:r>
            <a:r>
              <a:rPr sz="1800" i="1" spc="-1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+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55" dirty="0">
                <a:latin typeface="Arial"/>
                <a:cs typeface="Arial"/>
              </a:rPr>
              <a:t> </a:t>
            </a:r>
            <a:r>
              <a:rPr sz="1800" i="1" dirty="0">
                <a:latin typeface="Georgia"/>
                <a:cs typeface="Georgia"/>
              </a:rPr>
              <a:t>V</a:t>
            </a:r>
            <a:r>
              <a:rPr sz="1800" spc="-5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+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45" dirty="0">
                <a:latin typeface="Arial"/>
                <a:cs typeface="Arial"/>
              </a:rPr>
              <a:t> </a:t>
            </a:r>
            <a:r>
              <a:rPr sz="1800" i="1" spc="-5" dirty="0">
                <a:latin typeface="Georgia"/>
                <a:cs typeface="Georgia"/>
              </a:rPr>
              <a:t>V</a:t>
            </a:r>
            <a:r>
              <a:rPr sz="1800" spc="-5" dirty="0">
                <a:latin typeface="Arial"/>
                <a:cs typeface="Arial"/>
              </a:rPr>
              <a:t>(</a:t>
            </a:r>
            <a:r>
              <a:rPr sz="1800" spc="-2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5"/>
              </a:lnSpc>
            </a:pPr>
            <a:r>
              <a:rPr sz="1800" spc="-30" dirty="0">
                <a:latin typeface="Arial"/>
                <a:cs typeface="Arial"/>
              </a:rPr>
              <a:t>L</a:t>
            </a:r>
            <a:r>
              <a:rPr sz="1800" spc="-55" dirty="0">
                <a:latin typeface="Arial"/>
                <a:cs typeface="Arial"/>
              </a:rPr>
              <a:t>E</a:t>
            </a:r>
            <a:r>
              <a:rPr sz="1800" spc="-35" dirty="0">
                <a:latin typeface="Arial"/>
                <a:cs typeface="Arial"/>
              </a:rPr>
              <a:t>F</a:t>
            </a:r>
            <a:r>
              <a:rPr sz="1800" spc="-15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spc="-30" dirty="0">
                <a:latin typeface="Arial"/>
                <a:cs typeface="Arial"/>
              </a:rPr>
              <a:t>RIGH</a:t>
            </a:r>
            <a:r>
              <a:rPr sz="1800" spc="-15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6767" y="780287"/>
            <a:ext cx="556259" cy="12237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57727" y="815218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5">
                <a:moveTo>
                  <a:pt x="452109" y="1113160"/>
                </a:moveTo>
                <a:lnTo>
                  <a:pt x="411601" y="1112519"/>
                </a:lnTo>
                <a:lnTo>
                  <a:pt x="373379" y="1110874"/>
                </a:lnTo>
                <a:lnTo>
                  <a:pt x="321807" y="1106423"/>
                </a:lnTo>
                <a:lnTo>
                  <a:pt x="279013" y="1099931"/>
                </a:lnTo>
                <a:lnTo>
                  <a:pt x="239146" y="1088897"/>
                </a:lnTo>
                <a:lnTo>
                  <a:pt x="223509" y="594725"/>
                </a:lnTo>
                <a:lnTo>
                  <a:pt x="222625" y="591311"/>
                </a:lnTo>
                <a:lnTo>
                  <a:pt x="182758" y="573023"/>
                </a:lnTo>
                <a:lnTo>
                  <a:pt x="144261" y="565891"/>
                </a:lnTo>
                <a:lnTo>
                  <a:pt x="96011" y="560557"/>
                </a:lnTo>
                <a:lnTo>
                  <a:pt x="40385" y="557387"/>
                </a:lnTo>
                <a:lnTo>
                  <a:pt x="0" y="556625"/>
                </a:lnTo>
                <a:lnTo>
                  <a:pt x="20208" y="556503"/>
                </a:lnTo>
                <a:lnTo>
                  <a:pt x="59192" y="555223"/>
                </a:lnTo>
                <a:lnTo>
                  <a:pt x="112654" y="551291"/>
                </a:lnTo>
                <a:lnTo>
                  <a:pt x="158252" y="545195"/>
                </a:lnTo>
                <a:lnTo>
                  <a:pt x="202570" y="534527"/>
                </a:lnTo>
                <a:lnTo>
                  <a:pt x="223509" y="38099"/>
                </a:lnTo>
                <a:lnTo>
                  <a:pt x="224424" y="34655"/>
                </a:lnTo>
                <a:lnTo>
                  <a:pt x="264292" y="16367"/>
                </a:lnTo>
                <a:lnTo>
                  <a:pt x="302757" y="9265"/>
                </a:lnTo>
                <a:lnTo>
                  <a:pt x="351038" y="3931"/>
                </a:lnTo>
                <a:lnTo>
                  <a:pt x="406664" y="761"/>
                </a:lnTo>
                <a:lnTo>
                  <a:pt x="426598" y="243"/>
                </a:lnTo>
                <a:lnTo>
                  <a:pt x="446928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301360" y="1302950"/>
            <a:ext cx="587375" cy="255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=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Arial"/>
                <a:cs typeface="Arial"/>
              </a:rPr>
              <a:t>-</a:t>
            </a:r>
            <a:r>
              <a:rPr sz="1800" spc="-10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6979" y="5279958"/>
            <a:ext cx="225107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Georgia"/>
                <a:cs typeface="Georgia"/>
              </a:rPr>
              <a:t>V</a:t>
            </a:r>
            <a:r>
              <a:rPr sz="1800" i="1" spc="-1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5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i="1" spc="-30" dirty="0">
                <a:latin typeface="DejaVu Sans Condensed"/>
                <a:cs typeface="DejaVu Sans Condensed"/>
              </a:rPr>
              <a:t>−</a:t>
            </a:r>
            <a:r>
              <a:rPr sz="1800" spc="-10" dirty="0">
                <a:latin typeface="Arial"/>
                <a:cs typeface="Arial"/>
              </a:rPr>
              <a:t>0</a:t>
            </a:r>
            <a:r>
              <a:rPr sz="1800" i="1" spc="-25" dirty="0">
                <a:latin typeface="Georgia"/>
                <a:cs typeface="Georgia"/>
              </a:rPr>
              <a:t>.</a:t>
            </a:r>
            <a:r>
              <a:rPr sz="1800" dirty="0">
                <a:latin typeface="Arial"/>
                <a:cs typeface="Arial"/>
              </a:rPr>
              <a:t>5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+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Arial"/>
                <a:cs typeface="Arial"/>
              </a:rPr>
              <a:t>1</a:t>
            </a:r>
            <a:r>
              <a:rPr sz="1800" spc="-125" dirty="0">
                <a:latin typeface="Arial"/>
                <a:cs typeface="Arial"/>
              </a:rPr>
              <a:t>*</a:t>
            </a:r>
            <a:r>
              <a:rPr sz="1800" dirty="0">
                <a:latin typeface="Arial"/>
                <a:cs typeface="Arial"/>
              </a:rPr>
              <a:t>m</a:t>
            </a:r>
            <a:r>
              <a:rPr sz="1800" spc="-10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39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25700">
              <a:lnSpc>
                <a:spcPts val="4760"/>
              </a:lnSpc>
            </a:pPr>
            <a:r>
              <a:rPr spc="-55" dirty="0"/>
              <a:t>Se</a:t>
            </a:r>
            <a:r>
              <a:rPr spc="-40" dirty="0"/>
              <a:t>c</a:t>
            </a:r>
            <a:r>
              <a:rPr spc="-55" dirty="0"/>
              <a:t>on</a:t>
            </a:r>
            <a:r>
              <a:rPr spc="-25" dirty="0"/>
              <a:t>d</a:t>
            </a:r>
            <a:r>
              <a:rPr spc="130" dirty="0">
                <a:latin typeface="Times New Roman"/>
                <a:cs typeface="Times New Roman"/>
              </a:rPr>
              <a:t> </a:t>
            </a:r>
            <a:r>
              <a:rPr spc="-15" dirty="0"/>
              <a:t>i</a:t>
            </a:r>
            <a:r>
              <a:rPr spc="-35" dirty="0"/>
              <a:t>t</a:t>
            </a:r>
            <a:r>
              <a:rPr spc="-40" dirty="0"/>
              <a:t>e</a:t>
            </a:r>
            <a:r>
              <a:rPr spc="-15" dirty="0"/>
              <a:t>r</a:t>
            </a:r>
            <a:r>
              <a:rPr spc="-45" dirty="0"/>
              <a:t>a</a:t>
            </a:r>
            <a:r>
              <a:rPr spc="-15" dirty="0"/>
              <a:t>t</a:t>
            </a:r>
            <a:r>
              <a:rPr spc="-30" dirty="0"/>
              <a:t>i</a:t>
            </a:r>
            <a:r>
              <a:rPr spc="-55" dirty="0"/>
              <a:t>o</a:t>
            </a:r>
            <a:r>
              <a:rPr spc="-25" dirty="0"/>
              <a:t>n</a:t>
            </a: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73311" y="2942658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42" y="500301"/>
                </a:lnTo>
                <a:lnTo>
                  <a:pt x="2926342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73311" y="2942658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42" y="500301"/>
                </a:lnTo>
                <a:lnTo>
                  <a:pt x="2926342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10600" y="974521"/>
            <a:ext cx="4919980" cy="1100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70" dirty="0">
                <a:latin typeface="Book Antiqua"/>
                <a:cs typeface="Book Antiqua"/>
              </a:rPr>
              <a:t>U</a:t>
            </a:r>
            <a:r>
              <a:rPr sz="1800" dirty="0">
                <a:latin typeface="Book Antiqua"/>
                <a:cs typeface="Book Antiqua"/>
              </a:rPr>
              <a:t>P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0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65" dirty="0">
                <a:latin typeface="Book Antiqua"/>
                <a:cs typeface="Book Antiqua"/>
              </a:rPr>
              <a:t>D</a:t>
            </a:r>
            <a:r>
              <a:rPr sz="1800" spc="-50" dirty="0">
                <a:latin typeface="Book Antiqua"/>
                <a:cs typeface="Book Antiqua"/>
              </a:rPr>
              <a:t>OW</a:t>
            </a:r>
            <a:r>
              <a:rPr sz="1800" dirty="0">
                <a:latin typeface="Book Antiqua"/>
                <a:cs typeface="Book Antiqua"/>
              </a:rPr>
              <a:t>N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10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4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spc="6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15" dirty="0">
                <a:latin typeface="Book Antiqua"/>
                <a:cs typeface="Book Antiqua"/>
              </a:rPr>
              <a:t>L</a:t>
            </a:r>
            <a:r>
              <a:rPr sz="1800" spc="-60" dirty="0">
                <a:latin typeface="Book Antiqua"/>
                <a:cs typeface="Book Antiqua"/>
              </a:rPr>
              <a:t>E</a:t>
            </a:r>
            <a:r>
              <a:rPr sz="1800" spc="-20" dirty="0">
                <a:latin typeface="Book Antiqua"/>
                <a:cs typeface="Book Antiqua"/>
              </a:rPr>
              <a:t>F</a:t>
            </a:r>
            <a:r>
              <a:rPr sz="1800" dirty="0">
                <a:latin typeface="Book Antiqua"/>
                <a:cs typeface="Book Antiqua"/>
              </a:rPr>
              <a:t>T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20" dirty="0">
                <a:latin typeface="Book Antiqua"/>
                <a:cs typeface="Book Antiqua"/>
              </a:rPr>
              <a:t>(1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spc="114" dirty="0">
                <a:latin typeface="Book Antiqua"/>
                <a:cs typeface="Book Antiqua"/>
              </a:rPr>
              <a:t>2</a:t>
            </a:r>
            <a:r>
              <a:rPr sz="1800" i="1" dirty="0">
                <a:latin typeface="Book Antiqua"/>
                <a:cs typeface="Book Antiqua"/>
              </a:rPr>
              <a:t>)</a:t>
            </a:r>
            <a:r>
              <a:rPr sz="1800" i="1" spc="-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40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2)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175" dirty="0">
                <a:latin typeface="Book Antiqua"/>
                <a:cs typeface="Book Antiqua"/>
              </a:rPr>
              <a:t>R</a:t>
            </a:r>
            <a:r>
              <a:rPr sz="1800" spc="-165" dirty="0">
                <a:latin typeface="Book Antiqua"/>
                <a:cs typeface="Book Antiqua"/>
              </a:rPr>
              <a:t>I</a:t>
            </a:r>
            <a:r>
              <a:rPr sz="1800" spc="5" dirty="0">
                <a:latin typeface="Book Antiqua"/>
                <a:cs typeface="Book Antiqua"/>
              </a:rPr>
              <a:t>G</a:t>
            </a:r>
            <a:r>
              <a:rPr sz="1800" spc="-215" dirty="0">
                <a:latin typeface="Book Antiqua"/>
                <a:cs typeface="Book Antiqua"/>
              </a:rPr>
              <a:t>H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135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spc="-75" dirty="0">
                <a:latin typeface="Book Antiqua"/>
                <a:cs typeface="Book Antiqua"/>
              </a:rPr>
              <a:t>(</a:t>
            </a:r>
            <a:r>
              <a:rPr sz="1800" spc="12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94304" y="2481072"/>
            <a:ext cx="554736" cy="12237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55019" y="2516764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4">
                <a:moveTo>
                  <a:pt x="452109" y="1113160"/>
                </a:moveTo>
                <a:lnTo>
                  <a:pt x="411601" y="1112519"/>
                </a:lnTo>
                <a:lnTo>
                  <a:pt x="373379" y="1110874"/>
                </a:lnTo>
                <a:lnTo>
                  <a:pt x="321807" y="1106423"/>
                </a:lnTo>
                <a:lnTo>
                  <a:pt x="279013" y="1099931"/>
                </a:lnTo>
                <a:lnTo>
                  <a:pt x="239146" y="1088897"/>
                </a:lnTo>
                <a:lnTo>
                  <a:pt x="223509" y="594725"/>
                </a:lnTo>
                <a:lnTo>
                  <a:pt x="222625" y="591311"/>
                </a:lnTo>
                <a:lnTo>
                  <a:pt x="182758" y="573023"/>
                </a:lnTo>
                <a:lnTo>
                  <a:pt x="144261" y="565891"/>
                </a:lnTo>
                <a:lnTo>
                  <a:pt x="96011" y="560557"/>
                </a:lnTo>
                <a:lnTo>
                  <a:pt x="40385" y="557387"/>
                </a:lnTo>
                <a:lnTo>
                  <a:pt x="0" y="556625"/>
                </a:lnTo>
                <a:lnTo>
                  <a:pt x="20177" y="556503"/>
                </a:lnTo>
                <a:lnTo>
                  <a:pt x="59161" y="555223"/>
                </a:lnTo>
                <a:lnTo>
                  <a:pt x="112654" y="551291"/>
                </a:lnTo>
                <a:lnTo>
                  <a:pt x="158221" y="545195"/>
                </a:lnTo>
                <a:lnTo>
                  <a:pt x="202570" y="534527"/>
                </a:lnTo>
                <a:lnTo>
                  <a:pt x="223509" y="38099"/>
                </a:lnTo>
                <a:lnTo>
                  <a:pt x="224393" y="34655"/>
                </a:lnTo>
                <a:lnTo>
                  <a:pt x="264292" y="16367"/>
                </a:lnTo>
                <a:lnTo>
                  <a:pt x="302757" y="9265"/>
                </a:lnTo>
                <a:lnTo>
                  <a:pt x="351007" y="3931"/>
                </a:lnTo>
                <a:lnTo>
                  <a:pt x="406633" y="761"/>
                </a:lnTo>
                <a:lnTo>
                  <a:pt x="426598" y="243"/>
                </a:lnTo>
                <a:lnTo>
                  <a:pt x="447019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26439" y="2966257"/>
            <a:ext cx="136334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96767" y="4773167"/>
            <a:ext cx="560832" cy="15179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62177" y="4808351"/>
            <a:ext cx="453390" cy="1407160"/>
          </a:xfrm>
          <a:custGeom>
            <a:avLst/>
            <a:gdLst/>
            <a:ahLst/>
            <a:cxnLst/>
            <a:rect l="l" t="t" r="r" b="b"/>
            <a:pathLst>
              <a:path w="453389" h="1407160">
                <a:moveTo>
                  <a:pt x="453146" y="1407032"/>
                </a:moveTo>
                <a:lnTo>
                  <a:pt x="412607" y="1406450"/>
                </a:lnTo>
                <a:lnTo>
                  <a:pt x="374385" y="1404746"/>
                </a:lnTo>
                <a:lnTo>
                  <a:pt x="322569" y="1400306"/>
                </a:lnTo>
                <a:lnTo>
                  <a:pt x="279532" y="1393947"/>
                </a:lnTo>
                <a:lnTo>
                  <a:pt x="238871" y="1383054"/>
                </a:lnTo>
                <a:lnTo>
                  <a:pt x="221741" y="742056"/>
                </a:lnTo>
                <a:lnTo>
                  <a:pt x="220858" y="738627"/>
                </a:lnTo>
                <a:lnTo>
                  <a:pt x="181477" y="720208"/>
                </a:lnTo>
                <a:lnTo>
                  <a:pt x="143255" y="713100"/>
                </a:lnTo>
                <a:lnTo>
                  <a:pt x="95493" y="707635"/>
                </a:lnTo>
                <a:lnTo>
                  <a:pt x="40142" y="704337"/>
                </a:lnTo>
                <a:lnTo>
                  <a:pt x="0" y="703444"/>
                </a:lnTo>
                <a:lnTo>
                  <a:pt x="19933" y="703325"/>
                </a:lnTo>
                <a:lnTo>
                  <a:pt x="58430" y="702051"/>
                </a:lnTo>
                <a:lnTo>
                  <a:pt x="111617" y="697991"/>
                </a:lnTo>
                <a:lnTo>
                  <a:pt x="157093" y="691895"/>
                </a:lnTo>
                <a:lnTo>
                  <a:pt x="201411" y="680846"/>
                </a:lnTo>
                <a:lnTo>
                  <a:pt x="221741" y="38480"/>
                </a:lnTo>
                <a:lnTo>
                  <a:pt x="222625" y="35051"/>
                </a:lnTo>
                <a:lnTo>
                  <a:pt x="262127" y="16763"/>
                </a:lnTo>
                <a:lnTo>
                  <a:pt x="300227" y="9524"/>
                </a:lnTo>
                <a:lnTo>
                  <a:pt x="347990" y="4190"/>
                </a:lnTo>
                <a:lnTo>
                  <a:pt x="403341" y="880"/>
                </a:lnTo>
                <a:lnTo>
                  <a:pt x="423153" y="380"/>
                </a:lnTo>
                <a:lnTo>
                  <a:pt x="443483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6524" y="1296333"/>
            <a:ext cx="233426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7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</a:t>
            </a:r>
            <a:r>
              <a:rPr sz="1800" spc="-5" dirty="0">
                <a:latin typeface="Book Antiqua"/>
                <a:cs typeface="Book Antiqua"/>
              </a:rPr>
              <a:t>x</a:t>
            </a:r>
            <a:r>
              <a:rPr sz="1800" spc="114" dirty="0">
                <a:latin typeface="Book Antiqua"/>
                <a:cs typeface="Book Antiqua"/>
              </a:rPr>
              <a:t>*1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45081" y="4969055"/>
            <a:ext cx="45783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max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10620" y="4974006"/>
            <a:ext cx="1270635" cy="111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70" dirty="0">
                <a:latin typeface="Book Antiqua"/>
                <a:cs typeface="Book Antiqua"/>
              </a:rPr>
              <a:t>U</a:t>
            </a:r>
            <a:r>
              <a:rPr sz="1800" dirty="0">
                <a:latin typeface="Book Antiqua"/>
                <a:cs typeface="Book Antiqua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6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80" dirty="0">
                <a:latin typeface="Book Antiqua"/>
                <a:cs typeface="Book Antiqua"/>
              </a:rPr>
              <a:t>D</a:t>
            </a:r>
            <a:r>
              <a:rPr sz="1800" spc="95" dirty="0">
                <a:latin typeface="Book Antiqua"/>
                <a:cs typeface="Book Antiqua"/>
              </a:rPr>
              <a:t>O</a:t>
            </a:r>
            <a:r>
              <a:rPr sz="1800" spc="-60" dirty="0">
                <a:latin typeface="Book Antiqua"/>
                <a:cs typeface="Book Antiqua"/>
              </a:rPr>
              <a:t>W</a:t>
            </a:r>
            <a:r>
              <a:rPr sz="1800" dirty="0">
                <a:latin typeface="Book Antiqua"/>
                <a:cs typeface="Book Antiqua"/>
              </a:rPr>
              <a:t>N</a:t>
            </a:r>
            <a:r>
              <a:rPr sz="1800" spc="-170" dirty="0">
                <a:latin typeface="Times New Roman"/>
                <a:cs typeface="Times New Roman"/>
              </a:rPr>
              <a:t> 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2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29" dirty="0">
                <a:latin typeface="Book Antiqua"/>
                <a:cs typeface="Book Antiqua"/>
              </a:rPr>
              <a:t>L</a:t>
            </a:r>
            <a:r>
              <a:rPr sz="1800" spc="-75" dirty="0">
                <a:latin typeface="Book Antiqua"/>
                <a:cs typeface="Book Antiqua"/>
              </a:rPr>
              <a:t>E</a:t>
            </a:r>
            <a:r>
              <a:rPr sz="1800" spc="-20" dirty="0">
                <a:latin typeface="Book Antiqua"/>
                <a:cs typeface="Book Antiqua"/>
              </a:rPr>
              <a:t>F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Book Antiqua"/>
                <a:cs typeface="Book Antiqua"/>
              </a:rPr>
              <a:t>-0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6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175" dirty="0">
                <a:latin typeface="Book Antiqua"/>
                <a:cs typeface="Book Antiqua"/>
              </a:rPr>
              <a:t>R</a:t>
            </a:r>
            <a:r>
              <a:rPr sz="1800" spc="-165" dirty="0">
                <a:latin typeface="Book Antiqua"/>
                <a:cs typeface="Book Antiqua"/>
              </a:rPr>
              <a:t>I</a:t>
            </a:r>
            <a:r>
              <a:rPr sz="1800" spc="5" dirty="0">
                <a:latin typeface="Book Antiqua"/>
                <a:cs typeface="Book Antiqua"/>
              </a:rPr>
              <a:t>G</a:t>
            </a:r>
            <a:r>
              <a:rPr sz="1800" spc="-215" dirty="0">
                <a:latin typeface="Book Antiqua"/>
                <a:cs typeface="Book Antiqua"/>
              </a:rPr>
              <a:t>H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Book Antiqua"/>
                <a:cs typeface="Book Antiqua"/>
              </a:rPr>
              <a:t>0</a:t>
            </a:r>
            <a:r>
              <a:rPr sz="1800" spc="5" dirty="0">
                <a:latin typeface="Book Antiqua"/>
                <a:cs typeface="Book Antiqua"/>
              </a:rPr>
              <a:t>.</a:t>
            </a:r>
            <a:r>
              <a:rPr sz="1800" spc="12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6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96767" y="780287"/>
            <a:ext cx="556259" cy="12237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57727" y="815218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5">
                <a:moveTo>
                  <a:pt x="452109" y="1113160"/>
                </a:moveTo>
                <a:lnTo>
                  <a:pt x="411601" y="1112519"/>
                </a:lnTo>
                <a:lnTo>
                  <a:pt x="373379" y="1110874"/>
                </a:lnTo>
                <a:lnTo>
                  <a:pt x="321807" y="1106423"/>
                </a:lnTo>
                <a:lnTo>
                  <a:pt x="279013" y="1099931"/>
                </a:lnTo>
                <a:lnTo>
                  <a:pt x="239146" y="1088897"/>
                </a:lnTo>
                <a:lnTo>
                  <a:pt x="223509" y="594725"/>
                </a:lnTo>
                <a:lnTo>
                  <a:pt x="222625" y="591311"/>
                </a:lnTo>
                <a:lnTo>
                  <a:pt x="182758" y="573023"/>
                </a:lnTo>
                <a:lnTo>
                  <a:pt x="144261" y="565891"/>
                </a:lnTo>
                <a:lnTo>
                  <a:pt x="96011" y="560557"/>
                </a:lnTo>
                <a:lnTo>
                  <a:pt x="40385" y="557387"/>
                </a:lnTo>
                <a:lnTo>
                  <a:pt x="0" y="556625"/>
                </a:lnTo>
                <a:lnTo>
                  <a:pt x="20208" y="556503"/>
                </a:lnTo>
                <a:lnTo>
                  <a:pt x="59192" y="555223"/>
                </a:lnTo>
                <a:lnTo>
                  <a:pt x="112654" y="551291"/>
                </a:lnTo>
                <a:lnTo>
                  <a:pt x="158252" y="545195"/>
                </a:lnTo>
                <a:lnTo>
                  <a:pt x="202570" y="534527"/>
                </a:lnTo>
                <a:lnTo>
                  <a:pt x="223509" y="38099"/>
                </a:lnTo>
                <a:lnTo>
                  <a:pt x="224424" y="34655"/>
                </a:lnTo>
                <a:lnTo>
                  <a:pt x="264292" y="16367"/>
                </a:lnTo>
                <a:lnTo>
                  <a:pt x="302757" y="9265"/>
                </a:lnTo>
                <a:lnTo>
                  <a:pt x="351038" y="3931"/>
                </a:lnTo>
                <a:lnTo>
                  <a:pt x="406664" y="761"/>
                </a:lnTo>
                <a:lnTo>
                  <a:pt x="426598" y="243"/>
                </a:lnTo>
                <a:lnTo>
                  <a:pt x="446928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301360" y="1306366"/>
            <a:ext cx="58928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Book Antiqua"/>
                <a:cs typeface="Book Antiqua"/>
              </a:rPr>
              <a:t>-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8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22325" y="5286422"/>
            <a:ext cx="136271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98141" y="2512740"/>
            <a:ext cx="1645920" cy="541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80" dirty="0">
                <a:latin typeface="Book Antiqua"/>
                <a:cs typeface="Book Antiqua"/>
              </a:rPr>
              <a:t>0</a:t>
            </a:r>
            <a:r>
              <a:rPr sz="1800" spc="85" dirty="0">
                <a:latin typeface="Book Antiqua"/>
                <a:cs typeface="Book Antiqua"/>
              </a:rPr>
              <a:t>.3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120" dirty="0">
                <a:latin typeface="Book Antiqua"/>
                <a:cs typeface="Book Antiqua"/>
              </a:rPr>
              <a:t>0</a:t>
            </a:r>
            <a:r>
              <a:rPr sz="1800" spc="5" dirty="0">
                <a:latin typeface="Book Antiqua"/>
                <a:cs typeface="Book Antiqua"/>
              </a:rPr>
              <a:t>.</a:t>
            </a:r>
            <a:r>
              <a:rPr sz="1800" spc="120" dirty="0">
                <a:latin typeface="Book Antiqua"/>
                <a:cs typeface="Book Antiqua"/>
              </a:rPr>
              <a:t>10</a:t>
            </a:r>
            <a:r>
              <a:rPr sz="1800" spc="70" dirty="0">
                <a:latin typeface="Book Antiqua"/>
                <a:cs typeface="Book Antiqua"/>
              </a:rPr>
              <a:t>+</a:t>
            </a:r>
            <a:r>
              <a:rPr sz="1800" spc="120" dirty="0">
                <a:latin typeface="Book Antiqua"/>
                <a:cs typeface="Book Antiqua"/>
              </a:rPr>
              <a:t>0</a:t>
            </a:r>
            <a:r>
              <a:rPr sz="1800" spc="5" dirty="0">
                <a:latin typeface="Book Antiqua"/>
                <a:cs typeface="Book Antiqua"/>
              </a:rPr>
              <a:t>.</a:t>
            </a:r>
            <a:r>
              <a:rPr sz="1800" spc="12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4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4</a:t>
            </a:r>
            <a:r>
              <a:rPr sz="1800" spc="100" dirty="0">
                <a:latin typeface="Book Antiqua"/>
                <a:cs typeface="Book Antiqua"/>
              </a:rPr>
              <a:t>2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120" dirty="0">
                <a:latin typeface="Book Antiqua"/>
                <a:cs typeface="Book Antiqua"/>
              </a:rPr>
              <a:t>0</a:t>
            </a:r>
            <a:r>
              <a:rPr sz="1800" spc="5" dirty="0">
                <a:latin typeface="Book Antiqua"/>
                <a:cs typeface="Book Antiqua"/>
              </a:rPr>
              <a:t>.</a:t>
            </a:r>
            <a:r>
              <a:rPr sz="1800" spc="120" dirty="0">
                <a:latin typeface="Book Antiqua"/>
                <a:cs typeface="Book Antiqua"/>
              </a:rPr>
              <a:t>10</a:t>
            </a:r>
            <a:r>
              <a:rPr sz="1800" spc="70" dirty="0">
                <a:latin typeface="Book Antiqua"/>
                <a:cs typeface="Book Antiqua"/>
              </a:rPr>
              <a:t>+</a:t>
            </a:r>
            <a:r>
              <a:rPr sz="1800" spc="120" dirty="0">
                <a:latin typeface="Book Antiqua"/>
                <a:cs typeface="Book Antiqua"/>
              </a:rPr>
              <a:t>0</a:t>
            </a:r>
            <a:r>
              <a:rPr sz="1800" spc="5" dirty="0">
                <a:latin typeface="Book Antiqua"/>
                <a:cs typeface="Book Antiqua"/>
              </a:rPr>
              <a:t>.</a:t>
            </a:r>
            <a:r>
              <a:rPr sz="1800" spc="12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0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98141" y="3087288"/>
            <a:ext cx="1576070" cy="541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3</a:t>
            </a:r>
            <a:r>
              <a:rPr sz="1800" spc="100" dirty="0">
                <a:latin typeface="Book Antiqua"/>
                <a:cs typeface="Book Antiqua"/>
              </a:rPr>
              <a:t>0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1</a:t>
            </a:r>
            <a:r>
              <a:rPr sz="1800" spc="100" dirty="0">
                <a:latin typeface="Book Antiqua"/>
                <a:cs typeface="Book Antiqua"/>
              </a:rPr>
              <a:t>0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4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80" dirty="0">
                <a:latin typeface="Book Antiqua"/>
                <a:cs typeface="Book Antiqua"/>
              </a:rPr>
              <a:t>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4</a:t>
            </a:r>
            <a:r>
              <a:rPr sz="1800" spc="85" dirty="0">
                <a:latin typeface="Book Antiqua"/>
                <a:cs typeface="Book Antiqua"/>
              </a:rPr>
              <a:t>2</a:t>
            </a:r>
            <a:r>
              <a:rPr sz="1800" spc="80" dirty="0">
                <a:latin typeface="Book Antiqua"/>
                <a:cs typeface="Book Antiqua"/>
              </a:rPr>
              <a:t>-0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1</a:t>
            </a:r>
            <a:r>
              <a:rPr sz="1800" spc="85" dirty="0">
                <a:latin typeface="Book Antiqua"/>
                <a:cs typeface="Book Antiqua"/>
              </a:rPr>
              <a:t>0</a:t>
            </a:r>
            <a:r>
              <a:rPr sz="1800" spc="80" dirty="0">
                <a:latin typeface="Book Antiqua"/>
                <a:cs typeface="Book Antiqua"/>
              </a:rPr>
              <a:t>-0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4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75608" y="5304706"/>
            <a:ext cx="1875789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Book Antiqua"/>
                <a:cs typeface="Book Antiqua"/>
              </a:rPr>
              <a:t>+</a:t>
            </a:r>
            <a:r>
              <a:rPr sz="1800" spc="-25" dirty="0">
                <a:latin typeface="Book Antiqua"/>
                <a:cs typeface="Book Antiqua"/>
              </a:rPr>
              <a:t>0</a:t>
            </a:r>
            <a:r>
              <a:rPr sz="1800" spc="-20" dirty="0">
                <a:latin typeface="Book Antiqua"/>
                <a:cs typeface="Book Antiqua"/>
              </a:rPr>
              <a:t>.</a:t>
            </a:r>
            <a:r>
              <a:rPr sz="1800" spc="-25" dirty="0">
                <a:latin typeface="Book Antiqua"/>
                <a:cs typeface="Book Antiqua"/>
              </a:rPr>
              <a:t>16</a:t>
            </a:r>
            <a:r>
              <a:rPr sz="1800" spc="10" dirty="0">
                <a:latin typeface="Book Antiqua"/>
                <a:cs typeface="Book Antiqua"/>
              </a:rPr>
              <a:t>=</a:t>
            </a:r>
            <a:r>
              <a:rPr sz="1800" spc="-145" dirty="0">
                <a:latin typeface="Book Antiqua"/>
                <a:cs typeface="Book Antiqua"/>
              </a:rPr>
              <a:t>-</a:t>
            </a:r>
            <a:r>
              <a:rPr sz="1800" spc="-15" dirty="0">
                <a:latin typeface="Book Antiqua"/>
                <a:cs typeface="Book Antiqua"/>
              </a:rPr>
              <a:t>0</a:t>
            </a:r>
            <a:r>
              <a:rPr sz="1800" spc="-10" dirty="0">
                <a:latin typeface="Book Antiqua"/>
                <a:cs typeface="Book Antiqua"/>
              </a:rPr>
              <a:t>.</a:t>
            </a:r>
            <a:r>
              <a:rPr sz="1800" spc="-15" dirty="0">
                <a:latin typeface="Book Antiqua"/>
                <a:cs typeface="Book Antiqua"/>
              </a:rPr>
              <a:t>0</a:t>
            </a:r>
            <a:r>
              <a:rPr sz="1800" dirty="0">
                <a:latin typeface="Book Antiqua"/>
                <a:cs typeface="Book Antiqua"/>
              </a:rPr>
              <a:t>4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40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3305">
              <a:lnSpc>
                <a:spcPct val="100000"/>
              </a:lnSpc>
            </a:pPr>
            <a:r>
              <a:rPr spc="-55" dirty="0"/>
              <a:t>Se</a:t>
            </a:r>
            <a:r>
              <a:rPr spc="-40" dirty="0"/>
              <a:t>c</a:t>
            </a:r>
            <a:r>
              <a:rPr spc="-55" dirty="0"/>
              <a:t>on</a:t>
            </a:r>
            <a:r>
              <a:rPr spc="-25" dirty="0"/>
              <a:t>d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25" dirty="0"/>
              <a:t>i</a:t>
            </a:r>
            <a:r>
              <a:rPr spc="-35" dirty="0"/>
              <a:t>t</a:t>
            </a:r>
            <a:r>
              <a:rPr spc="-55" dirty="0"/>
              <a:t>e</a:t>
            </a:r>
            <a:r>
              <a:rPr spc="-40" dirty="0"/>
              <a:t>r</a:t>
            </a:r>
            <a:r>
              <a:rPr spc="-55" dirty="0"/>
              <a:t>a</a:t>
            </a:r>
            <a:r>
              <a:rPr spc="-35" dirty="0"/>
              <a:t>t</a:t>
            </a:r>
            <a:r>
              <a:rPr spc="-25" dirty="0"/>
              <a:t>i</a:t>
            </a:r>
            <a:r>
              <a:rPr spc="-55" dirty="0"/>
              <a:t>o</a:t>
            </a:r>
            <a:r>
              <a:rPr spc="-25" dirty="0"/>
              <a:t>n</a:t>
            </a: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73311" y="2942658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42" y="500301"/>
                </a:lnTo>
                <a:lnTo>
                  <a:pt x="2926342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73311" y="2942658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42" y="500301"/>
                </a:lnTo>
                <a:lnTo>
                  <a:pt x="2926342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45689" y="1916735"/>
            <a:ext cx="4805045" cy="1125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70" dirty="0">
                <a:latin typeface="Book Antiqua"/>
                <a:cs typeface="Book Antiqua"/>
              </a:rPr>
              <a:t>U</a:t>
            </a:r>
            <a:r>
              <a:rPr sz="1800" dirty="0">
                <a:latin typeface="Book Antiqua"/>
                <a:cs typeface="Book Antiqua"/>
              </a:rPr>
              <a:t>P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0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75" dirty="0">
                <a:latin typeface="Book Antiqua"/>
                <a:cs typeface="Book Antiqua"/>
              </a:rPr>
              <a:t>D</a:t>
            </a:r>
            <a:r>
              <a:rPr sz="1800" spc="95" dirty="0">
                <a:latin typeface="Book Antiqua"/>
                <a:cs typeface="Book Antiqua"/>
              </a:rPr>
              <a:t>O</a:t>
            </a:r>
            <a:r>
              <a:rPr sz="1800" spc="-60" dirty="0">
                <a:latin typeface="Book Antiqua"/>
                <a:cs typeface="Book Antiqua"/>
              </a:rPr>
              <a:t>W</a:t>
            </a:r>
            <a:r>
              <a:rPr sz="1800" dirty="0">
                <a:latin typeface="Book Antiqua"/>
                <a:cs typeface="Book Antiqua"/>
              </a:rPr>
              <a:t>N</a:t>
            </a:r>
            <a:r>
              <a:rPr sz="1800" spc="-18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9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(3,1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i="1" spc="15" dirty="0">
                <a:latin typeface="Book Antiqua"/>
                <a:cs typeface="Book Antiqua"/>
              </a:rPr>
              <a:t>,</a:t>
            </a:r>
            <a:r>
              <a:rPr sz="1800" i="1" spc="6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21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25" dirty="0">
                <a:latin typeface="Book Antiqua"/>
                <a:cs typeface="Book Antiqua"/>
              </a:rPr>
              <a:t>L</a:t>
            </a:r>
            <a:r>
              <a:rPr sz="1800" spc="-75" dirty="0">
                <a:latin typeface="Book Antiqua"/>
                <a:cs typeface="Book Antiqua"/>
              </a:rPr>
              <a:t>E</a:t>
            </a:r>
            <a:r>
              <a:rPr sz="1800" spc="-20" dirty="0">
                <a:latin typeface="Book Antiqua"/>
                <a:cs typeface="Book Antiqua"/>
              </a:rPr>
              <a:t>F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spc="25" dirty="0">
                <a:latin typeface="Book Antiqua"/>
                <a:cs typeface="Book Antiqua"/>
              </a:rPr>
              <a:t>(</a:t>
            </a:r>
            <a:r>
              <a:rPr sz="1800" spc="20" dirty="0">
                <a:latin typeface="Book Antiqua"/>
                <a:cs typeface="Book Antiqua"/>
              </a:rPr>
              <a:t>2</a:t>
            </a:r>
            <a:r>
              <a:rPr sz="1800" i="1" dirty="0">
                <a:latin typeface="Book Antiqua"/>
                <a:cs typeface="Book Antiqua"/>
              </a:rPr>
              <a:t>,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spc="120" dirty="0">
                <a:latin typeface="Book Antiqua"/>
                <a:cs typeface="Book Antiqua"/>
              </a:rPr>
              <a:t>2</a:t>
            </a:r>
            <a:r>
              <a:rPr sz="1800" i="1" dirty="0">
                <a:latin typeface="Book Antiqua"/>
                <a:cs typeface="Book Antiqua"/>
              </a:rPr>
              <a:t>)</a:t>
            </a:r>
            <a:r>
              <a:rPr sz="1800" i="1" spc="-17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40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1)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0" dirty="0">
                <a:latin typeface="Book Antiqua"/>
                <a:cs typeface="Book Antiqua"/>
              </a:rPr>
              <a:t>R</a:t>
            </a:r>
            <a:r>
              <a:rPr sz="1800" spc="-155" dirty="0">
                <a:latin typeface="Book Antiqua"/>
                <a:cs typeface="Book Antiqua"/>
              </a:rPr>
              <a:t>I</a:t>
            </a:r>
            <a:r>
              <a:rPr sz="1800" dirty="0">
                <a:latin typeface="Book Antiqua"/>
                <a:cs typeface="Book Antiqua"/>
              </a:rPr>
              <a:t>G</a:t>
            </a:r>
            <a:r>
              <a:rPr sz="1800" spc="-220" dirty="0">
                <a:latin typeface="Book Antiqua"/>
                <a:cs typeface="Book Antiqua"/>
              </a:rPr>
              <a:t>H</a:t>
            </a:r>
            <a:r>
              <a:rPr sz="1800" dirty="0">
                <a:latin typeface="Book Antiqua"/>
                <a:cs typeface="Book Antiqua"/>
              </a:rPr>
              <a:t>T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spc="15" dirty="0">
                <a:latin typeface="Arial"/>
                <a:cs typeface="Arial"/>
              </a:rPr>
              <a:t>×</a:t>
            </a:r>
            <a:r>
              <a:rPr sz="1800" i="1" spc="-21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(5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-75" dirty="0">
                <a:latin typeface="Book Antiqua"/>
                <a:cs typeface="Book Antiqua"/>
              </a:rPr>
              <a:t>(</a:t>
            </a:r>
            <a:r>
              <a:rPr sz="1800" spc="114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80815" y="3842003"/>
            <a:ext cx="554736" cy="12237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41531" y="3877817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4">
                <a:moveTo>
                  <a:pt x="452109" y="1113150"/>
                </a:moveTo>
                <a:lnTo>
                  <a:pt x="411601" y="1112519"/>
                </a:lnTo>
                <a:lnTo>
                  <a:pt x="373379" y="1110864"/>
                </a:lnTo>
                <a:lnTo>
                  <a:pt x="321807" y="1106292"/>
                </a:lnTo>
                <a:lnTo>
                  <a:pt x="279013" y="1099946"/>
                </a:lnTo>
                <a:lnTo>
                  <a:pt x="239146" y="1088897"/>
                </a:lnTo>
                <a:lnTo>
                  <a:pt x="223509" y="594609"/>
                </a:lnTo>
                <a:lnTo>
                  <a:pt x="222625" y="591180"/>
                </a:lnTo>
                <a:lnTo>
                  <a:pt x="182758" y="572892"/>
                </a:lnTo>
                <a:lnTo>
                  <a:pt x="144261" y="565784"/>
                </a:lnTo>
                <a:lnTo>
                  <a:pt x="96011" y="560450"/>
                </a:lnTo>
                <a:lnTo>
                  <a:pt x="40385" y="557271"/>
                </a:lnTo>
                <a:lnTo>
                  <a:pt x="0" y="556509"/>
                </a:lnTo>
                <a:lnTo>
                  <a:pt x="20177" y="556391"/>
                </a:lnTo>
                <a:lnTo>
                  <a:pt x="59161" y="555116"/>
                </a:lnTo>
                <a:lnTo>
                  <a:pt x="112654" y="551175"/>
                </a:lnTo>
                <a:lnTo>
                  <a:pt x="158221" y="545210"/>
                </a:lnTo>
                <a:lnTo>
                  <a:pt x="202570" y="534411"/>
                </a:lnTo>
                <a:lnTo>
                  <a:pt x="223509" y="38099"/>
                </a:lnTo>
                <a:lnTo>
                  <a:pt x="224393" y="34670"/>
                </a:lnTo>
                <a:lnTo>
                  <a:pt x="264292" y="16382"/>
                </a:lnTo>
                <a:lnTo>
                  <a:pt x="302757" y="9275"/>
                </a:lnTo>
                <a:lnTo>
                  <a:pt x="351007" y="3941"/>
                </a:lnTo>
                <a:lnTo>
                  <a:pt x="406633" y="761"/>
                </a:lnTo>
                <a:lnTo>
                  <a:pt x="426598" y="249"/>
                </a:lnTo>
                <a:lnTo>
                  <a:pt x="447019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69771" y="4333668"/>
            <a:ext cx="136334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9167" y="2365801"/>
            <a:ext cx="233426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7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</a:t>
            </a:r>
            <a:r>
              <a:rPr sz="1800" spc="-5" dirty="0">
                <a:latin typeface="Book Antiqua"/>
                <a:cs typeface="Book Antiqua"/>
              </a:rPr>
              <a:t>x</a:t>
            </a:r>
            <a:r>
              <a:rPr sz="1800" spc="114" dirty="0">
                <a:latin typeface="Book Antiqua"/>
                <a:cs typeface="Book Antiqua"/>
              </a:rPr>
              <a:t>*1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28415" y="1833372"/>
            <a:ext cx="556260" cy="12237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89376" y="1868302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5">
                <a:moveTo>
                  <a:pt x="452109" y="1113160"/>
                </a:moveTo>
                <a:lnTo>
                  <a:pt x="411601" y="1112519"/>
                </a:lnTo>
                <a:lnTo>
                  <a:pt x="373379" y="1110874"/>
                </a:lnTo>
                <a:lnTo>
                  <a:pt x="321807" y="1106423"/>
                </a:lnTo>
                <a:lnTo>
                  <a:pt x="279013" y="1099931"/>
                </a:lnTo>
                <a:lnTo>
                  <a:pt x="239146" y="1088897"/>
                </a:lnTo>
                <a:lnTo>
                  <a:pt x="223509" y="594603"/>
                </a:lnTo>
                <a:lnTo>
                  <a:pt x="222625" y="591190"/>
                </a:lnTo>
                <a:lnTo>
                  <a:pt x="182758" y="572902"/>
                </a:lnTo>
                <a:lnTo>
                  <a:pt x="144261" y="565769"/>
                </a:lnTo>
                <a:lnTo>
                  <a:pt x="96011" y="560435"/>
                </a:lnTo>
                <a:lnTo>
                  <a:pt x="40385" y="557265"/>
                </a:lnTo>
                <a:lnTo>
                  <a:pt x="0" y="556503"/>
                </a:lnTo>
                <a:lnTo>
                  <a:pt x="20208" y="556381"/>
                </a:lnTo>
                <a:lnTo>
                  <a:pt x="59192" y="555101"/>
                </a:lnTo>
                <a:lnTo>
                  <a:pt x="112654" y="551169"/>
                </a:lnTo>
                <a:lnTo>
                  <a:pt x="158252" y="545195"/>
                </a:lnTo>
                <a:lnTo>
                  <a:pt x="202570" y="534405"/>
                </a:lnTo>
                <a:lnTo>
                  <a:pt x="223509" y="38099"/>
                </a:lnTo>
                <a:lnTo>
                  <a:pt x="224424" y="34655"/>
                </a:lnTo>
                <a:lnTo>
                  <a:pt x="264292" y="16367"/>
                </a:lnTo>
                <a:lnTo>
                  <a:pt x="302757" y="9265"/>
                </a:lnTo>
                <a:lnTo>
                  <a:pt x="351038" y="3931"/>
                </a:lnTo>
                <a:lnTo>
                  <a:pt x="406664" y="761"/>
                </a:lnTo>
                <a:lnTo>
                  <a:pt x="426598" y="243"/>
                </a:lnTo>
                <a:lnTo>
                  <a:pt x="446928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03271" y="3939459"/>
            <a:ext cx="1645920" cy="111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4</a:t>
            </a:r>
            <a:r>
              <a:rPr sz="1800" spc="100" dirty="0">
                <a:latin typeface="Book Antiqua"/>
                <a:cs typeface="Book Antiqua"/>
              </a:rPr>
              <a:t>8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120" dirty="0">
                <a:latin typeface="Book Antiqua"/>
                <a:cs typeface="Book Antiqua"/>
              </a:rPr>
              <a:t>0</a:t>
            </a:r>
            <a:r>
              <a:rPr sz="1800" spc="5" dirty="0">
                <a:latin typeface="Book Antiqua"/>
                <a:cs typeface="Book Antiqua"/>
              </a:rPr>
              <a:t>.</a:t>
            </a:r>
            <a:r>
              <a:rPr sz="1800" spc="120" dirty="0">
                <a:latin typeface="Book Antiqua"/>
                <a:cs typeface="Book Antiqua"/>
              </a:rPr>
              <a:t>10</a:t>
            </a:r>
            <a:r>
              <a:rPr sz="1800" spc="70" dirty="0">
                <a:latin typeface="Book Antiqua"/>
                <a:cs typeface="Book Antiqua"/>
              </a:rPr>
              <a:t>+</a:t>
            </a:r>
            <a:r>
              <a:rPr sz="1800" spc="120" dirty="0">
                <a:latin typeface="Book Antiqua"/>
                <a:cs typeface="Book Antiqua"/>
              </a:rPr>
              <a:t>0</a:t>
            </a:r>
            <a:r>
              <a:rPr sz="1800" spc="5" dirty="0">
                <a:latin typeface="Book Antiqua"/>
                <a:cs typeface="Book Antiqua"/>
              </a:rPr>
              <a:t>.</a:t>
            </a:r>
            <a:r>
              <a:rPr sz="1800" spc="12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4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1</a:t>
            </a:r>
            <a:r>
              <a:rPr sz="1800" spc="100" dirty="0">
                <a:latin typeface="Book Antiqua"/>
                <a:cs typeface="Book Antiqua"/>
              </a:rPr>
              <a:t>2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120" dirty="0">
                <a:latin typeface="Book Antiqua"/>
                <a:cs typeface="Book Antiqua"/>
              </a:rPr>
              <a:t>0</a:t>
            </a:r>
            <a:r>
              <a:rPr sz="1800" spc="5" dirty="0">
                <a:latin typeface="Book Antiqua"/>
                <a:cs typeface="Book Antiqua"/>
              </a:rPr>
              <a:t>.</a:t>
            </a:r>
            <a:r>
              <a:rPr sz="1800" spc="120" dirty="0">
                <a:latin typeface="Book Antiqua"/>
                <a:cs typeface="Book Antiqua"/>
              </a:rPr>
              <a:t>10</a:t>
            </a:r>
            <a:r>
              <a:rPr sz="1800" spc="70" dirty="0">
                <a:latin typeface="Book Antiqua"/>
                <a:cs typeface="Book Antiqua"/>
              </a:rPr>
              <a:t>+</a:t>
            </a:r>
            <a:r>
              <a:rPr sz="1800" spc="120" dirty="0">
                <a:latin typeface="Book Antiqua"/>
                <a:cs typeface="Book Antiqua"/>
              </a:rPr>
              <a:t>0</a:t>
            </a:r>
            <a:r>
              <a:rPr sz="1800" spc="5" dirty="0">
                <a:latin typeface="Book Antiqua"/>
                <a:cs typeface="Book Antiqua"/>
              </a:rPr>
              <a:t>.</a:t>
            </a:r>
            <a:r>
              <a:rPr sz="1800" spc="12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4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3</a:t>
            </a:r>
            <a:r>
              <a:rPr sz="1800" spc="100" dirty="0">
                <a:latin typeface="Book Antiqua"/>
                <a:cs typeface="Book Antiqua"/>
              </a:rPr>
              <a:t>0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1</a:t>
            </a:r>
            <a:r>
              <a:rPr sz="1800" spc="100" dirty="0">
                <a:latin typeface="Book Antiqua"/>
                <a:cs typeface="Book Antiqua"/>
              </a:rPr>
              <a:t>0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0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0" dirty="0">
                <a:latin typeface="Book Antiqua"/>
                <a:cs typeface="Book Antiqua"/>
              </a:rPr>
              <a:t>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4</a:t>
            </a:r>
            <a:r>
              <a:rPr sz="1800" spc="85" dirty="0">
                <a:latin typeface="Book Antiqua"/>
                <a:cs typeface="Book Antiqua"/>
              </a:rPr>
              <a:t>2-</a:t>
            </a:r>
            <a:r>
              <a:rPr sz="1800" spc="80" dirty="0">
                <a:latin typeface="Book Antiqua"/>
                <a:cs typeface="Book Antiqua"/>
              </a:rPr>
              <a:t>0</a:t>
            </a:r>
            <a:r>
              <a:rPr sz="1800" spc="85" dirty="0">
                <a:latin typeface="Book Antiqua"/>
                <a:cs typeface="Book Antiqua"/>
              </a:rPr>
              <a:t>.1</a:t>
            </a:r>
            <a:r>
              <a:rPr sz="1800" spc="105" dirty="0">
                <a:latin typeface="Book Antiqua"/>
                <a:cs typeface="Book Antiqua"/>
              </a:rPr>
              <a:t>0</a:t>
            </a:r>
            <a:r>
              <a:rPr sz="1800" spc="80" dirty="0">
                <a:latin typeface="Book Antiqua"/>
                <a:cs typeface="Book Antiqua"/>
              </a:rPr>
              <a:t>-0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0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66158" y="4251379"/>
            <a:ext cx="1875789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Book Antiqua"/>
                <a:cs typeface="Book Antiqua"/>
              </a:rPr>
              <a:t>+</a:t>
            </a:r>
            <a:r>
              <a:rPr sz="1800" spc="-25" dirty="0">
                <a:latin typeface="Book Antiqua"/>
                <a:cs typeface="Book Antiqua"/>
              </a:rPr>
              <a:t>0</a:t>
            </a:r>
            <a:r>
              <a:rPr sz="1800" spc="-20" dirty="0">
                <a:latin typeface="Book Antiqua"/>
                <a:cs typeface="Book Antiqua"/>
              </a:rPr>
              <a:t>.</a:t>
            </a:r>
            <a:r>
              <a:rPr sz="1800" spc="-25" dirty="0">
                <a:latin typeface="Book Antiqua"/>
                <a:cs typeface="Book Antiqua"/>
              </a:rPr>
              <a:t>6</a:t>
            </a:r>
            <a:r>
              <a:rPr sz="1800" spc="-30" dirty="0">
                <a:latin typeface="Book Antiqua"/>
                <a:cs typeface="Book Antiqua"/>
              </a:rPr>
              <a:t>6</a:t>
            </a:r>
            <a:r>
              <a:rPr sz="1800" spc="10" dirty="0">
                <a:latin typeface="Book Antiqua"/>
                <a:cs typeface="Book Antiqua"/>
              </a:rPr>
              <a:t>=</a:t>
            </a:r>
            <a:r>
              <a:rPr sz="1800" spc="-145" dirty="0">
                <a:latin typeface="Book Antiqua"/>
                <a:cs typeface="Book Antiqua"/>
              </a:rPr>
              <a:t>-</a:t>
            </a:r>
            <a:r>
              <a:rPr sz="1800" spc="-15" dirty="0">
                <a:latin typeface="Book Antiqua"/>
                <a:cs typeface="Book Antiqua"/>
              </a:rPr>
              <a:t>0</a:t>
            </a:r>
            <a:r>
              <a:rPr sz="1800" spc="-10" dirty="0">
                <a:latin typeface="Book Antiqua"/>
                <a:cs typeface="Book Antiqua"/>
              </a:rPr>
              <a:t>.</a:t>
            </a:r>
            <a:r>
              <a:rPr sz="1800" spc="-15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6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41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6035">
              <a:lnSpc>
                <a:spcPct val="100000"/>
              </a:lnSpc>
            </a:pPr>
            <a:r>
              <a:rPr spc="-55" dirty="0"/>
              <a:t>Se</a:t>
            </a:r>
            <a:r>
              <a:rPr spc="-40" dirty="0"/>
              <a:t>c</a:t>
            </a:r>
            <a:r>
              <a:rPr spc="-55" dirty="0"/>
              <a:t>on</a:t>
            </a:r>
            <a:r>
              <a:rPr spc="-25" dirty="0"/>
              <a:t>d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25" dirty="0"/>
              <a:t>i</a:t>
            </a:r>
            <a:r>
              <a:rPr spc="-35" dirty="0"/>
              <a:t>t</a:t>
            </a:r>
            <a:r>
              <a:rPr spc="-55" dirty="0"/>
              <a:t>e</a:t>
            </a:r>
            <a:r>
              <a:rPr spc="-40" dirty="0"/>
              <a:t>r</a:t>
            </a:r>
            <a:r>
              <a:rPr spc="-55" dirty="0"/>
              <a:t>a</a:t>
            </a:r>
            <a:r>
              <a:rPr spc="-35" dirty="0"/>
              <a:t>t</a:t>
            </a:r>
            <a:r>
              <a:rPr spc="-25" dirty="0"/>
              <a:t>i</a:t>
            </a:r>
            <a:r>
              <a:rPr spc="-55" dirty="0"/>
              <a:t>o</a:t>
            </a:r>
            <a:r>
              <a:rPr spc="-25" dirty="0"/>
              <a:t>n</a:t>
            </a: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73311" y="2942658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42" y="500301"/>
                </a:lnTo>
                <a:lnTo>
                  <a:pt x="2926342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73311" y="2942658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42" y="500301"/>
                </a:lnTo>
                <a:lnTo>
                  <a:pt x="2926342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45689" y="1916735"/>
            <a:ext cx="4930140" cy="1125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70" dirty="0">
                <a:latin typeface="Book Antiqua"/>
                <a:cs typeface="Book Antiqua"/>
              </a:rPr>
              <a:t>U</a:t>
            </a:r>
            <a:r>
              <a:rPr sz="1800" dirty="0">
                <a:latin typeface="Book Antiqua"/>
                <a:cs typeface="Book Antiqua"/>
              </a:rPr>
              <a:t>P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0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75" dirty="0">
                <a:latin typeface="Book Antiqua"/>
                <a:cs typeface="Book Antiqua"/>
              </a:rPr>
              <a:t>D</a:t>
            </a:r>
            <a:r>
              <a:rPr sz="1800" spc="95" dirty="0">
                <a:latin typeface="Book Antiqua"/>
                <a:cs typeface="Book Antiqua"/>
              </a:rPr>
              <a:t>O</a:t>
            </a:r>
            <a:r>
              <a:rPr sz="1800" spc="-60" dirty="0">
                <a:latin typeface="Book Antiqua"/>
                <a:cs typeface="Book Antiqua"/>
              </a:rPr>
              <a:t>W</a:t>
            </a:r>
            <a:r>
              <a:rPr sz="1800" dirty="0">
                <a:latin typeface="Book Antiqua"/>
                <a:cs typeface="Book Antiqua"/>
              </a:rPr>
              <a:t>N</a:t>
            </a:r>
            <a:r>
              <a:rPr sz="1800" spc="-18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9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25" dirty="0">
                <a:latin typeface="Book Antiqua"/>
                <a:cs typeface="Book Antiqua"/>
              </a:rPr>
              <a:t>L</a:t>
            </a:r>
            <a:r>
              <a:rPr sz="1800" spc="-75" dirty="0">
                <a:latin typeface="Book Antiqua"/>
                <a:cs typeface="Book Antiqua"/>
              </a:rPr>
              <a:t>E</a:t>
            </a:r>
            <a:r>
              <a:rPr sz="1800" spc="-20" dirty="0">
                <a:latin typeface="Book Antiqua"/>
                <a:cs typeface="Book Antiqua"/>
              </a:rPr>
              <a:t>F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spc="-75" dirty="0">
                <a:latin typeface="Book Antiqua"/>
                <a:cs typeface="Book Antiqua"/>
              </a:rPr>
              <a:t>(</a:t>
            </a:r>
            <a:r>
              <a:rPr sz="1800" spc="120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Book Antiqua"/>
                <a:cs typeface="Book Antiqua"/>
              </a:rPr>
              <a:t>3</a:t>
            </a:r>
            <a:r>
              <a:rPr sz="1800" i="1" dirty="0">
                <a:latin typeface="Book Antiqua"/>
                <a:cs typeface="Book Antiqua"/>
              </a:rPr>
              <a:t>)</a:t>
            </a:r>
            <a:r>
              <a:rPr sz="1800" i="1" spc="-17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40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0" dirty="0">
                <a:latin typeface="Book Antiqua"/>
                <a:cs typeface="Book Antiqua"/>
              </a:rPr>
              <a:t>R</a:t>
            </a:r>
            <a:r>
              <a:rPr sz="1800" spc="-155" dirty="0">
                <a:latin typeface="Book Antiqua"/>
                <a:cs typeface="Book Antiqua"/>
              </a:rPr>
              <a:t>I</a:t>
            </a:r>
            <a:r>
              <a:rPr sz="1800" dirty="0">
                <a:latin typeface="Book Antiqua"/>
                <a:cs typeface="Book Antiqua"/>
              </a:rPr>
              <a:t>G</a:t>
            </a:r>
            <a:r>
              <a:rPr sz="1800" spc="-220" dirty="0">
                <a:latin typeface="Book Antiqua"/>
                <a:cs typeface="Book Antiqua"/>
              </a:rPr>
              <a:t>H</a:t>
            </a:r>
            <a:r>
              <a:rPr sz="1800" dirty="0">
                <a:latin typeface="Book Antiqua"/>
                <a:cs typeface="Book Antiqua"/>
              </a:rPr>
              <a:t>T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-75" dirty="0">
                <a:latin typeface="Book Antiqua"/>
                <a:cs typeface="Book Antiqua"/>
              </a:rPr>
              <a:t>(</a:t>
            </a:r>
            <a:r>
              <a:rPr sz="1800" spc="114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00044" y="3759708"/>
            <a:ext cx="554736" cy="12237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60485" y="3794516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4">
                <a:moveTo>
                  <a:pt x="452018" y="1113144"/>
                </a:moveTo>
                <a:lnTo>
                  <a:pt x="411479" y="1112513"/>
                </a:lnTo>
                <a:lnTo>
                  <a:pt x="373258" y="1110858"/>
                </a:lnTo>
                <a:lnTo>
                  <a:pt x="321716" y="1106417"/>
                </a:lnTo>
                <a:lnTo>
                  <a:pt x="278891" y="1099940"/>
                </a:lnTo>
                <a:lnTo>
                  <a:pt x="239024" y="1088891"/>
                </a:lnTo>
                <a:lnTo>
                  <a:pt x="223418" y="594734"/>
                </a:lnTo>
                <a:lnTo>
                  <a:pt x="222503" y="591305"/>
                </a:lnTo>
                <a:lnTo>
                  <a:pt x="182636" y="573017"/>
                </a:lnTo>
                <a:lnTo>
                  <a:pt x="144170" y="565897"/>
                </a:lnTo>
                <a:lnTo>
                  <a:pt x="96011" y="560563"/>
                </a:lnTo>
                <a:lnTo>
                  <a:pt x="40264" y="557396"/>
                </a:lnTo>
                <a:lnTo>
                  <a:pt x="0" y="556634"/>
                </a:lnTo>
                <a:lnTo>
                  <a:pt x="20086" y="556503"/>
                </a:lnTo>
                <a:lnTo>
                  <a:pt x="59070" y="555229"/>
                </a:lnTo>
                <a:lnTo>
                  <a:pt x="112654" y="551300"/>
                </a:lnTo>
                <a:lnTo>
                  <a:pt x="158130" y="545323"/>
                </a:lnTo>
                <a:lnTo>
                  <a:pt x="202448" y="534536"/>
                </a:lnTo>
                <a:lnTo>
                  <a:pt x="223418" y="38093"/>
                </a:lnTo>
                <a:lnTo>
                  <a:pt x="224302" y="34664"/>
                </a:lnTo>
                <a:lnTo>
                  <a:pt x="264170" y="16376"/>
                </a:lnTo>
                <a:lnTo>
                  <a:pt x="302788" y="9265"/>
                </a:lnTo>
                <a:lnTo>
                  <a:pt x="350916" y="3931"/>
                </a:lnTo>
                <a:lnTo>
                  <a:pt x="406542" y="761"/>
                </a:lnTo>
                <a:lnTo>
                  <a:pt x="426476" y="243"/>
                </a:lnTo>
                <a:lnTo>
                  <a:pt x="446928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97813" y="4266865"/>
            <a:ext cx="136334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9171" y="2365801"/>
            <a:ext cx="210248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7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28415" y="1833372"/>
            <a:ext cx="556260" cy="12237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89376" y="1868302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5">
                <a:moveTo>
                  <a:pt x="452109" y="1113160"/>
                </a:moveTo>
                <a:lnTo>
                  <a:pt x="411601" y="1112519"/>
                </a:lnTo>
                <a:lnTo>
                  <a:pt x="373379" y="1110874"/>
                </a:lnTo>
                <a:lnTo>
                  <a:pt x="321807" y="1106423"/>
                </a:lnTo>
                <a:lnTo>
                  <a:pt x="279013" y="1099931"/>
                </a:lnTo>
                <a:lnTo>
                  <a:pt x="239146" y="1088897"/>
                </a:lnTo>
                <a:lnTo>
                  <a:pt x="223509" y="594603"/>
                </a:lnTo>
                <a:lnTo>
                  <a:pt x="222625" y="591190"/>
                </a:lnTo>
                <a:lnTo>
                  <a:pt x="182758" y="572902"/>
                </a:lnTo>
                <a:lnTo>
                  <a:pt x="144261" y="565769"/>
                </a:lnTo>
                <a:lnTo>
                  <a:pt x="96011" y="560435"/>
                </a:lnTo>
                <a:lnTo>
                  <a:pt x="40385" y="557265"/>
                </a:lnTo>
                <a:lnTo>
                  <a:pt x="0" y="556503"/>
                </a:lnTo>
                <a:lnTo>
                  <a:pt x="20208" y="556381"/>
                </a:lnTo>
                <a:lnTo>
                  <a:pt x="59192" y="555101"/>
                </a:lnTo>
                <a:lnTo>
                  <a:pt x="112654" y="551169"/>
                </a:lnTo>
                <a:lnTo>
                  <a:pt x="158252" y="545195"/>
                </a:lnTo>
                <a:lnTo>
                  <a:pt x="202570" y="534405"/>
                </a:lnTo>
                <a:lnTo>
                  <a:pt x="223509" y="38099"/>
                </a:lnTo>
                <a:lnTo>
                  <a:pt x="224424" y="34655"/>
                </a:lnTo>
                <a:lnTo>
                  <a:pt x="264292" y="16367"/>
                </a:lnTo>
                <a:lnTo>
                  <a:pt x="302757" y="9265"/>
                </a:lnTo>
                <a:lnTo>
                  <a:pt x="351038" y="3931"/>
                </a:lnTo>
                <a:lnTo>
                  <a:pt x="406664" y="761"/>
                </a:lnTo>
                <a:lnTo>
                  <a:pt x="426598" y="243"/>
                </a:lnTo>
                <a:lnTo>
                  <a:pt x="446928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32831" y="3810554"/>
            <a:ext cx="538480" cy="111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105" dirty="0">
                <a:latin typeface="Book Antiqua"/>
                <a:cs typeface="Book Antiqua"/>
              </a:rPr>
              <a:t>1</a:t>
            </a:r>
            <a:r>
              <a:rPr sz="1800" spc="110" dirty="0">
                <a:latin typeface="Book Antiqua"/>
                <a:cs typeface="Book Antiqua"/>
              </a:rPr>
              <a:t>.</a:t>
            </a:r>
            <a:r>
              <a:rPr sz="1800" spc="105" dirty="0">
                <a:latin typeface="Book Antiqua"/>
                <a:cs typeface="Book Antiqua"/>
              </a:rPr>
              <a:t>5</a:t>
            </a:r>
            <a:r>
              <a:rPr sz="1800" dirty="0">
                <a:latin typeface="Book Antiqua"/>
                <a:cs typeface="Book Antiqua"/>
              </a:rPr>
              <a:t>2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1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105" dirty="0">
                <a:latin typeface="Book Antiqua"/>
                <a:cs typeface="Book Antiqua"/>
              </a:rPr>
              <a:t>0</a:t>
            </a:r>
            <a:r>
              <a:rPr sz="1800" spc="110" dirty="0">
                <a:latin typeface="Book Antiqua"/>
                <a:cs typeface="Book Antiqua"/>
              </a:rPr>
              <a:t>.</a:t>
            </a:r>
            <a:r>
              <a:rPr sz="1800" spc="10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2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latin typeface="Book Antiqua"/>
                <a:cs typeface="Book Antiqua"/>
              </a:rPr>
              <a:t>0</a:t>
            </a:r>
            <a:r>
              <a:rPr sz="1800" spc="110" dirty="0">
                <a:latin typeface="Book Antiqua"/>
                <a:cs typeface="Book Antiqua"/>
              </a:rPr>
              <a:t>.</a:t>
            </a:r>
            <a:r>
              <a:rPr sz="1800" spc="105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2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15847" y="5317149"/>
            <a:ext cx="193738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Book Antiqua"/>
                <a:cs typeface="Book Antiqua"/>
              </a:rPr>
              <a:t>+</a:t>
            </a:r>
            <a:r>
              <a:rPr sz="1800" spc="-25" dirty="0">
                <a:latin typeface="Book Antiqua"/>
                <a:cs typeface="Book Antiqua"/>
              </a:rPr>
              <a:t>0</a:t>
            </a:r>
            <a:r>
              <a:rPr sz="1800" spc="-20" dirty="0">
                <a:latin typeface="Book Antiqua"/>
                <a:cs typeface="Book Antiqua"/>
              </a:rPr>
              <a:t>.</a:t>
            </a:r>
            <a:r>
              <a:rPr sz="1800" spc="-25" dirty="0">
                <a:latin typeface="Book Antiqua"/>
                <a:cs typeface="Book Antiqua"/>
              </a:rPr>
              <a:t>2</a:t>
            </a:r>
            <a:r>
              <a:rPr sz="1800" spc="-30" dirty="0">
                <a:latin typeface="Book Antiqua"/>
                <a:cs typeface="Book Antiqua"/>
              </a:rPr>
              <a:t>2</a:t>
            </a:r>
            <a:r>
              <a:rPr sz="1800" spc="10" dirty="0">
                <a:latin typeface="Book Antiqua"/>
                <a:cs typeface="Book Antiqua"/>
              </a:rPr>
              <a:t>=</a:t>
            </a:r>
            <a:r>
              <a:rPr sz="1800" spc="-60" dirty="0">
                <a:latin typeface="Book Antiqua"/>
                <a:cs typeface="Book Antiqua"/>
              </a:rPr>
              <a:t>--0</a:t>
            </a:r>
            <a:r>
              <a:rPr sz="1800" spc="-55" dirty="0">
                <a:latin typeface="Book Antiqua"/>
                <a:cs typeface="Book Antiqua"/>
              </a:rPr>
              <a:t>.</a:t>
            </a:r>
            <a:r>
              <a:rPr sz="1800" spc="-6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1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80277" y="4251371"/>
            <a:ext cx="136271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618219" y="3713988"/>
            <a:ext cx="556259" cy="12237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78936" y="3749040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4">
                <a:moveTo>
                  <a:pt x="452109" y="1113150"/>
                </a:moveTo>
                <a:lnTo>
                  <a:pt x="411601" y="1112519"/>
                </a:lnTo>
                <a:lnTo>
                  <a:pt x="373379" y="1110864"/>
                </a:lnTo>
                <a:lnTo>
                  <a:pt x="321807" y="1106423"/>
                </a:lnTo>
                <a:lnTo>
                  <a:pt x="279013" y="1099946"/>
                </a:lnTo>
                <a:lnTo>
                  <a:pt x="239146" y="1088897"/>
                </a:lnTo>
                <a:lnTo>
                  <a:pt x="223509" y="594609"/>
                </a:lnTo>
                <a:lnTo>
                  <a:pt x="222625" y="591180"/>
                </a:lnTo>
                <a:lnTo>
                  <a:pt x="182758" y="572892"/>
                </a:lnTo>
                <a:lnTo>
                  <a:pt x="144261" y="565784"/>
                </a:lnTo>
                <a:lnTo>
                  <a:pt x="96011" y="560450"/>
                </a:lnTo>
                <a:lnTo>
                  <a:pt x="40385" y="557271"/>
                </a:lnTo>
                <a:lnTo>
                  <a:pt x="0" y="556509"/>
                </a:lnTo>
                <a:lnTo>
                  <a:pt x="20177" y="556391"/>
                </a:lnTo>
                <a:lnTo>
                  <a:pt x="59161" y="555116"/>
                </a:lnTo>
                <a:lnTo>
                  <a:pt x="112654" y="551175"/>
                </a:lnTo>
                <a:lnTo>
                  <a:pt x="158221" y="545210"/>
                </a:lnTo>
                <a:lnTo>
                  <a:pt x="202570" y="534411"/>
                </a:lnTo>
                <a:lnTo>
                  <a:pt x="223509" y="38099"/>
                </a:lnTo>
                <a:lnTo>
                  <a:pt x="224393" y="34655"/>
                </a:lnTo>
                <a:lnTo>
                  <a:pt x="264292" y="16367"/>
                </a:lnTo>
                <a:lnTo>
                  <a:pt x="302757" y="9265"/>
                </a:lnTo>
                <a:lnTo>
                  <a:pt x="351007" y="3931"/>
                </a:lnTo>
                <a:lnTo>
                  <a:pt x="406633" y="761"/>
                </a:lnTo>
                <a:lnTo>
                  <a:pt x="426598" y="243"/>
                </a:lnTo>
                <a:lnTo>
                  <a:pt x="447019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338958" y="3873419"/>
            <a:ext cx="2720340" cy="111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45" dirty="0">
                <a:latin typeface="Book Antiqua"/>
                <a:cs typeface="Book Antiqua"/>
              </a:rPr>
              <a:t>0</a:t>
            </a:r>
            <a:r>
              <a:rPr sz="1800" spc="50" dirty="0">
                <a:latin typeface="Book Antiqua"/>
                <a:cs typeface="Book Antiqua"/>
              </a:rPr>
              <a:t>.6</a:t>
            </a:r>
            <a:r>
              <a:rPr sz="1800" spc="65" dirty="0">
                <a:latin typeface="Book Antiqua"/>
                <a:cs typeface="Book Antiqua"/>
              </a:rPr>
              <a:t>x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70" dirty="0">
                <a:latin typeface="Book Antiqua"/>
                <a:cs typeface="Book Antiqua"/>
              </a:rPr>
              <a:t>2</a:t>
            </a:r>
            <a:r>
              <a:rPr sz="1800" spc="50" dirty="0">
                <a:latin typeface="Book Antiqua"/>
                <a:cs typeface="Book Antiqua"/>
              </a:rPr>
              <a:t>+</a:t>
            </a:r>
            <a:r>
              <a:rPr sz="1800" spc="70" dirty="0">
                <a:latin typeface="Book Antiqua"/>
                <a:cs typeface="Book Antiqua"/>
              </a:rPr>
              <a:t>0</a:t>
            </a:r>
            <a:r>
              <a:rPr sz="1800" spc="75" dirty="0">
                <a:latin typeface="Book Antiqua"/>
                <a:cs typeface="Book Antiqua"/>
              </a:rPr>
              <a:t>.2x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70" dirty="0">
                <a:latin typeface="Book Antiqua"/>
                <a:cs typeface="Book Antiqua"/>
              </a:rPr>
              <a:t>0</a:t>
            </a:r>
            <a:r>
              <a:rPr sz="1800" spc="75" dirty="0">
                <a:latin typeface="Book Antiqua"/>
                <a:cs typeface="Book Antiqua"/>
              </a:rPr>
              <a:t>.</a:t>
            </a:r>
            <a:r>
              <a:rPr sz="1800" spc="70" dirty="0">
                <a:latin typeface="Book Antiqua"/>
                <a:cs typeface="Book Antiqua"/>
              </a:rPr>
              <a:t>8</a:t>
            </a:r>
            <a:r>
              <a:rPr sz="1800" spc="50" dirty="0">
                <a:latin typeface="Book Antiqua"/>
                <a:cs typeface="Book Antiqua"/>
              </a:rPr>
              <a:t>+</a:t>
            </a:r>
            <a:r>
              <a:rPr sz="1800" spc="55" dirty="0">
                <a:latin typeface="Book Antiqua"/>
                <a:cs typeface="Book Antiqua"/>
              </a:rPr>
              <a:t>0</a:t>
            </a:r>
            <a:r>
              <a:rPr sz="1800" spc="7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2</a:t>
            </a:r>
            <a:r>
              <a:rPr sz="1800" spc="90" dirty="0">
                <a:latin typeface="Book Antiqua"/>
                <a:cs typeface="Book Antiqua"/>
              </a:rPr>
              <a:t>x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8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65" dirty="0">
                <a:latin typeface="Book Antiqua"/>
                <a:cs typeface="Book Antiqua"/>
              </a:rPr>
              <a:t>0</a:t>
            </a:r>
            <a:r>
              <a:rPr sz="1800" spc="75" dirty="0">
                <a:latin typeface="Book Antiqua"/>
                <a:cs typeface="Book Antiqua"/>
              </a:rPr>
              <a:t>.</a:t>
            </a:r>
            <a:r>
              <a:rPr sz="1800" spc="65" dirty="0">
                <a:latin typeface="Book Antiqua"/>
                <a:cs typeface="Book Antiqua"/>
              </a:rPr>
              <a:t>6</a:t>
            </a:r>
            <a:r>
              <a:rPr sz="1800" spc="60" dirty="0">
                <a:latin typeface="Book Antiqua"/>
                <a:cs typeface="Book Antiqua"/>
              </a:rPr>
              <a:t>x</a:t>
            </a:r>
            <a:r>
              <a:rPr sz="1800" spc="65" dirty="0">
                <a:latin typeface="Book Antiqua"/>
                <a:cs typeface="Book Antiqua"/>
              </a:rPr>
              <a:t>0</a:t>
            </a:r>
            <a:r>
              <a:rPr sz="1800" spc="7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7</a:t>
            </a:r>
            <a:r>
              <a:rPr sz="1800" spc="105" dirty="0">
                <a:latin typeface="Book Antiqua"/>
                <a:cs typeface="Book Antiqua"/>
              </a:rPr>
              <a:t>+</a:t>
            </a:r>
            <a:r>
              <a:rPr sz="1800" spc="45" dirty="0">
                <a:latin typeface="Book Antiqua"/>
                <a:cs typeface="Book Antiqua"/>
              </a:rPr>
              <a:t>0</a:t>
            </a:r>
            <a:r>
              <a:rPr sz="1800" spc="50" dirty="0">
                <a:latin typeface="Book Antiqua"/>
                <a:cs typeface="Book Antiqua"/>
              </a:rPr>
              <a:t>.</a:t>
            </a:r>
            <a:r>
              <a:rPr sz="1800" spc="35" dirty="0">
                <a:latin typeface="Book Antiqua"/>
                <a:cs typeface="Book Antiqua"/>
              </a:rPr>
              <a:t>2</a:t>
            </a:r>
            <a:r>
              <a:rPr sz="1800" spc="65" dirty="0">
                <a:latin typeface="Book Antiqua"/>
                <a:cs typeface="Book Antiqua"/>
              </a:rPr>
              <a:t>x</a:t>
            </a:r>
            <a:r>
              <a:rPr sz="1800" spc="55" dirty="0">
                <a:latin typeface="Book Antiqua"/>
                <a:cs typeface="Book Antiqua"/>
              </a:rPr>
              <a:t>-0</a:t>
            </a:r>
            <a:r>
              <a:rPr sz="1800" spc="60" dirty="0">
                <a:latin typeface="Book Antiqua"/>
                <a:cs typeface="Book Antiqua"/>
              </a:rPr>
              <a:t>.</a:t>
            </a:r>
            <a:r>
              <a:rPr sz="1800" spc="55" dirty="0">
                <a:latin typeface="Book Antiqua"/>
                <a:cs typeface="Book Antiqua"/>
              </a:rPr>
              <a:t>8+0</a:t>
            </a:r>
            <a:r>
              <a:rPr sz="1800" spc="50" dirty="0">
                <a:latin typeface="Book Antiqua"/>
                <a:cs typeface="Book Antiqua"/>
              </a:rPr>
              <a:t>.</a:t>
            </a:r>
            <a:r>
              <a:rPr sz="1800" spc="55" dirty="0">
                <a:latin typeface="Book Antiqua"/>
                <a:cs typeface="Book Antiqua"/>
              </a:rPr>
              <a:t>2</a:t>
            </a:r>
            <a:r>
              <a:rPr sz="1800" spc="60" dirty="0">
                <a:latin typeface="Book Antiqua"/>
                <a:cs typeface="Book Antiqua"/>
              </a:rPr>
              <a:t>x</a:t>
            </a:r>
            <a:r>
              <a:rPr sz="1800" spc="55" dirty="0">
                <a:latin typeface="Book Antiqua"/>
                <a:cs typeface="Book Antiqua"/>
              </a:rPr>
              <a:t>-0</a:t>
            </a:r>
            <a:r>
              <a:rPr sz="1800" spc="60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8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45" dirty="0">
                <a:latin typeface="Book Antiqua"/>
                <a:cs typeface="Book Antiqua"/>
              </a:rPr>
              <a:t>0</a:t>
            </a:r>
            <a:r>
              <a:rPr sz="1800" spc="50" dirty="0">
                <a:latin typeface="Book Antiqua"/>
                <a:cs typeface="Book Antiqua"/>
              </a:rPr>
              <a:t>.6</a:t>
            </a:r>
            <a:r>
              <a:rPr sz="1800" spc="65" dirty="0">
                <a:latin typeface="Book Antiqua"/>
                <a:cs typeface="Book Antiqua"/>
              </a:rPr>
              <a:t>x</a:t>
            </a:r>
            <a:r>
              <a:rPr sz="1800" spc="60" dirty="0">
                <a:latin typeface="Book Antiqua"/>
                <a:cs typeface="Book Antiqua"/>
              </a:rPr>
              <a:t>-</a:t>
            </a:r>
            <a:r>
              <a:rPr sz="1800" spc="55" dirty="0">
                <a:latin typeface="Book Antiqua"/>
                <a:cs typeface="Book Antiqua"/>
              </a:rPr>
              <a:t>0</a:t>
            </a:r>
            <a:r>
              <a:rPr sz="1800" spc="60" dirty="0">
                <a:latin typeface="Book Antiqua"/>
                <a:cs typeface="Book Antiqua"/>
              </a:rPr>
              <a:t>.</a:t>
            </a:r>
            <a:r>
              <a:rPr sz="1800" spc="55" dirty="0">
                <a:latin typeface="Book Antiqua"/>
                <a:cs typeface="Book Antiqua"/>
              </a:rPr>
              <a:t>8</a:t>
            </a:r>
            <a:r>
              <a:rPr sz="1800" spc="40" dirty="0">
                <a:latin typeface="Book Antiqua"/>
                <a:cs typeface="Book Antiqua"/>
              </a:rPr>
              <a:t>+</a:t>
            </a:r>
            <a:r>
              <a:rPr sz="1800" spc="55" dirty="0">
                <a:latin typeface="Book Antiqua"/>
                <a:cs typeface="Book Antiqua"/>
              </a:rPr>
              <a:t>0</a:t>
            </a:r>
            <a:r>
              <a:rPr sz="1800" spc="60" dirty="0">
                <a:latin typeface="Book Antiqua"/>
                <a:cs typeface="Book Antiqua"/>
              </a:rPr>
              <a:t>.</a:t>
            </a:r>
            <a:r>
              <a:rPr sz="1800" spc="55" dirty="0">
                <a:latin typeface="Book Antiqua"/>
                <a:cs typeface="Book Antiqua"/>
              </a:rPr>
              <a:t>2</a:t>
            </a:r>
            <a:r>
              <a:rPr sz="1800" spc="65" dirty="0">
                <a:latin typeface="Book Antiqua"/>
                <a:cs typeface="Book Antiqua"/>
              </a:rPr>
              <a:t>x</a:t>
            </a:r>
            <a:r>
              <a:rPr sz="1800" spc="60" dirty="0">
                <a:latin typeface="Book Antiqua"/>
                <a:cs typeface="Book Antiqua"/>
              </a:rPr>
              <a:t>-</a:t>
            </a:r>
            <a:r>
              <a:rPr sz="1800" spc="55" dirty="0">
                <a:latin typeface="Book Antiqua"/>
                <a:cs typeface="Book Antiqua"/>
              </a:rPr>
              <a:t>2</a:t>
            </a:r>
            <a:r>
              <a:rPr sz="1800" spc="40" dirty="0">
                <a:latin typeface="Book Antiqua"/>
                <a:cs typeface="Book Antiqua"/>
              </a:rPr>
              <a:t>+</a:t>
            </a:r>
            <a:r>
              <a:rPr sz="1800" spc="55" dirty="0">
                <a:latin typeface="Book Antiqua"/>
                <a:cs typeface="Book Antiqua"/>
              </a:rPr>
              <a:t>0</a:t>
            </a:r>
            <a:r>
              <a:rPr sz="1800" spc="60" dirty="0">
                <a:latin typeface="Book Antiqua"/>
                <a:cs typeface="Book Antiqua"/>
              </a:rPr>
              <a:t>.</a:t>
            </a:r>
            <a:r>
              <a:rPr sz="1800" spc="55" dirty="0">
                <a:latin typeface="Book Antiqua"/>
                <a:cs typeface="Book Antiqua"/>
              </a:rPr>
              <a:t>2</a:t>
            </a:r>
            <a:r>
              <a:rPr sz="1800" spc="65" dirty="0">
                <a:latin typeface="Book Antiqua"/>
                <a:cs typeface="Book Antiqua"/>
              </a:rPr>
              <a:t>x</a:t>
            </a:r>
            <a:r>
              <a:rPr sz="1800" spc="80" dirty="0">
                <a:latin typeface="Book Antiqua"/>
                <a:cs typeface="Book Antiqua"/>
              </a:rPr>
              <a:t>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7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45" dirty="0">
                <a:latin typeface="Book Antiqua"/>
                <a:cs typeface="Book Antiqua"/>
              </a:rPr>
              <a:t>0</a:t>
            </a:r>
            <a:r>
              <a:rPr sz="1800" spc="50" dirty="0">
                <a:latin typeface="Book Antiqua"/>
                <a:cs typeface="Book Antiqua"/>
              </a:rPr>
              <a:t>.6</a:t>
            </a:r>
            <a:r>
              <a:rPr sz="1800" spc="65" dirty="0">
                <a:latin typeface="Book Antiqua"/>
                <a:cs typeface="Book Antiqua"/>
              </a:rPr>
              <a:t>x</a:t>
            </a:r>
            <a:r>
              <a:rPr sz="1800" spc="60" dirty="0">
                <a:latin typeface="Book Antiqua"/>
                <a:cs typeface="Book Antiqua"/>
              </a:rPr>
              <a:t>-</a:t>
            </a:r>
            <a:r>
              <a:rPr sz="1800" spc="55" dirty="0">
                <a:latin typeface="Book Antiqua"/>
                <a:cs typeface="Book Antiqua"/>
              </a:rPr>
              <a:t>0</a:t>
            </a:r>
            <a:r>
              <a:rPr sz="1800" spc="60" dirty="0">
                <a:latin typeface="Book Antiqua"/>
                <a:cs typeface="Book Antiqua"/>
              </a:rPr>
              <a:t>.</a:t>
            </a:r>
            <a:r>
              <a:rPr sz="1800" spc="55" dirty="0">
                <a:latin typeface="Book Antiqua"/>
                <a:cs typeface="Book Antiqua"/>
              </a:rPr>
              <a:t>8</a:t>
            </a:r>
            <a:r>
              <a:rPr sz="1800" spc="40" dirty="0">
                <a:latin typeface="Book Antiqua"/>
                <a:cs typeface="Book Antiqua"/>
              </a:rPr>
              <a:t>+</a:t>
            </a:r>
            <a:r>
              <a:rPr sz="1800" spc="55" dirty="0">
                <a:latin typeface="Book Antiqua"/>
                <a:cs typeface="Book Antiqua"/>
              </a:rPr>
              <a:t>0</a:t>
            </a:r>
            <a:r>
              <a:rPr sz="1800" spc="60" dirty="0">
                <a:latin typeface="Book Antiqua"/>
                <a:cs typeface="Book Antiqua"/>
              </a:rPr>
              <a:t>.</a:t>
            </a:r>
            <a:r>
              <a:rPr sz="1800" spc="55" dirty="0">
                <a:latin typeface="Book Antiqua"/>
                <a:cs typeface="Book Antiqua"/>
              </a:rPr>
              <a:t>2</a:t>
            </a:r>
            <a:r>
              <a:rPr sz="1800" spc="65" dirty="0">
                <a:latin typeface="Book Antiqua"/>
                <a:cs typeface="Book Antiqua"/>
              </a:rPr>
              <a:t>x</a:t>
            </a:r>
            <a:r>
              <a:rPr sz="1800" spc="60" dirty="0">
                <a:latin typeface="Book Antiqua"/>
                <a:cs typeface="Book Antiqua"/>
              </a:rPr>
              <a:t>-</a:t>
            </a:r>
            <a:r>
              <a:rPr sz="1800" spc="55" dirty="0">
                <a:latin typeface="Book Antiqua"/>
                <a:cs typeface="Book Antiqua"/>
              </a:rPr>
              <a:t>2</a:t>
            </a:r>
            <a:r>
              <a:rPr sz="1800" spc="40" dirty="0">
                <a:latin typeface="Book Antiqua"/>
                <a:cs typeface="Book Antiqua"/>
              </a:rPr>
              <a:t>+</a:t>
            </a:r>
            <a:r>
              <a:rPr sz="1800" spc="55" dirty="0">
                <a:latin typeface="Book Antiqua"/>
                <a:cs typeface="Book Antiqua"/>
              </a:rPr>
              <a:t>0</a:t>
            </a:r>
            <a:r>
              <a:rPr sz="1800" spc="60" dirty="0">
                <a:latin typeface="Book Antiqua"/>
                <a:cs typeface="Book Antiqua"/>
              </a:rPr>
              <a:t>.</a:t>
            </a:r>
            <a:r>
              <a:rPr sz="1800" spc="55" dirty="0">
                <a:latin typeface="Book Antiqua"/>
                <a:cs typeface="Book Antiqua"/>
              </a:rPr>
              <a:t>2</a:t>
            </a:r>
            <a:r>
              <a:rPr sz="1800" spc="65" dirty="0">
                <a:latin typeface="Book Antiqua"/>
                <a:cs typeface="Book Antiqua"/>
              </a:rPr>
              <a:t>x</a:t>
            </a:r>
            <a:r>
              <a:rPr sz="1800" spc="80" dirty="0">
                <a:latin typeface="Book Antiqua"/>
                <a:cs typeface="Book Antiqua"/>
              </a:rPr>
              <a:t>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7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42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4425">
              <a:lnSpc>
                <a:spcPct val="100000"/>
              </a:lnSpc>
            </a:pPr>
            <a:r>
              <a:rPr spc="-55" dirty="0"/>
              <a:t>Se</a:t>
            </a:r>
            <a:r>
              <a:rPr spc="-40" dirty="0"/>
              <a:t>c</a:t>
            </a:r>
            <a:r>
              <a:rPr spc="-55" dirty="0"/>
              <a:t>on</a:t>
            </a:r>
            <a:r>
              <a:rPr spc="-25" dirty="0"/>
              <a:t>d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25" dirty="0"/>
              <a:t>i</a:t>
            </a:r>
            <a:r>
              <a:rPr spc="-35" dirty="0"/>
              <a:t>t</a:t>
            </a:r>
            <a:r>
              <a:rPr spc="-55" dirty="0"/>
              <a:t>e</a:t>
            </a:r>
            <a:r>
              <a:rPr spc="-40" dirty="0"/>
              <a:t>r</a:t>
            </a:r>
            <a:r>
              <a:rPr spc="-55" dirty="0"/>
              <a:t>a</a:t>
            </a:r>
            <a:r>
              <a:rPr spc="-35" dirty="0"/>
              <a:t>t</a:t>
            </a:r>
            <a:r>
              <a:rPr spc="-25" dirty="0"/>
              <a:t>i</a:t>
            </a:r>
            <a:r>
              <a:rPr spc="-55" dirty="0"/>
              <a:t>o</a:t>
            </a:r>
            <a:r>
              <a:rPr spc="-25" dirty="0"/>
              <a:t>n</a:t>
            </a:r>
          </a:p>
        </p:txBody>
      </p:sp>
      <p:sp>
        <p:nvSpPr>
          <p:cNvPr id="3" name="object 3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7963" y="2285936"/>
            <a:ext cx="1890395" cy="613410"/>
          </a:xfrm>
          <a:custGeom>
            <a:avLst/>
            <a:gdLst/>
            <a:ahLst/>
            <a:cxnLst/>
            <a:rect l="l" t="t" r="r" b="b"/>
            <a:pathLst>
              <a:path w="1890395" h="613410">
                <a:moveTo>
                  <a:pt x="0" y="613077"/>
                </a:moveTo>
                <a:lnTo>
                  <a:pt x="1890390" y="613077"/>
                </a:lnTo>
                <a:lnTo>
                  <a:pt x="1890390" y="0"/>
                </a:lnTo>
                <a:lnTo>
                  <a:pt x="0" y="0"/>
                </a:lnTo>
                <a:lnTo>
                  <a:pt x="0" y="613077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73311" y="2942658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42" y="500301"/>
                </a:lnTo>
                <a:lnTo>
                  <a:pt x="2926342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73311" y="2942658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42" y="500301"/>
                </a:lnTo>
                <a:lnTo>
                  <a:pt x="2926342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78085" y="1677212"/>
            <a:ext cx="4928870" cy="1125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70" dirty="0">
                <a:latin typeface="Book Antiqua"/>
                <a:cs typeface="Book Antiqua"/>
              </a:rPr>
              <a:t>U</a:t>
            </a:r>
            <a:r>
              <a:rPr sz="1800" dirty="0">
                <a:latin typeface="Book Antiqua"/>
                <a:cs typeface="Book Antiqua"/>
              </a:rPr>
              <a:t>P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80" dirty="0">
                <a:latin typeface="Book Antiqua"/>
                <a:cs typeface="Book Antiqua"/>
              </a:rPr>
              <a:t>D</a:t>
            </a:r>
            <a:r>
              <a:rPr sz="1800" spc="95" dirty="0">
                <a:latin typeface="Book Antiqua"/>
                <a:cs typeface="Book Antiqua"/>
              </a:rPr>
              <a:t>O</a:t>
            </a:r>
            <a:r>
              <a:rPr sz="1800" spc="-60" dirty="0">
                <a:latin typeface="Book Antiqua"/>
                <a:cs typeface="Book Antiqua"/>
              </a:rPr>
              <a:t>W</a:t>
            </a:r>
            <a:r>
              <a:rPr sz="1800" dirty="0">
                <a:latin typeface="Book Antiqua"/>
                <a:cs typeface="Book Antiqua"/>
              </a:rPr>
              <a:t>N</a:t>
            </a:r>
            <a:r>
              <a:rPr sz="1800" spc="-18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9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29" dirty="0">
                <a:latin typeface="Book Antiqua"/>
                <a:cs typeface="Book Antiqua"/>
              </a:rPr>
              <a:t>L</a:t>
            </a:r>
            <a:r>
              <a:rPr sz="1800" spc="-75" dirty="0">
                <a:latin typeface="Book Antiqua"/>
                <a:cs typeface="Book Antiqua"/>
              </a:rPr>
              <a:t>E</a:t>
            </a:r>
            <a:r>
              <a:rPr sz="1800" spc="-20" dirty="0">
                <a:latin typeface="Book Antiqua"/>
                <a:cs typeface="Book Antiqua"/>
              </a:rPr>
              <a:t>F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spc="-75" dirty="0">
                <a:latin typeface="Book Antiqua"/>
                <a:cs typeface="Book Antiqua"/>
              </a:rPr>
              <a:t>(</a:t>
            </a:r>
            <a:r>
              <a:rPr sz="1800" spc="12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35" dirty="0">
                <a:latin typeface="Book Antiqua"/>
                <a:cs typeface="Book Antiqua"/>
              </a:rPr>
              <a:t>4</a:t>
            </a:r>
            <a:r>
              <a:rPr sz="1800" i="1" dirty="0">
                <a:latin typeface="Book Antiqua"/>
                <a:cs typeface="Book Antiqua"/>
              </a:rPr>
              <a:t>)</a:t>
            </a:r>
            <a:r>
              <a:rPr sz="1800" i="1" spc="-17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3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160" dirty="0">
                <a:latin typeface="Book Antiqua"/>
                <a:cs typeface="Book Antiqua"/>
              </a:rPr>
              <a:t>R</a:t>
            </a:r>
            <a:r>
              <a:rPr sz="1800" spc="-155" dirty="0">
                <a:latin typeface="Book Antiqua"/>
                <a:cs typeface="Book Antiqua"/>
              </a:rPr>
              <a:t>I</a:t>
            </a:r>
            <a:r>
              <a:rPr sz="1800" dirty="0">
                <a:latin typeface="Book Antiqua"/>
                <a:cs typeface="Book Antiqua"/>
              </a:rPr>
              <a:t>G</a:t>
            </a:r>
            <a:r>
              <a:rPr sz="1800" spc="-220" dirty="0">
                <a:latin typeface="Book Antiqua"/>
                <a:cs typeface="Book Antiqua"/>
              </a:rPr>
              <a:t>H</a:t>
            </a:r>
            <a:r>
              <a:rPr sz="1800" dirty="0">
                <a:latin typeface="Book Antiqua"/>
                <a:cs typeface="Book Antiqua"/>
              </a:rPr>
              <a:t>T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(3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35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-75" dirty="0">
                <a:latin typeface="Book Antiqua"/>
                <a:cs typeface="Book Antiqua"/>
              </a:rPr>
              <a:t>(</a:t>
            </a:r>
            <a:r>
              <a:rPr sz="1800" spc="114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30651" y="3238500"/>
            <a:ext cx="554736" cy="12237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0718" y="3273917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4">
                <a:moveTo>
                  <a:pt x="451997" y="1113166"/>
                </a:moveTo>
                <a:lnTo>
                  <a:pt x="411489" y="1112535"/>
                </a:lnTo>
                <a:lnTo>
                  <a:pt x="373267" y="1110880"/>
                </a:lnTo>
                <a:lnTo>
                  <a:pt x="321695" y="1106439"/>
                </a:lnTo>
                <a:lnTo>
                  <a:pt x="278901" y="1099962"/>
                </a:lnTo>
                <a:lnTo>
                  <a:pt x="239033" y="1088913"/>
                </a:lnTo>
                <a:lnTo>
                  <a:pt x="223397" y="594756"/>
                </a:lnTo>
                <a:lnTo>
                  <a:pt x="222513" y="591327"/>
                </a:lnTo>
                <a:lnTo>
                  <a:pt x="182645" y="573039"/>
                </a:lnTo>
                <a:lnTo>
                  <a:pt x="144149" y="565931"/>
                </a:lnTo>
                <a:lnTo>
                  <a:pt x="96021" y="560597"/>
                </a:lnTo>
                <a:lnTo>
                  <a:pt x="40267" y="557418"/>
                </a:lnTo>
                <a:lnTo>
                  <a:pt x="0" y="556656"/>
                </a:lnTo>
                <a:lnTo>
                  <a:pt x="20074" y="556525"/>
                </a:lnTo>
                <a:lnTo>
                  <a:pt x="59048" y="555263"/>
                </a:lnTo>
                <a:lnTo>
                  <a:pt x="112663" y="551322"/>
                </a:lnTo>
                <a:lnTo>
                  <a:pt x="158108" y="545357"/>
                </a:lnTo>
                <a:lnTo>
                  <a:pt x="202457" y="534558"/>
                </a:lnTo>
                <a:lnTo>
                  <a:pt x="223397" y="38099"/>
                </a:lnTo>
                <a:lnTo>
                  <a:pt x="224280" y="34686"/>
                </a:lnTo>
                <a:lnTo>
                  <a:pt x="264179" y="16398"/>
                </a:lnTo>
                <a:lnTo>
                  <a:pt x="302645" y="9296"/>
                </a:lnTo>
                <a:lnTo>
                  <a:pt x="350894" y="3962"/>
                </a:lnTo>
                <a:lnTo>
                  <a:pt x="406520" y="761"/>
                </a:lnTo>
                <a:lnTo>
                  <a:pt x="426485" y="274"/>
                </a:lnTo>
                <a:lnTo>
                  <a:pt x="446906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89736" y="3772454"/>
            <a:ext cx="136271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6575" y="2085786"/>
            <a:ext cx="2334260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90" dirty="0">
                <a:latin typeface="Book Antiqua"/>
                <a:cs typeface="Book Antiqua"/>
              </a:rPr>
              <a:t>V</a:t>
            </a:r>
            <a:r>
              <a:rPr sz="1800" spc="30" dirty="0">
                <a:latin typeface="Book Antiqua"/>
                <a:cs typeface="Book Antiqua"/>
              </a:rPr>
              <a:t>(2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=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Book Antiqua"/>
                <a:cs typeface="Book Antiqua"/>
              </a:rPr>
              <a:t>m</a:t>
            </a:r>
            <a:r>
              <a:rPr sz="1800" spc="-5" dirty="0">
                <a:latin typeface="Book Antiqua"/>
                <a:cs typeface="Book Antiqua"/>
              </a:rPr>
              <a:t>a</a:t>
            </a:r>
            <a:r>
              <a:rPr sz="1800" spc="-10" dirty="0">
                <a:latin typeface="Book Antiqua"/>
                <a:cs typeface="Book Antiqua"/>
              </a:rPr>
              <a:t>x</a:t>
            </a:r>
            <a:r>
              <a:rPr sz="1800" spc="110" dirty="0">
                <a:latin typeface="Book Antiqua"/>
                <a:cs typeface="Book Antiqua"/>
              </a:rPr>
              <a:t>*1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96539" y="1653539"/>
            <a:ext cx="556260" cy="12237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57500" y="1688348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5">
                <a:moveTo>
                  <a:pt x="452109" y="1113129"/>
                </a:moveTo>
                <a:lnTo>
                  <a:pt x="411601" y="1112519"/>
                </a:lnTo>
                <a:lnTo>
                  <a:pt x="373379" y="1110843"/>
                </a:lnTo>
                <a:lnTo>
                  <a:pt x="321807" y="1106271"/>
                </a:lnTo>
                <a:lnTo>
                  <a:pt x="279013" y="1099931"/>
                </a:lnTo>
                <a:lnTo>
                  <a:pt x="239146" y="1088897"/>
                </a:lnTo>
                <a:lnTo>
                  <a:pt x="223509" y="594725"/>
                </a:lnTo>
                <a:lnTo>
                  <a:pt x="222625" y="591311"/>
                </a:lnTo>
                <a:lnTo>
                  <a:pt x="182748" y="573023"/>
                </a:lnTo>
                <a:lnTo>
                  <a:pt x="144149" y="565891"/>
                </a:lnTo>
                <a:lnTo>
                  <a:pt x="96011" y="560557"/>
                </a:lnTo>
                <a:lnTo>
                  <a:pt x="40385" y="557387"/>
                </a:lnTo>
                <a:lnTo>
                  <a:pt x="0" y="556625"/>
                </a:lnTo>
                <a:lnTo>
                  <a:pt x="20192" y="556503"/>
                </a:lnTo>
                <a:lnTo>
                  <a:pt x="59186" y="555223"/>
                </a:lnTo>
                <a:lnTo>
                  <a:pt x="112644" y="551291"/>
                </a:lnTo>
                <a:lnTo>
                  <a:pt x="158246" y="545317"/>
                </a:lnTo>
                <a:lnTo>
                  <a:pt x="202570" y="534527"/>
                </a:lnTo>
                <a:lnTo>
                  <a:pt x="223509" y="38099"/>
                </a:lnTo>
                <a:lnTo>
                  <a:pt x="224424" y="34655"/>
                </a:lnTo>
                <a:lnTo>
                  <a:pt x="264292" y="16367"/>
                </a:lnTo>
                <a:lnTo>
                  <a:pt x="302757" y="9265"/>
                </a:lnTo>
                <a:lnTo>
                  <a:pt x="351038" y="3931"/>
                </a:lnTo>
                <a:lnTo>
                  <a:pt x="406664" y="761"/>
                </a:lnTo>
                <a:lnTo>
                  <a:pt x="426598" y="243"/>
                </a:lnTo>
                <a:lnTo>
                  <a:pt x="446928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05286" y="4935034"/>
            <a:ext cx="815975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00" dirty="0">
                <a:latin typeface="Book Antiqua"/>
                <a:cs typeface="Book Antiqua"/>
              </a:rPr>
              <a:t>0</a:t>
            </a:r>
            <a:r>
              <a:rPr sz="1800" spc="110" dirty="0">
                <a:latin typeface="Book Antiqua"/>
                <a:cs typeface="Book Antiqua"/>
              </a:rPr>
              <a:t>.</a:t>
            </a:r>
            <a:r>
              <a:rPr sz="1800" spc="10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4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55884" y="3286933"/>
            <a:ext cx="53848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105" dirty="0">
                <a:latin typeface="Book Antiqua"/>
                <a:cs typeface="Book Antiqua"/>
              </a:rPr>
              <a:t>0</a:t>
            </a:r>
            <a:r>
              <a:rPr sz="1800" spc="110" dirty="0">
                <a:latin typeface="Book Antiqua"/>
                <a:cs typeface="Book Antiqua"/>
              </a:rPr>
              <a:t>.</a:t>
            </a:r>
            <a:r>
              <a:rPr sz="1800" spc="105" dirty="0">
                <a:latin typeface="Book Antiqua"/>
                <a:cs typeface="Book Antiqua"/>
              </a:rPr>
              <a:t>9</a:t>
            </a:r>
            <a:r>
              <a:rPr sz="1800" dirty="0">
                <a:latin typeface="Book Antiqua"/>
                <a:cs typeface="Book Antiqua"/>
              </a:rPr>
              <a:t>8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5884" y="3573695"/>
            <a:ext cx="544830" cy="828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80" dirty="0">
                <a:latin typeface="Book Antiqua"/>
                <a:cs typeface="Book Antiqua"/>
              </a:rPr>
              <a:t>-0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9</a:t>
            </a:r>
            <a:r>
              <a:rPr sz="1800" dirty="0">
                <a:latin typeface="Book Antiqua"/>
                <a:cs typeface="Book Antiqua"/>
              </a:rPr>
              <a:t>8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60" dirty="0">
                <a:latin typeface="Book Antiqua"/>
                <a:cs typeface="Book Antiqua"/>
              </a:rPr>
              <a:t>-</a:t>
            </a:r>
            <a:r>
              <a:rPr sz="1800" spc="55" dirty="0">
                <a:latin typeface="Book Antiqua"/>
                <a:cs typeface="Book Antiqua"/>
              </a:rPr>
              <a:t>0</a:t>
            </a:r>
            <a:r>
              <a:rPr sz="1800" spc="60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80" dirty="0">
                <a:latin typeface="Book Antiqua"/>
                <a:cs typeface="Book Antiqua"/>
              </a:rPr>
              <a:t>-0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9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43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5845">
              <a:lnSpc>
                <a:spcPct val="100000"/>
              </a:lnSpc>
            </a:pPr>
            <a:r>
              <a:rPr spc="-55" dirty="0"/>
              <a:t>Se</a:t>
            </a:r>
            <a:r>
              <a:rPr spc="-40" dirty="0"/>
              <a:t>c</a:t>
            </a:r>
            <a:r>
              <a:rPr spc="-55" dirty="0"/>
              <a:t>on</a:t>
            </a:r>
            <a:r>
              <a:rPr spc="-25" dirty="0"/>
              <a:t>d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25" dirty="0"/>
              <a:t>i</a:t>
            </a:r>
            <a:r>
              <a:rPr spc="-35" dirty="0"/>
              <a:t>t</a:t>
            </a:r>
            <a:r>
              <a:rPr spc="-55" dirty="0"/>
              <a:t>e</a:t>
            </a:r>
            <a:r>
              <a:rPr spc="-40" dirty="0"/>
              <a:t>r</a:t>
            </a:r>
            <a:r>
              <a:rPr spc="-55" dirty="0"/>
              <a:t>a</a:t>
            </a:r>
            <a:r>
              <a:rPr spc="-35" dirty="0"/>
              <a:t>t</a:t>
            </a:r>
            <a:r>
              <a:rPr spc="-25" dirty="0"/>
              <a:t>i</a:t>
            </a:r>
            <a:r>
              <a:rPr spc="-55" dirty="0"/>
              <a:t>o</a:t>
            </a:r>
            <a:r>
              <a:rPr spc="-25" dirty="0"/>
              <a:t>n</a:t>
            </a:r>
          </a:p>
        </p:txBody>
      </p:sp>
      <p:sp>
        <p:nvSpPr>
          <p:cNvPr id="3" name="object 3"/>
          <p:cNvSpPr/>
          <p:nvPr/>
        </p:nvSpPr>
        <p:spPr>
          <a:xfrm>
            <a:off x="3973311" y="2942658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42" y="500301"/>
                </a:lnTo>
                <a:lnTo>
                  <a:pt x="2926342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73311" y="2942658"/>
            <a:ext cx="2926715" cy="500380"/>
          </a:xfrm>
          <a:custGeom>
            <a:avLst/>
            <a:gdLst/>
            <a:ahLst/>
            <a:cxnLst/>
            <a:rect l="l" t="t" r="r" b="b"/>
            <a:pathLst>
              <a:path w="2926715" h="500379">
                <a:moveTo>
                  <a:pt x="0" y="500301"/>
                </a:moveTo>
                <a:lnTo>
                  <a:pt x="2926342" y="500301"/>
                </a:lnTo>
                <a:lnTo>
                  <a:pt x="2926342" y="0"/>
                </a:lnTo>
                <a:lnTo>
                  <a:pt x="0" y="0"/>
                </a:lnTo>
                <a:lnTo>
                  <a:pt x="0" y="500301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30651" y="3238500"/>
            <a:ext cx="554736" cy="12237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0718" y="3273917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4">
                <a:moveTo>
                  <a:pt x="451997" y="1113166"/>
                </a:moveTo>
                <a:lnTo>
                  <a:pt x="411489" y="1112535"/>
                </a:lnTo>
                <a:lnTo>
                  <a:pt x="373267" y="1110880"/>
                </a:lnTo>
                <a:lnTo>
                  <a:pt x="321695" y="1106439"/>
                </a:lnTo>
                <a:lnTo>
                  <a:pt x="278901" y="1099962"/>
                </a:lnTo>
                <a:lnTo>
                  <a:pt x="239033" y="1088913"/>
                </a:lnTo>
                <a:lnTo>
                  <a:pt x="223397" y="594756"/>
                </a:lnTo>
                <a:lnTo>
                  <a:pt x="222513" y="591327"/>
                </a:lnTo>
                <a:lnTo>
                  <a:pt x="182645" y="573039"/>
                </a:lnTo>
                <a:lnTo>
                  <a:pt x="144149" y="565931"/>
                </a:lnTo>
                <a:lnTo>
                  <a:pt x="96021" y="560597"/>
                </a:lnTo>
                <a:lnTo>
                  <a:pt x="40267" y="557418"/>
                </a:lnTo>
                <a:lnTo>
                  <a:pt x="0" y="556656"/>
                </a:lnTo>
                <a:lnTo>
                  <a:pt x="20074" y="556525"/>
                </a:lnTo>
                <a:lnTo>
                  <a:pt x="59048" y="555263"/>
                </a:lnTo>
                <a:lnTo>
                  <a:pt x="112663" y="551322"/>
                </a:lnTo>
                <a:lnTo>
                  <a:pt x="158108" y="545357"/>
                </a:lnTo>
                <a:lnTo>
                  <a:pt x="202457" y="534558"/>
                </a:lnTo>
                <a:lnTo>
                  <a:pt x="223397" y="38099"/>
                </a:lnTo>
                <a:lnTo>
                  <a:pt x="224280" y="34686"/>
                </a:lnTo>
                <a:lnTo>
                  <a:pt x="264179" y="16398"/>
                </a:lnTo>
                <a:lnTo>
                  <a:pt x="302645" y="9296"/>
                </a:lnTo>
                <a:lnTo>
                  <a:pt x="350894" y="3962"/>
                </a:lnTo>
                <a:lnTo>
                  <a:pt x="406520" y="761"/>
                </a:lnTo>
                <a:lnTo>
                  <a:pt x="426485" y="274"/>
                </a:lnTo>
                <a:lnTo>
                  <a:pt x="446906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85644" y="5119671"/>
            <a:ext cx="544830" cy="111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40" dirty="0">
                <a:latin typeface="Book Antiqua"/>
                <a:cs typeface="Book Antiqua"/>
              </a:rPr>
              <a:t>-</a:t>
            </a:r>
            <a:r>
              <a:rPr sz="1800" spc="105" dirty="0">
                <a:latin typeface="Book Antiqua"/>
                <a:cs typeface="Book Antiqua"/>
              </a:rPr>
              <a:t>0</a:t>
            </a:r>
            <a:r>
              <a:rPr sz="1800" spc="110" dirty="0">
                <a:latin typeface="Book Antiqua"/>
                <a:cs typeface="Book Antiqua"/>
              </a:rPr>
              <a:t>.</a:t>
            </a:r>
            <a:r>
              <a:rPr sz="1800" spc="105" dirty="0">
                <a:latin typeface="Book Antiqua"/>
                <a:cs typeface="Book Antiqua"/>
              </a:rPr>
              <a:t>9</a:t>
            </a:r>
            <a:r>
              <a:rPr sz="1800" dirty="0">
                <a:latin typeface="Book Antiqua"/>
                <a:cs typeface="Book Antiqua"/>
              </a:rPr>
              <a:t>8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80" dirty="0">
                <a:latin typeface="Book Antiqua"/>
                <a:cs typeface="Book Antiqua"/>
              </a:rPr>
              <a:t>-0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9</a:t>
            </a:r>
            <a:r>
              <a:rPr sz="1800" dirty="0">
                <a:latin typeface="Book Antiqua"/>
                <a:cs typeface="Book Antiqua"/>
              </a:rPr>
              <a:t>8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60" dirty="0">
                <a:latin typeface="Book Antiqua"/>
                <a:cs typeface="Book Antiqua"/>
              </a:rPr>
              <a:t>-</a:t>
            </a:r>
            <a:r>
              <a:rPr sz="1800" spc="55" dirty="0">
                <a:latin typeface="Book Antiqua"/>
                <a:cs typeface="Book Antiqua"/>
              </a:rPr>
              <a:t>0</a:t>
            </a:r>
            <a:r>
              <a:rPr sz="1800" spc="60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105" dirty="0">
                <a:latin typeface="Book Antiqua"/>
                <a:cs typeface="Book Antiqua"/>
              </a:rPr>
              <a:t>0</a:t>
            </a:r>
            <a:r>
              <a:rPr sz="1800" spc="110" dirty="0">
                <a:latin typeface="Book Antiqua"/>
                <a:cs typeface="Book Antiqua"/>
              </a:rPr>
              <a:t>.</a:t>
            </a:r>
            <a:r>
              <a:rPr sz="1800" spc="10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9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83051" y="1223772"/>
            <a:ext cx="554736" cy="12237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57849" y="1259342"/>
            <a:ext cx="437515" cy="1113155"/>
          </a:xfrm>
          <a:custGeom>
            <a:avLst/>
            <a:gdLst/>
            <a:ahLst/>
            <a:cxnLst/>
            <a:rect l="l" t="t" r="r" b="b"/>
            <a:pathLst>
              <a:path w="437514" h="1113155">
                <a:moveTo>
                  <a:pt x="437266" y="1113007"/>
                </a:moveTo>
                <a:lnTo>
                  <a:pt x="209549" y="1113007"/>
                </a:lnTo>
                <a:lnTo>
                  <a:pt x="208666" y="556503"/>
                </a:lnTo>
                <a:lnTo>
                  <a:pt x="0" y="556503"/>
                </a:lnTo>
                <a:lnTo>
                  <a:pt x="208422" y="556503"/>
                </a:lnTo>
                <a:lnTo>
                  <a:pt x="208666" y="0"/>
                </a:lnTo>
                <a:lnTo>
                  <a:pt x="399562" y="0"/>
                </a:lnTo>
                <a:lnTo>
                  <a:pt x="417332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08248" y="5504962"/>
            <a:ext cx="14897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45" dirty="0">
                <a:latin typeface="Book Antiqua"/>
                <a:cs typeface="Book Antiqua"/>
              </a:rPr>
              <a:t>=</a:t>
            </a:r>
            <a:r>
              <a:rPr sz="1800" spc="60" dirty="0">
                <a:latin typeface="Book Antiqua"/>
                <a:cs typeface="Book Antiqua"/>
              </a:rPr>
              <a:t>-</a:t>
            </a:r>
            <a:r>
              <a:rPr sz="1800" spc="55" dirty="0">
                <a:latin typeface="Book Antiqua"/>
                <a:cs typeface="Book Antiqua"/>
              </a:rPr>
              <a:t>0</a:t>
            </a:r>
            <a:r>
              <a:rPr sz="1800" spc="60" dirty="0">
                <a:latin typeface="Book Antiqua"/>
                <a:cs typeface="Book Antiqua"/>
              </a:rPr>
              <a:t>.5-</a:t>
            </a:r>
            <a:r>
              <a:rPr sz="1800" spc="55" dirty="0">
                <a:latin typeface="Book Antiqua"/>
                <a:cs typeface="Book Antiqua"/>
              </a:rPr>
              <a:t>0</a:t>
            </a:r>
            <a:r>
              <a:rPr sz="1800" spc="60" dirty="0">
                <a:latin typeface="Book Antiqua"/>
                <a:cs typeface="Book Antiqua"/>
              </a:rPr>
              <a:t>.</a:t>
            </a:r>
            <a:r>
              <a:rPr sz="1800" spc="55" dirty="0">
                <a:latin typeface="Book Antiqua"/>
                <a:cs typeface="Book Antiqua"/>
              </a:rPr>
              <a:t>5</a:t>
            </a:r>
            <a:r>
              <a:rPr sz="1800" spc="50" dirty="0">
                <a:latin typeface="Book Antiqua"/>
                <a:cs typeface="Book Antiqua"/>
              </a:rPr>
              <a:t>=</a:t>
            </a:r>
            <a:r>
              <a:rPr sz="1800" spc="60" dirty="0">
                <a:latin typeface="Book Antiqua"/>
                <a:cs typeface="Book Antiqua"/>
              </a:rPr>
              <a:t>-</a:t>
            </a:r>
            <a:r>
              <a:rPr sz="1800" spc="55" dirty="0">
                <a:latin typeface="Book Antiqua"/>
                <a:cs typeface="Book Antiqua"/>
              </a:rPr>
              <a:t>1</a:t>
            </a:r>
            <a:r>
              <a:rPr sz="1800" spc="60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0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5011" y="5395747"/>
            <a:ext cx="1349375" cy="26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Arial"/>
                <a:cs typeface="Arial"/>
              </a:rPr>
              <a:t>=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Book Antiqua"/>
                <a:cs typeface="Book Antiqua"/>
              </a:rPr>
              <a:t>m</a:t>
            </a:r>
            <a:r>
              <a:rPr sz="1800" dirty="0">
                <a:latin typeface="Book Antiqua"/>
                <a:cs typeface="Book Antiqua"/>
              </a:rPr>
              <a:t>ax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11652" y="5042915"/>
            <a:ext cx="554736" cy="12237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71606" y="5078217"/>
            <a:ext cx="452120" cy="1113155"/>
          </a:xfrm>
          <a:custGeom>
            <a:avLst/>
            <a:gdLst/>
            <a:ahLst/>
            <a:cxnLst/>
            <a:rect l="l" t="t" r="r" b="b"/>
            <a:pathLst>
              <a:path w="452120" h="1113154">
                <a:moveTo>
                  <a:pt x="452109" y="1113092"/>
                </a:moveTo>
                <a:lnTo>
                  <a:pt x="411601" y="1112495"/>
                </a:lnTo>
                <a:lnTo>
                  <a:pt x="373379" y="1110782"/>
                </a:lnTo>
                <a:lnTo>
                  <a:pt x="321807" y="1106317"/>
                </a:lnTo>
                <a:lnTo>
                  <a:pt x="279013" y="1099886"/>
                </a:lnTo>
                <a:lnTo>
                  <a:pt x="239146" y="1088885"/>
                </a:lnTo>
                <a:lnTo>
                  <a:pt x="223509" y="594634"/>
                </a:lnTo>
                <a:lnTo>
                  <a:pt x="222625" y="591217"/>
                </a:lnTo>
                <a:lnTo>
                  <a:pt x="182758" y="572929"/>
                </a:lnTo>
                <a:lnTo>
                  <a:pt x="144261" y="565784"/>
                </a:lnTo>
                <a:lnTo>
                  <a:pt x="96133" y="560463"/>
                </a:lnTo>
                <a:lnTo>
                  <a:pt x="40385" y="557296"/>
                </a:lnTo>
                <a:lnTo>
                  <a:pt x="0" y="556558"/>
                </a:lnTo>
                <a:lnTo>
                  <a:pt x="20177" y="556391"/>
                </a:lnTo>
                <a:lnTo>
                  <a:pt x="59161" y="555165"/>
                </a:lnTo>
                <a:lnTo>
                  <a:pt x="112654" y="551258"/>
                </a:lnTo>
                <a:lnTo>
                  <a:pt x="158221" y="545198"/>
                </a:lnTo>
                <a:lnTo>
                  <a:pt x="202570" y="534448"/>
                </a:lnTo>
                <a:lnTo>
                  <a:pt x="223509" y="38099"/>
                </a:lnTo>
                <a:lnTo>
                  <a:pt x="224393" y="34670"/>
                </a:lnTo>
                <a:lnTo>
                  <a:pt x="264292" y="16382"/>
                </a:lnTo>
                <a:lnTo>
                  <a:pt x="302757" y="9275"/>
                </a:lnTo>
                <a:lnTo>
                  <a:pt x="351007" y="3941"/>
                </a:lnTo>
                <a:lnTo>
                  <a:pt x="406633" y="761"/>
                </a:lnTo>
                <a:lnTo>
                  <a:pt x="426598" y="262"/>
                </a:lnTo>
                <a:lnTo>
                  <a:pt x="447019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48233" y="3309418"/>
            <a:ext cx="179133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max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800" dirty="0">
                <a:latin typeface="Arial"/>
                <a:cs typeface="Arial"/>
              </a:rPr>
              <a:t>=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Book Antiqua"/>
                <a:cs typeface="Book Antiqua"/>
              </a:rPr>
              <a:t>m</a:t>
            </a:r>
            <a:r>
              <a:rPr sz="1800" spc="-5" dirty="0">
                <a:latin typeface="Book Antiqua"/>
                <a:cs typeface="Book Antiqua"/>
              </a:rPr>
              <a:t>a</a:t>
            </a:r>
            <a:r>
              <a:rPr sz="1800" spc="-10" dirty="0">
                <a:latin typeface="Book Antiqua"/>
                <a:cs typeface="Book Antiqua"/>
              </a:rPr>
              <a:t>x</a:t>
            </a:r>
            <a:r>
              <a:rPr sz="1800" spc="110" dirty="0">
                <a:latin typeface="Book Antiqua"/>
                <a:cs typeface="Book Antiqua"/>
              </a:rPr>
              <a:t>*1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9171" y="1742639"/>
            <a:ext cx="2275205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90" dirty="0">
                <a:latin typeface="Book Antiqua"/>
                <a:cs typeface="Book Antiqua"/>
              </a:rPr>
              <a:t>V</a:t>
            </a:r>
            <a:r>
              <a:rPr sz="1800" spc="-65" dirty="0">
                <a:latin typeface="Book Antiqua"/>
                <a:cs typeface="Book Antiqua"/>
              </a:rPr>
              <a:t>(</a:t>
            </a:r>
            <a:r>
              <a:rPr sz="1800" spc="55" dirty="0">
                <a:latin typeface="Book Antiqua"/>
                <a:cs typeface="Book Antiqua"/>
              </a:rPr>
              <a:t>1</a:t>
            </a:r>
            <a:r>
              <a:rPr sz="1800" spc="60" dirty="0">
                <a:latin typeface="Book Antiqua"/>
                <a:cs typeface="Book Antiqua"/>
              </a:rPr>
              <a:t>,3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Calibri"/>
                <a:cs typeface="Calibri"/>
              </a:rPr>
              <a:t>−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5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Book Antiqua"/>
                <a:cs typeface="Book Antiqua"/>
              </a:rPr>
              <a:t>+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Book Antiqua"/>
                <a:cs typeface="Book Antiqua"/>
              </a:rPr>
              <a:t>m</a:t>
            </a:r>
            <a:r>
              <a:rPr sz="1800" spc="-5" dirty="0">
                <a:latin typeface="Book Antiqua"/>
                <a:cs typeface="Book Antiqua"/>
              </a:rPr>
              <a:t>a</a:t>
            </a:r>
            <a:r>
              <a:rPr sz="1800" spc="-10" dirty="0">
                <a:latin typeface="Book Antiqua"/>
                <a:cs typeface="Book Antiqua"/>
              </a:rPr>
              <a:t>x</a:t>
            </a:r>
            <a:r>
              <a:rPr sz="1800" spc="110" dirty="0">
                <a:latin typeface="Book Antiqua"/>
                <a:cs typeface="Book Antiqua"/>
              </a:rPr>
              <a:t>*1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37614" y="1293807"/>
            <a:ext cx="4930140" cy="1125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70" dirty="0">
                <a:latin typeface="Book Antiqua"/>
                <a:cs typeface="Book Antiqua"/>
              </a:rPr>
              <a:t>U</a:t>
            </a:r>
            <a:r>
              <a:rPr sz="1800" dirty="0">
                <a:latin typeface="Book Antiqua"/>
                <a:cs typeface="Book Antiqua"/>
              </a:rPr>
              <a:t>P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80" dirty="0">
                <a:latin typeface="Book Antiqua"/>
                <a:cs typeface="Book Antiqua"/>
              </a:rPr>
              <a:t>D</a:t>
            </a:r>
            <a:r>
              <a:rPr sz="1800" spc="95" dirty="0">
                <a:latin typeface="Book Antiqua"/>
                <a:cs typeface="Book Antiqua"/>
              </a:rPr>
              <a:t>O</a:t>
            </a:r>
            <a:r>
              <a:rPr sz="1800" spc="-60" dirty="0">
                <a:latin typeface="Book Antiqua"/>
                <a:cs typeface="Book Antiqua"/>
              </a:rPr>
              <a:t>W</a:t>
            </a:r>
            <a:r>
              <a:rPr sz="1800" dirty="0">
                <a:latin typeface="Book Antiqua"/>
                <a:cs typeface="Book Antiqua"/>
              </a:rPr>
              <a:t>N</a:t>
            </a:r>
            <a:r>
              <a:rPr sz="1800" spc="-18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9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45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29" dirty="0">
                <a:latin typeface="Book Antiqua"/>
                <a:cs typeface="Book Antiqua"/>
              </a:rPr>
              <a:t>L</a:t>
            </a:r>
            <a:r>
              <a:rPr sz="1800" spc="-75" dirty="0">
                <a:latin typeface="Book Antiqua"/>
                <a:cs typeface="Book Antiqua"/>
              </a:rPr>
              <a:t>E</a:t>
            </a:r>
            <a:r>
              <a:rPr sz="1800" spc="-20" dirty="0">
                <a:latin typeface="Book Antiqua"/>
                <a:cs typeface="Book Antiqua"/>
              </a:rPr>
              <a:t>F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spc="-75" dirty="0">
                <a:latin typeface="Book Antiqua"/>
                <a:cs typeface="Book Antiqua"/>
              </a:rPr>
              <a:t>(</a:t>
            </a:r>
            <a:r>
              <a:rPr sz="1800" spc="12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Book Antiqua"/>
                <a:cs typeface="Book Antiqua"/>
              </a:rPr>
              <a:t>3</a:t>
            </a:r>
            <a:r>
              <a:rPr sz="1800" i="1" dirty="0">
                <a:latin typeface="Book Antiqua"/>
                <a:cs typeface="Book Antiqua"/>
              </a:rPr>
              <a:t>)</a:t>
            </a:r>
            <a:r>
              <a:rPr sz="1800" i="1" spc="-17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4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14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40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2)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175" dirty="0">
                <a:latin typeface="Book Antiqua"/>
                <a:cs typeface="Book Antiqua"/>
              </a:rPr>
              <a:t>R</a:t>
            </a:r>
            <a:r>
              <a:rPr sz="1800" spc="-165" dirty="0">
                <a:latin typeface="Book Antiqua"/>
                <a:cs typeface="Book Antiqua"/>
              </a:rPr>
              <a:t>I</a:t>
            </a:r>
            <a:r>
              <a:rPr sz="1800" spc="5" dirty="0">
                <a:latin typeface="Book Antiqua"/>
                <a:cs typeface="Book Antiqua"/>
              </a:rPr>
              <a:t>G</a:t>
            </a:r>
            <a:r>
              <a:rPr sz="1800" spc="-215" dirty="0">
                <a:latin typeface="Book Antiqua"/>
                <a:cs typeface="Book Antiqua"/>
              </a:rPr>
              <a:t>H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6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3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50" dirty="0">
                <a:latin typeface="Book Antiqua"/>
                <a:cs typeface="Book Antiqua"/>
              </a:rPr>
              <a:t>V</a:t>
            </a:r>
            <a:r>
              <a:rPr sz="1800" spc="35" dirty="0">
                <a:latin typeface="Book Antiqua"/>
                <a:cs typeface="Book Antiqua"/>
              </a:rPr>
              <a:t>(1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Book Antiqua"/>
                <a:cs typeface="Book Antiqua"/>
              </a:rPr>
              <a:t>4</a:t>
            </a:r>
            <a:r>
              <a:rPr sz="1800" dirty="0">
                <a:latin typeface="Book Antiqua"/>
                <a:cs typeface="Book Antiqua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Book Antiqua"/>
                <a:cs typeface="Book Antiqua"/>
              </a:rPr>
              <a:t>+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0</a:t>
            </a:r>
            <a:r>
              <a:rPr sz="1800" i="1" spc="15" dirty="0">
                <a:latin typeface="Book Antiqua"/>
                <a:cs typeface="Book Antiqua"/>
              </a:rPr>
              <a:t>.</a:t>
            </a:r>
            <a:r>
              <a:rPr sz="1800" dirty="0">
                <a:latin typeface="Book Antiqua"/>
                <a:cs typeface="Book Antiqua"/>
              </a:rPr>
              <a:t>2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Arial"/>
                <a:cs typeface="Arial"/>
              </a:rPr>
              <a:t>×</a:t>
            </a:r>
            <a:r>
              <a:rPr sz="1800" i="1" spc="-125" dirty="0">
                <a:latin typeface="Arial"/>
                <a:cs typeface="Arial"/>
              </a:rPr>
              <a:t> </a:t>
            </a:r>
            <a:r>
              <a:rPr sz="1800" i="1" spc="-260" dirty="0">
                <a:latin typeface="Book Antiqua"/>
                <a:cs typeface="Book Antiqua"/>
              </a:rPr>
              <a:t>V</a:t>
            </a:r>
            <a:r>
              <a:rPr sz="1800" spc="-75" dirty="0">
                <a:latin typeface="Book Antiqua"/>
                <a:cs typeface="Book Antiqua"/>
              </a:rPr>
              <a:t>(</a:t>
            </a:r>
            <a:r>
              <a:rPr sz="1800" spc="12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Book Antiqua"/>
                <a:cs typeface="Book Antiqua"/>
              </a:rPr>
              <a:t>2</a:t>
            </a:r>
            <a:r>
              <a:rPr sz="1800" dirty="0">
                <a:latin typeface="Book Antiqua"/>
                <a:cs typeface="Book Antiqua"/>
              </a:rPr>
              <a:t>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37634" y="3314369"/>
            <a:ext cx="194881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70" dirty="0">
                <a:latin typeface="Book Antiqua"/>
                <a:cs typeface="Book Antiqua"/>
              </a:rPr>
              <a:t>U</a:t>
            </a:r>
            <a:r>
              <a:rPr sz="1800" dirty="0">
                <a:latin typeface="Book Antiqua"/>
                <a:cs typeface="Book Antiqua"/>
              </a:rPr>
              <a:t>P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Book Antiqua"/>
                <a:cs typeface="Book Antiqua"/>
              </a:rPr>
              <a:t>-0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3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80" dirty="0">
                <a:latin typeface="Book Antiqua"/>
                <a:cs typeface="Book Antiqua"/>
              </a:rPr>
              <a:t>-0</a:t>
            </a:r>
            <a:r>
              <a:rPr sz="1800" spc="7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1</a:t>
            </a:r>
            <a:r>
              <a:rPr sz="1800" spc="75" dirty="0">
                <a:latin typeface="Book Antiqua"/>
                <a:cs typeface="Book Antiqua"/>
              </a:rPr>
              <a:t>0</a:t>
            </a:r>
            <a:r>
              <a:rPr sz="1800" spc="80" dirty="0">
                <a:latin typeface="Book Antiqua"/>
                <a:cs typeface="Book Antiqua"/>
              </a:rPr>
              <a:t>-0</a:t>
            </a:r>
            <a:r>
              <a:rPr sz="1800" spc="7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0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37634" y="3600880"/>
            <a:ext cx="2435860" cy="828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80" dirty="0">
                <a:latin typeface="Book Antiqua"/>
                <a:cs typeface="Book Antiqua"/>
              </a:rPr>
              <a:t>D</a:t>
            </a:r>
            <a:r>
              <a:rPr sz="1800" spc="95" dirty="0">
                <a:latin typeface="Book Antiqua"/>
                <a:cs typeface="Book Antiqua"/>
              </a:rPr>
              <a:t>O</a:t>
            </a:r>
            <a:r>
              <a:rPr sz="1800" spc="-60" dirty="0">
                <a:latin typeface="Book Antiqua"/>
                <a:cs typeface="Book Antiqua"/>
              </a:rPr>
              <a:t>W</a:t>
            </a:r>
            <a:r>
              <a:rPr sz="1800" dirty="0">
                <a:latin typeface="Book Antiqua"/>
                <a:cs typeface="Book Antiqua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3</a:t>
            </a:r>
            <a:r>
              <a:rPr sz="1800" spc="100" dirty="0">
                <a:latin typeface="Book Antiqua"/>
                <a:cs typeface="Book Antiqua"/>
              </a:rPr>
              <a:t>0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1</a:t>
            </a:r>
            <a:r>
              <a:rPr sz="1800" spc="100" dirty="0">
                <a:latin typeface="Book Antiqua"/>
                <a:cs typeface="Book Antiqua"/>
              </a:rPr>
              <a:t>0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0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29" dirty="0">
                <a:latin typeface="Book Antiqua"/>
                <a:cs typeface="Book Antiqua"/>
              </a:rPr>
              <a:t>L</a:t>
            </a:r>
            <a:r>
              <a:rPr sz="1800" spc="-75" dirty="0">
                <a:latin typeface="Book Antiqua"/>
                <a:cs typeface="Book Antiqua"/>
              </a:rPr>
              <a:t>E</a:t>
            </a:r>
            <a:r>
              <a:rPr sz="1800" spc="-20" dirty="0">
                <a:latin typeface="Book Antiqua"/>
                <a:cs typeface="Book Antiqua"/>
              </a:rPr>
              <a:t>F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Book Antiqua"/>
                <a:cs typeface="Book Antiqua"/>
              </a:rPr>
              <a:t>-</a:t>
            </a:r>
            <a:r>
              <a:rPr sz="1800" spc="80" dirty="0">
                <a:latin typeface="Book Antiqua"/>
                <a:cs typeface="Book Antiqua"/>
              </a:rPr>
              <a:t>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3</a:t>
            </a:r>
            <a:r>
              <a:rPr sz="1800" spc="85" dirty="0">
                <a:latin typeface="Book Antiqua"/>
                <a:cs typeface="Book Antiqua"/>
              </a:rPr>
              <a:t>0</a:t>
            </a:r>
            <a:r>
              <a:rPr sz="1800" spc="80" dirty="0">
                <a:latin typeface="Book Antiqua"/>
                <a:cs typeface="Book Antiqua"/>
              </a:rPr>
              <a:t>-0</a:t>
            </a:r>
            <a:r>
              <a:rPr sz="1800" spc="85" dirty="0">
                <a:latin typeface="Book Antiqua"/>
                <a:cs typeface="Book Antiqua"/>
              </a:rPr>
              <a:t>.</a:t>
            </a:r>
            <a:r>
              <a:rPr sz="1800" spc="70" dirty="0">
                <a:latin typeface="Book Antiqua"/>
                <a:cs typeface="Book Antiqua"/>
              </a:rPr>
              <a:t>1</a:t>
            </a:r>
            <a:r>
              <a:rPr sz="1800" spc="85" dirty="0">
                <a:latin typeface="Book Antiqua"/>
                <a:cs typeface="Book Antiqua"/>
              </a:rPr>
              <a:t>0</a:t>
            </a:r>
            <a:r>
              <a:rPr sz="1800" spc="80" dirty="0">
                <a:latin typeface="Book Antiqua"/>
                <a:cs typeface="Book Antiqua"/>
              </a:rPr>
              <a:t>-</a:t>
            </a:r>
            <a:r>
              <a:rPr sz="1800" spc="70" dirty="0">
                <a:latin typeface="Book Antiqua"/>
                <a:cs typeface="Book Antiqua"/>
              </a:rPr>
              <a:t>0</a:t>
            </a:r>
            <a:r>
              <a:rPr sz="1800" spc="75" dirty="0">
                <a:latin typeface="Book Antiqua"/>
                <a:cs typeface="Book Antiqua"/>
              </a:rPr>
              <a:t>.</a:t>
            </a:r>
            <a:r>
              <a:rPr sz="1800" spc="8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0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175" dirty="0">
                <a:latin typeface="Book Antiqua"/>
                <a:cs typeface="Book Antiqua"/>
              </a:rPr>
              <a:t>R</a:t>
            </a:r>
            <a:r>
              <a:rPr sz="1800" spc="-165" dirty="0">
                <a:latin typeface="Book Antiqua"/>
                <a:cs typeface="Book Antiqua"/>
              </a:rPr>
              <a:t>I</a:t>
            </a:r>
            <a:r>
              <a:rPr sz="1800" spc="5" dirty="0">
                <a:latin typeface="Book Antiqua"/>
                <a:cs typeface="Book Antiqua"/>
              </a:rPr>
              <a:t>G</a:t>
            </a:r>
            <a:r>
              <a:rPr sz="1800" spc="-229" dirty="0">
                <a:latin typeface="Book Antiqua"/>
                <a:cs typeface="Book Antiqua"/>
              </a:rPr>
              <a:t>H</a:t>
            </a:r>
            <a:r>
              <a:rPr sz="1800" spc="-15" dirty="0">
                <a:latin typeface="Book Antiqua"/>
                <a:cs typeface="Book Antiqua"/>
              </a:rPr>
              <a:t>T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3</a:t>
            </a:r>
            <a:r>
              <a:rPr sz="1800" spc="100" dirty="0">
                <a:latin typeface="Book Antiqua"/>
                <a:cs typeface="Book Antiqua"/>
              </a:rPr>
              <a:t>0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1</a:t>
            </a:r>
            <a:r>
              <a:rPr sz="1800" spc="100" dirty="0">
                <a:latin typeface="Book Antiqua"/>
                <a:cs typeface="Book Antiqua"/>
              </a:rPr>
              <a:t>0</a:t>
            </a:r>
            <a:r>
              <a:rPr sz="1800" spc="-40" dirty="0">
                <a:latin typeface="Book Antiqua"/>
                <a:cs typeface="Book Antiqua"/>
              </a:rPr>
              <a:t>-</a:t>
            </a:r>
            <a:r>
              <a:rPr sz="1800" spc="90" dirty="0">
                <a:latin typeface="Book Antiqua"/>
                <a:cs typeface="Book Antiqua"/>
              </a:rPr>
              <a:t>0</a:t>
            </a:r>
            <a:r>
              <a:rPr sz="1800" spc="100" dirty="0">
                <a:latin typeface="Book Antiqua"/>
                <a:cs typeface="Book Antiqua"/>
              </a:rPr>
              <a:t>.</a:t>
            </a:r>
            <a:r>
              <a:rPr sz="1800" spc="90" dirty="0">
                <a:latin typeface="Book Antiqua"/>
                <a:cs typeface="Book Antiqua"/>
              </a:rPr>
              <a:t>1</a:t>
            </a:r>
            <a:r>
              <a:rPr sz="1800" dirty="0">
                <a:latin typeface="Book Antiqua"/>
                <a:cs typeface="Book Antiqua"/>
              </a:rPr>
              <a:t>0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44</a:t>
            </a:fld>
            <a:endParaRPr dirty="0">
              <a:latin typeface="Arial"/>
              <a:cs typeface="Arial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9375393" y="2464694"/>
          <a:ext cx="2277860" cy="21040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5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023"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023"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DABAB"/>
                    </a:solidFill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926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-1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029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950" y="334779"/>
            <a:ext cx="9707254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60" dirty="0">
                <a:latin typeface="Arial"/>
                <a:cs typeface="Arial"/>
              </a:rPr>
              <a:t>S</a:t>
            </a:r>
            <a:r>
              <a:rPr sz="4000" spc="-35" dirty="0">
                <a:latin typeface="Arial"/>
                <a:cs typeface="Arial"/>
              </a:rPr>
              <a:t>t</a:t>
            </a:r>
            <a:r>
              <a:rPr sz="4000" spc="-55" dirty="0">
                <a:latin typeface="Arial"/>
                <a:cs typeface="Arial"/>
              </a:rPr>
              <a:t>a</a:t>
            </a:r>
            <a:r>
              <a:rPr sz="4000" spc="-35" dirty="0">
                <a:latin typeface="Arial"/>
                <a:cs typeface="Arial"/>
              </a:rPr>
              <a:t>t</a:t>
            </a:r>
            <a:r>
              <a:rPr sz="4000" spc="-25" dirty="0">
                <a:latin typeface="Arial"/>
                <a:cs typeface="Arial"/>
              </a:rPr>
              <a:t>e</a:t>
            </a:r>
            <a:r>
              <a:rPr sz="4000" spc="105" dirty="0">
                <a:latin typeface="Times New Roman"/>
                <a:cs typeface="Times New Roman"/>
              </a:rPr>
              <a:t> </a:t>
            </a:r>
            <a:r>
              <a:rPr sz="4000" spc="-40" dirty="0">
                <a:latin typeface="Arial"/>
                <a:cs typeface="Arial"/>
              </a:rPr>
              <a:t>v</a:t>
            </a:r>
            <a:r>
              <a:rPr sz="4000" spc="-55" dirty="0">
                <a:latin typeface="Arial"/>
                <a:cs typeface="Arial"/>
              </a:rPr>
              <a:t>a</a:t>
            </a:r>
            <a:r>
              <a:rPr sz="4000" spc="-25" dirty="0">
                <a:latin typeface="Arial"/>
                <a:cs typeface="Arial"/>
              </a:rPr>
              <a:t>l</a:t>
            </a:r>
            <a:r>
              <a:rPr sz="4000" spc="-55" dirty="0">
                <a:latin typeface="Arial"/>
                <a:cs typeface="Arial"/>
              </a:rPr>
              <a:t>ue</a:t>
            </a:r>
            <a:r>
              <a:rPr sz="4000" spc="-20" dirty="0">
                <a:latin typeface="Arial"/>
                <a:cs typeface="Arial"/>
              </a:rPr>
              <a:t>s</a:t>
            </a:r>
            <a:r>
              <a:rPr sz="4000" spc="125" dirty="0">
                <a:latin typeface="Times New Roman"/>
                <a:cs typeface="Times New Roman"/>
              </a:rPr>
              <a:t> </a:t>
            </a:r>
            <a:r>
              <a:rPr sz="4000" spc="-55" dirty="0">
                <a:latin typeface="Arial"/>
                <a:cs typeface="Arial"/>
              </a:rPr>
              <a:t>a</a:t>
            </a:r>
            <a:r>
              <a:rPr sz="4000" spc="-20" dirty="0">
                <a:latin typeface="Arial"/>
                <a:cs typeface="Arial"/>
              </a:rPr>
              <a:t>s</a:t>
            </a:r>
            <a:r>
              <a:rPr sz="4000" spc="95" dirty="0">
                <a:latin typeface="Times New Roman"/>
                <a:cs typeface="Times New Roman"/>
              </a:rPr>
              <a:t> </a:t>
            </a:r>
            <a:r>
              <a:rPr sz="4000" spc="-35" dirty="0">
                <a:latin typeface="Arial"/>
                <a:cs typeface="Arial"/>
              </a:rPr>
              <a:t>f</a:t>
            </a:r>
            <a:r>
              <a:rPr sz="4000" spc="-55" dirty="0">
                <a:latin typeface="Arial"/>
                <a:cs typeface="Arial"/>
              </a:rPr>
              <a:t>un</a:t>
            </a:r>
            <a:r>
              <a:rPr sz="4000" spc="-40" dirty="0">
                <a:latin typeface="Arial"/>
                <a:cs typeface="Arial"/>
              </a:rPr>
              <a:t>ct</a:t>
            </a:r>
            <a:r>
              <a:rPr sz="4000" spc="-25" dirty="0">
                <a:latin typeface="Arial"/>
                <a:cs typeface="Arial"/>
              </a:rPr>
              <a:t>i</a:t>
            </a:r>
            <a:r>
              <a:rPr sz="4000" spc="-55" dirty="0">
                <a:latin typeface="Arial"/>
                <a:cs typeface="Arial"/>
              </a:rPr>
              <a:t>o</a:t>
            </a:r>
            <a:r>
              <a:rPr sz="4000" spc="-25" dirty="0">
                <a:latin typeface="Arial"/>
                <a:cs typeface="Arial"/>
              </a:rPr>
              <a:t>n</a:t>
            </a:r>
            <a:r>
              <a:rPr sz="4000" spc="114" dirty="0">
                <a:latin typeface="Times New Roman"/>
                <a:cs typeface="Times New Roman"/>
              </a:rPr>
              <a:t> </a:t>
            </a:r>
            <a:r>
              <a:rPr sz="4000" spc="-55" dirty="0">
                <a:latin typeface="Arial"/>
                <a:cs typeface="Arial"/>
              </a:rPr>
              <a:t>o</a:t>
            </a:r>
            <a:r>
              <a:rPr sz="4000" spc="-15" dirty="0">
                <a:latin typeface="Arial"/>
                <a:cs typeface="Arial"/>
              </a:rPr>
              <a:t>f</a:t>
            </a:r>
            <a:r>
              <a:rPr lang="en-IN" sz="4000" spc="-15" dirty="0">
                <a:latin typeface="Arial"/>
                <a:cs typeface="Arial"/>
              </a:rPr>
              <a:t> iteration number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00983" y="1226019"/>
            <a:ext cx="5762625" cy="255270"/>
          </a:xfrm>
          <a:custGeom>
            <a:avLst/>
            <a:gdLst/>
            <a:ahLst/>
            <a:cxnLst/>
            <a:rect l="l" t="t" r="r" b="b"/>
            <a:pathLst>
              <a:path w="5762625" h="255269">
                <a:moveTo>
                  <a:pt x="0" y="254912"/>
                </a:moveTo>
                <a:lnTo>
                  <a:pt x="5762487" y="254912"/>
                </a:lnTo>
                <a:lnTo>
                  <a:pt x="5762487" y="0"/>
                </a:lnTo>
                <a:lnTo>
                  <a:pt x="0" y="0"/>
                </a:lnTo>
                <a:lnTo>
                  <a:pt x="0" y="254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00983" y="1226019"/>
            <a:ext cx="5762625" cy="255270"/>
          </a:xfrm>
          <a:custGeom>
            <a:avLst/>
            <a:gdLst/>
            <a:ahLst/>
            <a:cxnLst/>
            <a:rect l="l" t="t" r="r" b="b"/>
            <a:pathLst>
              <a:path w="5762625" h="255269">
                <a:moveTo>
                  <a:pt x="0" y="254912"/>
                </a:moveTo>
                <a:lnTo>
                  <a:pt x="5762487" y="254912"/>
                </a:lnTo>
                <a:lnTo>
                  <a:pt x="5762487" y="0"/>
                </a:lnTo>
                <a:lnTo>
                  <a:pt x="0" y="0"/>
                </a:lnTo>
                <a:lnTo>
                  <a:pt x="0" y="254912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884401" y="1290197"/>
            <a:ext cx="278765" cy="3303270"/>
          </a:xfrm>
          <a:custGeom>
            <a:avLst/>
            <a:gdLst/>
            <a:ahLst/>
            <a:cxnLst/>
            <a:rect l="l" t="t" r="r" b="b"/>
            <a:pathLst>
              <a:path w="278765" h="3303270">
                <a:moveTo>
                  <a:pt x="0" y="3303269"/>
                </a:moveTo>
                <a:lnTo>
                  <a:pt x="278415" y="3303269"/>
                </a:lnTo>
                <a:lnTo>
                  <a:pt x="278415" y="0"/>
                </a:lnTo>
                <a:lnTo>
                  <a:pt x="0" y="0"/>
                </a:lnTo>
                <a:lnTo>
                  <a:pt x="0" y="33032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84401" y="1290197"/>
            <a:ext cx="278765" cy="3303270"/>
          </a:xfrm>
          <a:custGeom>
            <a:avLst/>
            <a:gdLst/>
            <a:ahLst/>
            <a:cxnLst/>
            <a:rect l="l" t="t" r="r" b="b"/>
            <a:pathLst>
              <a:path w="278765" h="3303270">
                <a:moveTo>
                  <a:pt x="0" y="3303269"/>
                </a:moveTo>
                <a:lnTo>
                  <a:pt x="278415" y="3303269"/>
                </a:lnTo>
                <a:lnTo>
                  <a:pt x="278415" y="0"/>
                </a:lnTo>
                <a:lnTo>
                  <a:pt x="0" y="0"/>
                </a:lnTo>
                <a:lnTo>
                  <a:pt x="0" y="3303269"/>
                </a:lnTo>
                <a:close/>
              </a:path>
            </a:pathLst>
          </a:custGeom>
          <a:ln w="253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31007" y="1149867"/>
            <a:ext cx="4319016" cy="3568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0">
              <a:lnSpc>
                <a:spcPct val="100000"/>
              </a:lnSpc>
            </a:pPr>
            <a:r>
              <a:rPr dirty="0">
                <a:latin typeface="Arial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9952" y="584573"/>
            <a:ext cx="7488555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760"/>
              </a:lnSpc>
            </a:pPr>
            <a:r>
              <a:rPr sz="4000" spc="-55" dirty="0">
                <a:latin typeface="Arial"/>
                <a:cs typeface="Arial"/>
              </a:rPr>
              <a:t>F</a:t>
            </a:r>
            <a:r>
              <a:rPr sz="4000" spc="-45" dirty="0">
                <a:latin typeface="Arial"/>
                <a:cs typeface="Arial"/>
              </a:rPr>
              <a:t>indin</a:t>
            </a:r>
            <a:r>
              <a:rPr sz="4000" spc="-25" dirty="0">
                <a:latin typeface="Arial"/>
                <a:cs typeface="Arial"/>
              </a:rPr>
              <a:t>g</a:t>
            </a:r>
            <a:r>
              <a:rPr sz="4000" spc="120" dirty="0">
                <a:latin typeface="Times New Roman"/>
                <a:cs typeface="Times New Roman"/>
              </a:rPr>
              <a:t> </a:t>
            </a:r>
            <a:r>
              <a:rPr sz="4000" spc="-45" dirty="0">
                <a:latin typeface="Arial"/>
                <a:cs typeface="Arial"/>
              </a:rPr>
              <a:t>poli</a:t>
            </a:r>
            <a:r>
              <a:rPr sz="4000" spc="-40" dirty="0">
                <a:latin typeface="Arial"/>
                <a:cs typeface="Arial"/>
              </a:rPr>
              <a:t>c</a:t>
            </a:r>
            <a:r>
              <a:rPr sz="4000" spc="-20" dirty="0">
                <a:latin typeface="Arial"/>
                <a:cs typeface="Arial"/>
              </a:rPr>
              <a:t>y</a:t>
            </a:r>
            <a:r>
              <a:rPr sz="4000" spc="95" dirty="0">
                <a:latin typeface="Times New Roman"/>
                <a:cs typeface="Times New Roman"/>
              </a:rPr>
              <a:t> </a:t>
            </a:r>
            <a:r>
              <a:rPr sz="4000" spc="-35" dirty="0">
                <a:latin typeface="Arial"/>
                <a:cs typeface="Arial"/>
              </a:rPr>
              <a:t>f</a:t>
            </a:r>
            <a:r>
              <a:rPr sz="4000" spc="-45" dirty="0">
                <a:latin typeface="Arial"/>
                <a:cs typeface="Arial"/>
              </a:rPr>
              <a:t>ro</a:t>
            </a:r>
            <a:r>
              <a:rPr sz="4000" spc="-35" dirty="0">
                <a:latin typeface="Arial"/>
                <a:cs typeface="Arial"/>
              </a:rPr>
              <a:t>m</a:t>
            </a:r>
            <a:r>
              <a:rPr sz="4000" spc="150" dirty="0">
                <a:latin typeface="Times New Roman"/>
                <a:cs typeface="Times New Roman"/>
              </a:rPr>
              <a:t> </a:t>
            </a:r>
            <a:r>
              <a:rPr sz="4000" spc="-40" dirty="0">
                <a:latin typeface="Arial"/>
                <a:cs typeface="Arial"/>
              </a:rPr>
              <a:t>v</a:t>
            </a:r>
            <a:r>
              <a:rPr sz="4000" spc="-45" dirty="0">
                <a:latin typeface="Arial"/>
                <a:cs typeface="Arial"/>
              </a:rPr>
              <a:t>alu</a:t>
            </a:r>
            <a:r>
              <a:rPr sz="4000" spc="-25" dirty="0">
                <a:latin typeface="Arial"/>
                <a:cs typeface="Arial"/>
              </a:rPr>
              <a:t>e</a:t>
            </a:r>
            <a:r>
              <a:rPr sz="4000" spc="100" dirty="0">
                <a:latin typeface="Times New Roman"/>
                <a:cs typeface="Times New Roman"/>
              </a:rPr>
              <a:t> </a:t>
            </a:r>
            <a:r>
              <a:rPr sz="4000" spc="-35" dirty="0">
                <a:latin typeface="Arial"/>
                <a:cs typeface="Arial"/>
              </a:rPr>
              <a:t>f</a:t>
            </a:r>
            <a:r>
              <a:rPr sz="4000" spc="-50" dirty="0">
                <a:latin typeface="Arial"/>
                <a:cs typeface="Arial"/>
              </a:rPr>
              <a:t>u</a:t>
            </a:r>
            <a:r>
              <a:rPr sz="4000" spc="-55" dirty="0">
                <a:latin typeface="Arial"/>
                <a:cs typeface="Arial"/>
              </a:rPr>
              <a:t>n</a:t>
            </a:r>
            <a:r>
              <a:rPr sz="4000" spc="-30" dirty="0">
                <a:latin typeface="Arial"/>
                <a:cs typeface="Arial"/>
              </a:rPr>
              <a:t>c</a:t>
            </a:r>
            <a:r>
              <a:rPr sz="4000" spc="-35" dirty="0">
                <a:latin typeface="Arial"/>
                <a:cs typeface="Arial"/>
              </a:rPr>
              <a:t>t</a:t>
            </a:r>
            <a:r>
              <a:rPr sz="4000" spc="-45" dirty="0">
                <a:latin typeface="Arial"/>
                <a:cs typeface="Arial"/>
              </a:rPr>
              <a:t>io</a:t>
            </a:r>
            <a:r>
              <a:rPr sz="4000" spc="-25" dirty="0">
                <a:latin typeface="Arial"/>
                <a:cs typeface="Arial"/>
              </a:rPr>
              <a:t>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6524" y="1171468"/>
            <a:ext cx="6400165" cy="154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" indent="-342900">
              <a:lnSpc>
                <a:spcPct val="100000"/>
              </a:lnSpc>
              <a:buFont typeface="Wingdings"/>
              <a:buChar char=""/>
              <a:tabLst>
                <a:tab pos="419734" algn="l"/>
              </a:tabLst>
            </a:pPr>
            <a:r>
              <a:rPr sz="2400" spc="35" dirty="0">
                <a:latin typeface="Book Antiqua"/>
                <a:cs typeface="Book Antiqua"/>
              </a:rPr>
              <a:t>T</a:t>
            </a:r>
            <a:r>
              <a:rPr sz="2400" spc="25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Book Antiqua"/>
                <a:cs typeface="Book Antiqua"/>
              </a:rPr>
              <a:t>a</a:t>
            </a:r>
            <a:r>
              <a:rPr sz="2400" spc="60" dirty="0">
                <a:latin typeface="Book Antiqua"/>
                <a:cs typeface="Book Antiqua"/>
              </a:rPr>
              <a:t>c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5" dirty="0">
                <a:latin typeface="Book Antiqua"/>
                <a:cs typeface="Book Antiqua"/>
              </a:rPr>
              <a:t>io</a:t>
            </a:r>
            <a:r>
              <a:rPr sz="2400" dirty="0">
                <a:latin typeface="Book Antiqua"/>
                <a:cs typeface="Book Antiqua"/>
              </a:rPr>
              <a:t>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Book Antiqua"/>
                <a:cs typeface="Book Antiqua"/>
              </a:rPr>
              <a:t>t</a:t>
            </a:r>
            <a:r>
              <a:rPr sz="2400" spc="85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Book Antiqua"/>
                <a:cs typeface="Book Antiqua"/>
              </a:rPr>
              <a:t>op</a:t>
            </a:r>
            <a:r>
              <a:rPr sz="2400" spc="30" dirty="0">
                <a:latin typeface="Book Antiqua"/>
                <a:cs typeface="Book Antiqua"/>
              </a:rPr>
              <a:t>t</a:t>
            </a:r>
            <a:r>
              <a:rPr sz="2400" spc="-40" dirty="0">
                <a:latin typeface="Book Antiqua"/>
                <a:cs typeface="Book Antiqua"/>
              </a:rPr>
              <a:t>i</a:t>
            </a:r>
            <a:r>
              <a:rPr sz="2400" spc="-35" dirty="0">
                <a:latin typeface="Book Antiqua"/>
                <a:cs typeface="Book Antiqua"/>
              </a:rPr>
              <a:t>m</a:t>
            </a:r>
            <a:r>
              <a:rPr sz="2400" spc="-40" dirty="0">
                <a:latin typeface="Book Antiqua"/>
                <a:cs typeface="Book Antiqua"/>
              </a:rPr>
              <a:t>a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Book Antiqua"/>
                <a:cs typeface="Book Antiqua"/>
              </a:rPr>
              <a:t>po</a:t>
            </a:r>
            <a:r>
              <a:rPr sz="2400" spc="5" dirty="0">
                <a:latin typeface="Book Antiqua"/>
                <a:cs typeface="Book Antiqua"/>
              </a:rPr>
              <a:t>l</a:t>
            </a:r>
            <a:r>
              <a:rPr sz="2400" spc="-65" dirty="0">
                <a:latin typeface="Book Antiqua"/>
                <a:cs typeface="Book Antiqua"/>
              </a:rPr>
              <a:t>i</a:t>
            </a:r>
            <a:r>
              <a:rPr sz="2400" spc="-60" dirty="0">
                <a:latin typeface="Book Antiqua"/>
                <a:cs typeface="Book Antiqua"/>
              </a:rPr>
              <a:t>c</a:t>
            </a:r>
            <a:r>
              <a:rPr sz="2400" dirty="0">
                <a:latin typeface="Book Antiqua"/>
                <a:cs typeface="Book Antiqua"/>
              </a:rPr>
              <a:t>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Book Antiqua"/>
                <a:cs typeface="Book Antiqua"/>
              </a:rPr>
              <a:t>i</a:t>
            </a:r>
            <a:r>
              <a:rPr sz="2400" dirty="0">
                <a:latin typeface="Book Antiqua"/>
                <a:cs typeface="Book Antiqua"/>
              </a:rPr>
              <a:t>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Book Antiqua"/>
                <a:cs typeface="Book Antiqua"/>
              </a:rPr>
              <a:t>o</a:t>
            </a:r>
            <a:r>
              <a:rPr sz="2400" spc="50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e</a:t>
            </a:r>
            <a:endParaRPr sz="2400">
              <a:latin typeface="Book Antiqua"/>
              <a:cs typeface="Book Antiqua"/>
            </a:endParaRPr>
          </a:p>
          <a:p>
            <a:pPr marL="419100">
              <a:lnSpc>
                <a:spcPct val="100000"/>
              </a:lnSpc>
            </a:pP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spc="-10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at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Book Antiqua"/>
                <a:cs typeface="Book Antiqua"/>
              </a:rPr>
              <a:t>m</a:t>
            </a:r>
            <a:r>
              <a:rPr sz="2400" spc="-15" dirty="0">
                <a:latin typeface="Book Antiqua"/>
                <a:cs typeface="Book Antiqua"/>
              </a:rPr>
              <a:t>a</a:t>
            </a:r>
            <a:r>
              <a:rPr sz="2400" spc="-5" dirty="0">
                <a:latin typeface="Book Antiqua"/>
                <a:cs typeface="Book Antiqua"/>
              </a:rPr>
              <a:t>x</a:t>
            </a:r>
            <a:r>
              <a:rPr sz="2400" spc="-15" dirty="0">
                <a:latin typeface="Book Antiqua"/>
                <a:cs typeface="Book Antiqua"/>
              </a:rPr>
              <a:t>i</a:t>
            </a:r>
            <a:r>
              <a:rPr sz="2400" spc="-35" dirty="0">
                <a:latin typeface="Book Antiqua"/>
                <a:cs typeface="Book Antiqua"/>
              </a:rPr>
              <a:t>m</a:t>
            </a:r>
            <a:r>
              <a:rPr sz="2400" spc="-15" dirty="0">
                <a:latin typeface="Book Antiqua"/>
                <a:cs typeface="Book Antiqua"/>
              </a:rPr>
              <a:t>iz</a:t>
            </a:r>
            <a:r>
              <a:rPr sz="2400" spc="-1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th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Book Antiqua"/>
                <a:cs typeface="Book Antiqua"/>
              </a:rPr>
              <a:t>e</a:t>
            </a:r>
            <a:r>
              <a:rPr sz="2400" spc="100" dirty="0">
                <a:latin typeface="Book Antiqua"/>
                <a:cs typeface="Book Antiqua"/>
              </a:rPr>
              <a:t>x</a:t>
            </a:r>
            <a:r>
              <a:rPr sz="2400" spc="110" dirty="0">
                <a:latin typeface="Book Antiqua"/>
                <a:cs typeface="Book Antiqua"/>
              </a:rPr>
              <a:t>p</a:t>
            </a:r>
            <a:r>
              <a:rPr sz="2400" spc="95" dirty="0">
                <a:latin typeface="Book Antiqua"/>
                <a:cs typeface="Book Antiqua"/>
              </a:rPr>
              <a:t>ec</a:t>
            </a:r>
            <a:r>
              <a:rPr sz="2400" spc="90" dirty="0">
                <a:latin typeface="Book Antiqua"/>
                <a:cs typeface="Book Antiqua"/>
              </a:rPr>
              <a:t>t</a:t>
            </a:r>
            <a:r>
              <a:rPr sz="2400" spc="110" dirty="0">
                <a:latin typeface="Book Antiqua"/>
                <a:cs typeface="Book Antiqua"/>
              </a:rPr>
              <a:t>e</a:t>
            </a:r>
            <a:r>
              <a:rPr sz="2400" spc="-15" dirty="0">
                <a:latin typeface="Book Antiqua"/>
                <a:cs typeface="Book Antiqua"/>
              </a:rPr>
              <a:t>d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Book Antiqua"/>
                <a:cs typeface="Book Antiqua"/>
              </a:rPr>
              <a:t>va</a:t>
            </a:r>
            <a:r>
              <a:rPr sz="2400" spc="15" dirty="0">
                <a:latin typeface="Book Antiqua"/>
                <a:cs typeface="Book Antiqua"/>
              </a:rPr>
              <a:t>l</a:t>
            </a:r>
            <a:r>
              <a:rPr sz="2400" spc="25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f</a:t>
            </a:r>
            <a:r>
              <a:rPr sz="2400" spc="-15" dirty="0">
                <a:latin typeface="Book Antiqua"/>
                <a:cs typeface="Book Antiqua"/>
              </a:rPr>
              <a:t>u</a:t>
            </a:r>
            <a:r>
              <a:rPr sz="2400" spc="-20" dirty="0">
                <a:latin typeface="Book Antiqua"/>
                <a:cs typeface="Book Antiqua"/>
              </a:rPr>
              <a:t>n</a:t>
            </a:r>
            <a:r>
              <a:rPr sz="2400" spc="-25" dirty="0">
                <a:latin typeface="Book Antiqua"/>
                <a:cs typeface="Book Antiqua"/>
              </a:rPr>
              <a:t>c</a:t>
            </a:r>
            <a:r>
              <a:rPr sz="2400" spc="-30" dirty="0">
                <a:latin typeface="Book Antiqua"/>
                <a:cs typeface="Book Antiqua"/>
              </a:rPr>
              <a:t>t</a:t>
            </a:r>
            <a:r>
              <a:rPr sz="2400" spc="-10" dirty="0">
                <a:latin typeface="Book Antiqua"/>
                <a:cs typeface="Book Antiqua"/>
              </a:rPr>
              <a:t>ion</a:t>
            </a:r>
            <a:endParaRPr sz="24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3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400" spc="80" dirty="0">
                <a:latin typeface="Book Antiqua"/>
                <a:cs typeface="Book Antiqua"/>
              </a:rPr>
              <a:t>F</a:t>
            </a:r>
            <a:r>
              <a:rPr sz="2400" spc="4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0" dirty="0">
                <a:latin typeface="Book Antiqua"/>
                <a:cs typeface="Book Antiqua"/>
              </a:rPr>
              <a:t>s</a:t>
            </a:r>
            <a:r>
              <a:rPr sz="2400" spc="15" dirty="0">
                <a:latin typeface="Book Antiqua"/>
                <a:cs typeface="Book Antiqua"/>
              </a:rPr>
              <a:t>t</a:t>
            </a:r>
            <a:r>
              <a:rPr sz="2400" spc="25" dirty="0">
                <a:latin typeface="Book Antiqua"/>
                <a:cs typeface="Book Antiqua"/>
              </a:rPr>
              <a:t>a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(</a:t>
            </a:r>
            <a:r>
              <a:rPr sz="2400" spc="45" dirty="0">
                <a:latin typeface="Book Antiqua"/>
                <a:cs typeface="Book Antiqua"/>
              </a:rPr>
              <a:t>1,1</a:t>
            </a:r>
            <a:r>
              <a:rPr sz="2400" dirty="0">
                <a:latin typeface="Book Antiqua"/>
                <a:cs typeface="Book Antiqua"/>
              </a:rPr>
              <a:t>)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5017" y="5740416"/>
            <a:ext cx="1850389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400" spc="-114" dirty="0">
                <a:latin typeface="Book Antiqua"/>
                <a:cs typeface="Book Antiqua"/>
              </a:rPr>
              <a:t>I</a:t>
            </a:r>
            <a:r>
              <a:rPr sz="2400" spc="-15" dirty="0">
                <a:latin typeface="Book Antiqua"/>
                <a:cs typeface="Book Antiqua"/>
              </a:rPr>
              <a:t>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210" dirty="0">
                <a:latin typeface="Book Antiqua"/>
                <a:cs typeface="Book Antiqua"/>
              </a:rPr>
              <a:t>g</a:t>
            </a:r>
            <a:r>
              <a:rPr sz="2400" spc="170" dirty="0">
                <a:latin typeface="Book Antiqua"/>
                <a:cs typeface="Book Antiqua"/>
              </a:rPr>
              <a:t>e</a:t>
            </a:r>
            <a:r>
              <a:rPr sz="2400" spc="100" dirty="0">
                <a:latin typeface="Book Antiqua"/>
                <a:cs typeface="Book Antiqua"/>
              </a:rPr>
              <a:t>n</a:t>
            </a:r>
            <a:r>
              <a:rPr sz="2400" spc="85" dirty="0">
                <a:latin typeface="Book Antiqua"/>
                <a:cs typeface="Book Antiqua"/>
              </a:rPr>
              <a:t>e</a:t>
            </a:r>
            <a:r>
              <a:rPr sz="2400" dirty="0">
                <a:latin typeface="Book Antiqua"/>
                <a:cs typeface="Book Antiqua"/>
              </a:rPr>
              <a:t>ral: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220321" y="1110986"/>
            <a:ext cx="2177796" cy="16438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9548" y="3094482"/>
            <a:ext cx="7775691" cy="13698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67383" y="5595277"/>
            <a:ext cx="5181721" cy="6694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46</a:t>
            </a:fld>
            <a:endParaRPr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3208" y="6720593"/>
            <a:ext cx="14490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solidFill>
                  <a:srgbClr val="868686"/>
                </a:solidFill>
                <a:latin typeface="Arial"/>
                <a:cs typeface="Arial"/>
              </a:rPr>
              <a:t>C</a:t>
            </a:r>
            <a:r>
              <a:rPr sz="1200" dirty="0">
                <a:solidFill>
                  <a:srgbClr val="868686"/>
                </a:solidFill>
                <a:latin typeface="Arial"/>
                <a:cs typeface="Arial"/>
              </a:rPr>
              <a:t>PSC</a:t>
            </a:r>
            <a:r>
              <a:rPr sz="1200" spc="-5" dirty="0">
                <a:solidFill>
                  <a:srgbClr val="86868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68686"/>
                </a:solidFill>
                <a:latin typeface="Arial"/>
                <a:cs typeface="Arial"/>
              </a:rPr>
              <a:t>422</a:t>
            </a:r>
            <a:r>
              <a:rPr sz="1200" spc="-5" dirty="0">
                <a:solidFill>
                  <a:srgbClr val="868686"/>
                </a:solidFill>
                <a:latin typeface="Arial"/>
                <a:cs typeface="Arial"/>
              </a:rPr>
              <a:t>,</a:t>
            </a:r>
            <a:r>
              <a:rPr sz="1200" spc="-25" dirty="0">
                <a:solidFill>
                  <a:srgbClr val="86868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68686"/>
                </a:solidFill>
                <a:latin typeface="Arial"/>
                <a:cs typeface="Arial"/>
              </a:rPr>
              <a:t>L</a:t>
            </a:r>
            <a:r>
              <a:rPr sz="1200" spc="5" dirty="0">
                <a:solidFill>
                  <a:srgbClr val="868686"/>
                </a:solidFill>
                <a:latin typeface="Arial"/>
                <a:cs typeface="Arial"/>
              </a:rPr>
              <a:t>e</a:t>
            </a:r>
            <a:r>
              <a:rPr sz="1200" spc="-5" dirty="0">
                <a:solidFill>
                  <a:srgbClr val="868686"/>
                </a:solidFill>
                <a:latin typeface="Arial"/>
                <a:cs typeface="Arial"/>
              </a:rPr>
              <a:t>ctur</a:t>
            </a:r>
            <a:r>
              <a:rPr sz="1200" dirty="0">
                <a:solidFill>
                  <a:srgbClr val="868686"/>
                </a:solidFill>
                <a:latin typeface="Arial"/>
                <a:cs typeface="Arial"/>
              </a:rPr>
              <a:t>e</a:t>
            </a:r>
            <a:r>
              <a:rPr sz="1200" spc="-45" dirty="0">
                <a:solidFill>
                  <a:srgbClr val="86868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68686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42482" y="6715774"/>
            <a:ext cx="48704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868686"/>
                </a:solidFill>
                <a:latin typeface="Arial"/>
                <a:cs typeface="Arial"/>
              </a:rPr>
              <a:t>S</a:t>
            </a:r>
            <a:r>
              <a:rPr sz="1200" spc="-5" dirty="0">
                <a:solidFill>
                  <a:srgbClr val="868686"/>
                </a:solidFill>
                <a:latin typeface="Arial"/>
                <a:cs typeface="Arial"/>
              </a:rPr>
              <a:t>li</a:t>
            </a:r>
            <a:r>
              <a:rPr sz="1200" dirty="0">
                <a:solidFill>
                  <a:srgbClr val="868686"/>
                </a:solidFill>
                <a:latin typeface="Arial"/>
                <a:cs typeface="Arial"/>
              </a:rPr>
              <a:t>de</a:t>
            </a:r>
            <a:r>
              <a:rPr sz="1200" spc="-10" dirty="0">
                <a:solidFill>
                  <a:srgbClr val="86868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68686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086229" y="2865231"/>
          <a:ext cx="2705586" cy="17757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1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88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02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DABAB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58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983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49297" y="3274224"/>
            <a:ext cx="164846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</a:t>
            </a:r>
            <a:r>
              <a:rPr sz="1400" dirty="0">
                <a:latin typeface="Arial"/>
                <a:cs typeface="Arial"/>
              </a:rPr>
              <a:t>.Gi</a:t>
            </a:r>
            <a:r>
              <a:rPr sz="1400" spc="-45" dirty="0">
                <a:latin typeface="Arial"/>
                <a:cs typeface="Arial"/>
              </a:rPr>
              <a:t>v</a:t>
            </a:r>
            <a:r>
              <a:rPr sz="1400" spc="-5" dirty="0">
                <a:latin typeface="Arial"/>
                <a:cs typeface="Arial"/>
              </a:rPr>
              <a:t>e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Arial"/>
                <a:cs typeface="Arial"/>
              </a:rPr>
              <a:t>en</a:t>
            </a:r>
            <a:r>
              <a:rPr sz="1400" spc="-45" dirty="0">
                <a:latin typeface="Arial"/>
                <a:cs typeface="Arial"/>
              </a:rPr>
              <a:t>v</a:t>
            </a:r>
            <a:r>
              <a:rPr sz="1400" dirty="0">
                <a:latin typeface="Arial"/>
                <a:cs typeface="Arial"/>
              </a:rPr>
              <a:t>iro</a:t>
            </a:r>
            <a:r>
              <a:rPr sz="1400" spc="-15" dirty="0">
                <a:latin typeface="Arial"/>
                <a:cs typeface="Arial"/>
              </a:rPr>
              <a:t>n</a:t>
            </a:r>
            <a:r>
              <a:rPr sz="1400" spc="-20" dirty="0">
                <a:latin typeface="Arial"/>
                <a:cs typeface="Arial"/>
              </a:rPr>
              <a:t>m</a:t>
            </a:r>
            <a:r>
              <a:rPr sz="1400" spc="-5" dirty="0">
                <a:latin typeface="Arial"/>
                <a:cs typeface="Arial"/>
              </a:rPr>
              <a:t>e</a:t>
            </a:r>
            <a:r>
              <a:rPr sz="1400" spc="-15" dirty="0">
                <a:latin typeface="Arial"/>
                <a:cs typeface="Arial"/>
              </a:rPr>
              <a:t>n</a:t>
            </a:r>
            <a:r>
              <a:rPr sz="1400" dirty="0">
                <a:latin typeface="Arial"/>
                <a:cs typeface="Arial"/>
              </a:rPr>
              <a:t>t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00874" y="3274224"/>
            <a:ext cx="1942464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2</a:t>
            </a:r>
            <a:r>
              <a:rPr sz="1400" spc="5" dirty="0">
                <a:latin typeface="Arial"/>
                <a:cs typeface="Arial"/>
              </a:rPr>
              <a:t>.</a:t>
            </a:r>
            <a:r>
              <a:rPr sz="1400" spc="-20" dirty="0">
                <a:latin typeface="Arial"/>
                <a:cs typeface="Arial"/>
              </a:rPr>
              <a:t>C</a:t>
            </a:r>
            <a:r>
              <a:rPr sz="1400" spc="-5" dirty="0">
                <a:latin typeface="Arial"/>
                <a:cs typeface="Arial"/>
              </a:rPr>
              <a:t>a</a:t>
            </a:r>
            <a:r>
              <a:rPr sz="1400" dirty="0">
                <a:latin typeface="Arial"/>
                <a:cs typeface="Arial"/>
              </a:rPr>
              <a:t>l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spc="-5" dirty="0">
                <a:latin typeface="Arial"/>
                <a:cs typeface="Arial"/>
              </a:rPr>
              <a:t>u</a:t>
            </a:r>
            <a:r>
              <a:rPr sz="1400" spc="-15" dirty="0">
                <a:latin typeface="Arial"/>
                <a:cs typeface="Arial"/>
              </a:rPr>
              <a:t>la</a:t>
            </a:r>
            <a:r>
              <a:rPr sz="1400" spc="5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Arial"/>
                <a:cs typeface="Arial"/>
              </a:rPr>
              <a:t>S</a:t>
            </a:r>
            <a:r>
              <a:rPr sz="1400" spc="5" dirty="0">
                <a:latin typeface="Arial"/>
                <a:cs typeface="Arial"/>
              </a:rPr>
              <a:t>t</a:t>
            </a:r>
            <a:r>
              <a:rPr sz="1400" spc="-5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10" dirty="0">
                <a:latin typeface="Arial"/>
                <a:cs typeface="Arial"/>
              </a:rPr>
              <a:t>V</a:t>
            </a:r>
            <a:r>
              <a:rPr sz="1400" spc="-5" dirty="0">
                <a:latin typeface="Arial"/>
                <a:cs typeface="Arial"/>
              </a:rPr>
              <a:t>alues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03454" y="4805421"/>
            <a:ext cx="69850" cy="76200"/>
          </a:xfrm>
          <a:custGeom>
            <a:avLst/>
            <a:gdLst/>
            <a:ahLst/>
            <a:cxnLst/>
            <a:rect l="l" t="t" r="r" b="b"/>
            <a:pathLst>
              <a:path w="69850" h="76200">
                <a:moveTo>
                  <a:pt x="33406" y="0"/>
                </a:moveTo>
                <a:lnTo>
                  <a:pt x="0" y="0"/>
                </a:lnTo>
                <a:lnTo>
                  <a:pt x="38099" y="76199"/>
                </a:lnTo>
                <a:lnTo>
                  <a:pt x="69829" y="12704"/>
                </a:lnTo>
                <a:lnTo>
                  <a:pt x="33406" y="12704"/>
                </a:lnTo>
                <a:lnTo>
                  <a:pt x="334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41622" y="4694432"/>
            <a:ext cx="0" cy="123825"/>
          </a:xfrm>
          <a:custGeom>
            <a:avLst/>
            <a:gdLst/>
            <a:ahLst/>
            <a:cxnLst/>
            <a:rect l="l" t="t" r="r" b="b"/>
            <a:pathLst>
              <a:path h="123825">
                <a:moveTo>
                  <a:pt x="0" y="0"/>
                </a:moveTo>
                <a:lnTo>
                  <a:pt x="0" y="123693"/>
                </a:lnTo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46369" y="4805421"/>
            <a:ext cx="33655" cy="12700"/>
          </a:xfrm>
          <a:custGeom>
            <a:avLst/>
            <a:gdLst/>
            <a:ahLst/>
            <a:cxnLst/>
            <a:rect l="l" t="t" r="r" b="b"/>
            <a:pathLst>
              <a:path w="33654" h="12700">
                <a:moveTo>
                  <a:pt x="33284" y="0"/>
                </a:moveTo>
                <a:lnTo>
                  <a:pt x="0" y="0"/>
                </a:lnTo>
                <a:lnTo>
                  <a:pt x="0" y="12704"/>
                </a:lnTo>
                <a:lnTo>
                  <a:pt x="26913" y="12704"/>
                </a:lnTo>
                <a:lnTo>
                  <a:pt x="33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68680" y="4360164"/>
            <a:ext cx="69850" cy="76200"/>
          </a:xfrm>
          <a:custGeom>
            <a:avLst/>
            <a:gdLst/>
            <a:ahLst/>
            <a:cxnLst/>
            <a:rect l="l" t="t" r="r" b="b"/>
            <a:pathLst>
              <a:path w="69850" h="76200">
                <a:moveTo>
                  <a:pt x="33406" y="0"/>
                </a:moveTo>
                <a:lnTo>
                  <a:pt x="0" y="0"/>
                </a:lnTo>
                <a:lnTo>
                  <a:pt x="38099" y="76199"/>
                </a:lnTo>
                <a:lnTo>
                  <a:pt x="69860" y="12704"/>
                </a:lnTo>
                <a:lnTo>
                  <a:pt x="33406" y="12704"/>
                </a:lnTo>
                <a:lnTo>
                  <a:pt x="334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06848" y="4249162"/>
            <a:ext cx="0" cy="123825"/>
          </a:xfrm>
          <a:custGeom>
            <a:avLst/>
            <a:gdLst/>
            <a:ahLst/>
            <a:cxnLst/>
            <a:rect l="l" t="t" r="r" b="b"/>
            <a:pathLst>
              <a:path h="123825">
                <a:moveTo>
                  <a:pt x="0" y="0"/>
                </a:moveTo>
                <a:lnTo>
                  <a:pt x="0" y="123705"/>
                </a:lnTo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11596" y="4360164"/>
            <a:ext cx="33655" cy="12700"/>
          </a:xfrm>
          <a:custGeom>
            <a:avLst/>
            <a:gdLst/>
            <a:ahLst/>
            <a:cxnLst/>
            <a:rect l="l" t="t" r="r" b="b"/>
            <a:pathLst>
              <a:path w="33654" h="12700">
                <a:moveTo>
                  <a:pt x="33284" y="0"/>
                </a:moveTo>
                <a:lnTo>
                  <a:pt x="0" y="0"/>
                </a:lnTo>
                <a:lnTo>
                  <a:pt x="0" y="12704"/>
                </a:lnTo>
                <a:lnTo>
                  <a:pt x="26944" y="12704"/>
                </a:lnTo>
                <a:lnTo>
                  <a:pt x="33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84285" y="3943861"/>
            <a:ext cx="69850" cy="76200"/>
          </a:xfrm>
          <a:custGeom>
            <a:avLst/>
            <a:gdLst/>
            <a:ahLst/>
            <a:cxnLst/>
            <a:rect l="l" t="t" r="r" b="b"/>
            <a:pathLst>
              <a:path w="69850" h="76200">
                <a:moveTo>
                  <a:pt x="33406" y="0"/>
                </a:moveTo>
                <a:lnTo>
                  <a:pt x="0" y="0"/>
                </a:lnTo>
                <a:lnTo>
                  <a:pt x="38099" y="76199"/>
                </a:lnTo>
                <a:lnTo>
                  <a:pt x="69860" y="12691"/>
                </a:lnTo>
                <a:lnTo>
                  <a:pt x="33406" y="12691"/>
                </a:lnTo>
                <a:lnTo>
                  <a:pt x="334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22454" y="3832860"/>
            <a:ext cx="0" cy="123825"/>
          </a:xfrm>
          <a:custGeom>
            <a:avLst/>
            <a:gdLst/>
            <a:ahLst/>
            <a:cxnLst/>
            <a:rect l="l" t="t" r="r" b="b"/>
            <a:pathLst>
              <a:path h="123825">
                <a:moveTo>
                  <a:pt x="0" y="0"/>
                </a:moveTo>
                <a:lnTo>
                  <a:pt x="0" y="123693"/>
                </a:lnTo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27231" y="3943861"/>
            <a:ext cx="33655" cy="12700"/>
          </a:xfrm>
          <a:custGeom>
            <a:avLst/>
            <a:gdLst/>
            <a:ahLst/>
            <a:cxnLst/>
            <a:rect l="l" t="t" r="r" b="b"/>
            <a:pathLst>
              <a:path w="33654" h="12700">
                <a:moveTo>
                  <a:pt x="33253" y="0"/>
                </a:moveTo>
                <a:lnTo>
                  <a:pt x="0" y="0"/>
                </a:lnTo>
                <a:lnTo>
                  <a:pt x="0" y="12691"/>
                </a:lnTo>
                <a:lnTo>
                  <a:pt x="26913" y="12691"/>
                </a:lnTo>
                <a:lnTo>
                  <a:pt x="332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11957" y="4381749"/>
            <a:ext cx="69850" cy="76200"/>
          </a:xfrm>
          <a:custGeom>
            <a:avLst/>
            <a:gdLst/>
            <a:ahLst/>
            <a:cxnLst/>
            <a:rect l="l" t="t" r="r" b="b"/>
            <a:pathLst>
              <a:path w="69850" h="76200">
                <a:moveTo>
                  <a:pt x="33284" y="0"/>
                </a:moveTo>
                <a:lnTo>
                  <a:pt x="0" y="0"/>
                </a:lnTo>
                <a:lnTo>
                  <a:pt x="38099" y="76199"/>
                </a:lnTo>
                <a:lnTo>
                  <a:pt x="69860" y="12704"/>
                </a:lnTo>
                <a:lnTo>
                  <a:pt x="33284" y="12704"/>
                </a:lnTo>
                <a:lnTo>
                  <a:pt x="33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50004" y="4270760"/>
            <a:ext cx="0" cy="123825"/>
          </a:xfrm>
          <a:custGeom>
            <a:avLst/>
            <a:gdLst/>
            <a:ahLst/>
            <a:cxnLst/>
            <a:rect l="l" t="t" r="r" b="b"/>
            <a:pathLst>
              <a:path h="123825">
                <a:moveTo>
                  <a:pt x="0" y="0"/>
                </a:moveTo>
                <a:lnTo>
                  <a:pt x="0" y="123693"/>
                </a:lnTo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254751" y="4381749"/>
            <a:ext cx="33655" cy="12700"/>
          </a:xfrm>
          <a:custGeom>
            <a:avLst/>
            <a:gdLst/>
            <a:ahLst/>
            <a:cxnLst/>
            <a:rect l="l" t="t" r="r" b="b"/>
            <a:pathLst>
              <a:path w="33654" h="12700">
                <a:moveTo>
                  <a:pt x="33406" y="0"/>
                </a:moveTo>
                <a:lnTo>
                  <a:pt x="0" y="0"/>
                </a:lnTo>
                <a:lnTo>
                  <a:pt x="0" y="12704"/>
                </a:lnTo>
                <a:lnTo>
                  <a:pt x="27066" y="12704"/>
                </a:lnTo>
                <a:lnTo>
                  <a:pt x="334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347722" y="5788247"/>
            <a:ext cx="1837689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3</a:t>
            </a:r>
            <a:r>
              <a:rPr sz="1400" spc="5" dirty="0">
                <a:latin typeface="Arial"/>
                <a:cs typeface="Arial"/>
              </a:rPr>
              <a:t>.</a:t>
            </a:r>
            <a:r>
              <a:rPr sz="1400" spc="-5" dirty="0">
                <a:latin typeface="Arial"/>
                <a:cs typeface="Arial"/>
              </a:rPr>
              <a:t>E</a:t>
            </a:r>
            <a:r>
              <a:rPr sz="1400" spc="-45" dirty="0">
                <a:latin typeface="Arial"/>
                <a:cs typeface="Arial"/>
              </a:rPr>
              <a:t>x</a:t>
            </a:r>
            <a:r>
              <a:rPr sz="1400" dirty="0">
                <a:latin typeface="Arial"/>
                <a:cs typeface="Arial"/>
              </a:rPr>
              <a:t>tract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Arial"/>
                <a:cs typeface="Arial"/>
              </a:rPr>
              <a:t>op</a:t>
            </a:r>
            <a:r>
              <a:rPr sz="1400" spc="5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i</a:t>
            </a:r>
            <a:r>
              <a:rPr sz="1400" spc="-20" dirty="0">
                <a:latin typeface="Arial"/>
                <a:cs typeface="Arial"/>
              </a:rPr>
              <a:t>m</a:t>
            </a:r>
            <a:r>
              <a:rPr sz="1400" spc="-5" dirty="0">
                <a:latin typeface="Arial"/>
                <a:cs typeface="Arial"/>
              </a:rPr>
              <a:t>a</a:t>
            </a:r>
            <a:r>
              <a:rPr sz="1400" dirty="0">
                <a:latin typeface="Arial"/>
                <a:cs typeface="Arial"/>
              </a:rPr>
              <a:t>l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Arial"/>
                <a:cs typeface="Arial"/>
              </a:rPr>
              <a:t>pol</a:t>
            </a:r>
            <a:r>
              <a:rPr sz="1400" dirty="0">
                <a:latin typeface="Arial"/>
                <a:cs typeface="Arial"/>
              </a:rPr>
              <a:t>i</a:t>
            </a:r>
            <a:r>
              <a:rPr sz="1400" spc="5" dirty="0">
                <a:latin typeface="Arial"/>
                <a:cs typeface="Arial"/>
              </a:rPr>
              <a:t>cy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36352" y="4181295"/>
            <a:ext cx="902335" cy="444500"/>
          </a:xfrm>
          <a:custGeom>
            <a:avLst/>
            <a:gdLst/>
            <a:ahLst/>
            <a:cxnLst/>
            <a:rect l="l" t="t" r="r" b="b"/>
            <a:pathLst>
              <a:path w="902334" h="444500">
                <a:moveTo>
                  <a:pt x="0" y="443913"/>
                </a:moveTo>
                <a:lnTo>
                  <a:pt x="901875" y="443913"/>
                </a:lnTo>
                <a:lnTo>
                  <a:pt x="901875" y="0"/>
                </a:lnTo>
                <a:lnTo>
                  <a:pt x="0" y="0"/>
                </a:lnTo>
                <a:lnTo>
                  <a:pt x="0" y="443913"/>
                </a:lnTo>
                <a:close/>
              </a:path>
            </a:pathLst>
          </a:custGeom>
          <a:solidFill>
            <a:srgbClr val="ADAB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936352" y="3730995"/>
            <a:ext cx="0" cy="1788795"/>
          </a:xfrm>
          <a:custGeom>
            <a:avLst/>
            <a:gdLst/>
            <a:ahLst/>
            <a:cxnLst/>
            <a:rect l="l" t="t" r="r" b="b"/>
            <a:pathLst>
              <a:path h="1788795">
                <a:moveTo>
                  <a:pt x="0" y="0"/>
                </a:moveTo>
                <a:lnTo>
                  <a:pt x="0" y="17884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38193" y="3730995"/>
            <a:ext cx="0" cy="1788795"/>
          </a:xfrm>
          <a:custGeom>
            <a:avLst/>
            <a:gdLst/>
            <a:ahLst/>
            <a:cxnLst/>
            <a:rect l="l" t="t" r="r" b="b"/>
            <a:pathLst>
              <a:path h="1788795">
                <a:moveTo>
                  <a:pt x="0" y="0"/>
                </a:moveTo>
                <a:lnTo>
                  <a:pt x="0" y="17884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28169" y="4181344"/>
            <a:ext cx="2718435" cy="0"/>
          </a:xfrm>
          <a:custGeom>
            <a:avLst/>
            <a:gdLst/>
            <a:ahLst/>
            <a:cxnLst/>
            <a:rect l="l" t="t" r="r" b="b"/>
            <a:pathLst>
              <a:path w="2718434">
                <a:moveTo>
                  <a:pt x="0" y="0"/>
                </a:moveTo>
                <a:lnTo>
                  <a:pt x="271832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28169" y="4625209"/>
            <a:ext cx="2718435" cy="0"/>
          </a:xfrm>
          <a:custGeom>
            <a:avLst/>
            <a:gdLst/>
            <a:ahLst/>
            <a:cxnLst/>
            <a:rect l="l" t="t" r="r" b="b"/>
            <a:pathLst>
              <a:path w="2718434">
                <a:moveTo>
                  <a:pt x="0" y="0"/>
                </a:moveTo>
                <a:lnTo>
                  <a:pt x="271832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28169" y="5069204"/>
            <a:ext cx="2718435" cy="0"/>
          </a:xfrm>
          <a:custGeom>
            <a:avLst/>
            <a:gdLst/>
            <a:ahLst/>
            <a:cxnLst/>
            <a:rect l="l" t="t" r="r" b="b"/>
            <a:pathLst>
              <a:path w="2718434">
                <a:moveTo>
                  <a:pt x="0" y="0"/>
                </a:moveTo>
                <a:lnTo>
                  <a:pt x="271832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34540" y="3730995"/>
            <a:ext cx="0" cy="1788795"/>
          </a:xfrm>
          <a:custGeom>
            <a:avLst/>
            <a:gdLst/>
            <a:ahLst/>
            <a:cxnLst/>
            <a:rect l="l" t="t" r="r" b="b"/>
            <a:pathLst>
              <a:path h="1788795">
                <a:moveTo>
                  <a:pt x="0" y="0"/>
                </a:moveTo>
                <a:lnTo>
                  <a:pt x="0" y="17884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740127" y="3730995"/>
            <a:ext cx="0" cy="1788795"/>
          </a:xfrm>
          <a:custGeom>
            <a:avLst/>
            <a:gdLst/>
            <a:ahLst/>
            <a:cxnLst/>
            <a:rect l="l" t="t" r="r" b="b"/>
            <a:pathLst>
              <a:path h="1788795">
                <a:moveTo>
                  <a:pt x="0" y="0"/>
                </a:moveTo>
                <a:lnTo>
                  <a:pt x="0" y="17884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028169" y="3737366"/>
            <a:ext cx="2718435" cy="0"/>
          </a:xfrm>
          <a:custGeom>
            <a:avLst/>
            <a:gdLst/>
            <a:ahLst/>
            <a:cxnLst/>
            <a:rect l="l" t="t" r="r" b="b"/>
            <a:pathLst>
              <a:path w="2718434">
                <a:moveTo>
                  <a:pt x="0" y="0"/>
                </a:moveTo>
                <a:lnTo>
                  <a:pt x="271832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028169" y="5513070"/>
            <a:ext cx="2718435" cy="0"/>
          </a:xfrm>
          <a:custGeom>
            <a:avLst/>
            <a:gdLst/>
            <a:ahLst/>
            <a:cxnLst/>
            <a:rect l="l" t="t" r="r" b="b"/>
            <a:pathLst>
              <a:path w="2718434">
                <a:moveTo>
                  <a:pt x="0" y="0"/>
                </a:moveTo>
                <a:lnTo>
                  <a:pt x="271832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198998" y="3814991"/>
            <a:ext cx="18415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-2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77662" y="5147221"/>
            <a:ext cx="22796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+2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377683" y="5242559"/>
            <a:ext cx="1808987" cy="1097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420751" y="5277611"/>
            <a:ext cx="1723389" cy="0"/>
          </a:xfrm>
          <a:custGeom>
            <a:avLst/>
            <a:gdLst/>
            <a:ahLst/>
            <a:cxnLst/>
            <a:rect l="l" t="t" r="r" b="b"/>
            <a:pathLst>
              <a:path w="1723390">
                <a:moveTo>
                  <a:pt x="0" y="0"/>
                </a:moveTo>
                <a:lnTo>
                  <a:pt x="1723247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377683" y="3902965"/>
            <a:ext cx="1808987" cy="111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420751" y="3938397"/>
            <a:ext cx="1723389" cy="0"/>
          </a:xfrm>
          <a:custGeom>
            <a:avLst/>
            <a:gdLst/>
            <a:ahLst/>
            <a:cxnLst/>
            <a:rect l="l" t="t" r="r" b="b"/>
            <a:pathLst>
              <a:path w="1723390">
                <a:moveTo>
                  <a:pt x="1723247" y="0"/>
                </a:moveTo>
                <a:lnTo>
                  <a:pt x="0" y="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365492" y="3915155"/>
            <a:ext cx="111250" cy="14249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420751" y="3938397"/>
            <a:ext cx="0" cy="1339215"/>
          </a:xfrm>
          <a:custGeom>
            <a:avLst/>
            <a:gdLst/>
            <a:ahLst/>
            <a:cxnLst/>
            <a:rect l="l" t="t" r="r" b="b"/>
            <a:pathLst>
              <a:path h="1339214">
                <a:moveTo>
                  <a:pt x="0" y="0"/>
                </a:moveTo>
                <a:lnTo>
                  <a:pt x="0" y="1339214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674108" y="5670279"/>
            <a:ext cx="141922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</a:t>
            </a:r>
            <a:r>
              <a:rPr sz="1400" spc="5" dirty="0">
                <a:latin typeface="Arial"/>
                <a:cs typeface="Arial"/>
              </a:rPr>
              <a:t>.</a:t>
            </a:r>
            <a:r>
              <a:rPr sz="1400" spc="-5" dirty="0">
                <a:latin typeface="Arial"/>
                <a:cs typeface="Arial"/>
              </a:rPr>
              <a:t>E</a:t>
            </a:r>
            <a:r>
              <a:rPr sz="1400" spc="-45" dirty="0">
                <a:latin typeface="Arial"/>
                <a:cs typeface="Arial"/>
              </a:rPr>
              <a:t>x</a:t>
            </a:r>
            <a:r>
              <a:rPr sz="1400" spc="-5" dirty="0">
                <a:latin typeface="Arial"/>
                <a:cs typeface="Arial"/>
              </a:rPr>
              <a:t>e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spc="-5" dirty="0">
                <a:latin typeface="Arial"/>
                <a:cs typeface="Arial"/>
              </a:rPr>
              <a:t>u</a:t>
            </a:r>
            <a:r>
              <a:rPr sz="1400" spc="5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ct</a:t>
            </a:r>
            <a:r>
              <a:rPr sz="1400" spc="-5" dirty="0">
                <a:latin typeface="Arial"/>
                <a:cs typeface="Arial"/>
              </a:rPr>
              <a:t>io</a:t>
            </a:r>
            <a:r>
              <a:rPr sz="1400" spc="-15" dirty="0">
                <a:latin typeface="Arial"/>
                <a:cs typeface="Arial"/>
              </a:rPr>
              <a:t>n</a:t>
            </a:r>
            <a:r>
              <a:rPr sz="1400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49474" y="382010"/>
            <a:ext cx="517906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360" dirty="0">
                <a:latin typeface="Arial"/>
                <a:cs typeface="Arial"/>
              </a:rPr>
              <a:t>V</a:t>
            </a:r>
            <a:r>
              <a:rPr sz="4000" spc="-55" dirty="0">
                <a:latin typeface="Arial"/>
                <a:cs typeface="Arial"/>
              </a:rPr>
              <a:t>a</a:t>
            </a:r>
            <a:r>
              <a:rPr sz="4000" spc="-25" dirty="0">
                <a:latin typeface="Arial"/>
                <a:cs typeface="Arial"/>
              </a:rPr>
              <a:t>l</a:t>
            </a:r>
            <a:r>
              <a:rPr sz="4000" spc="-55" dirty="0">
                <a:latin typeface="Arial"/>
                <a:cs typeface="Arial"/>
              </a:rPr>
              <a:t>u</a:t>
            </a:r>
            <a:r>
              <a:rPr sz="4000" spc="-25" dirty="0">
                <a:latin typeface="Arial"/>
                <a:cs typeface="Arial"/>
              </a:rPr>
              <a:t>e</a:t>
            </a:r>
            <a:r>
              <a:rPr sz="4000" spc="9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Arial"/>
                <a:cs typeface="Arial"/>
              </a:rPr>
              <a:t>It</a:t>
            </a:r>
            <a:r>
              <a:rPr sz="4000" spc="-55" dirty="0">
                <a:latin typeface="Arial"/>
                <a:cs typeface="Arial"/>
              </a:rPr>
              <a:t>e</a:t>
            </a:r>
            <a:r>
              <a:rPr sz="4000" spc="-40" dirty="0">
                <a:latin typeface="Arial"/>
                <a:cs typeface="Arial"/>
              </a:rPr>
              <a:t>r</a:t>
            </a:r>
            <a:r>
              <a:rPr sz="4000" spc="-55" dirty="0">
                <a:latin typeface="Arial"/>
                <a:cs typeface="Arial"/>
              </a:rPr>
              <a:t>a</a:t>
            </a:r>
            <a:r>
              <a:rPr sz="4000" spc="-35" dirty="0">
                <a:latin typeface="Arial"/>
                <a:cs typeface="Arial"/>
              </a:rPr>
              <a:t>t</a:t>
            </a:r>
            <a:r>
              <a:rPr sz="4000" spc="-25" dirty="0">
                <a:latin typeface="Arial"/>
                <a:cs typeface="Arial"/>
              </a:rPr>
              <a:t>i</a:t>
            </a:r>
            <a:r>
              <a:rPr sz="4000" spc="-55" dirty="0">
                <a:latin typeface="Arial"/>
                <a:cs typeface="Arial"/>
              </a:rPr>
              <a:t>o</a:t>
            </a:r>
            <a:r>
              <a:rPr sz="4000" spc="-25" dirty="0">
                <a:latin typeface="Arial"/>
                <a:cs typeface="Arial"/>
              </a:rPr>
              <a:t>n</a:t>
            </a:r>
            <a:r>
              <a:rPr sz="4000" spc="95" dirty="0">
                <a:latin typeface="Times New Roman"/>
                <a:cs typeface="Times New Roman"/>
              </a:rPr>
              <a:t> </a:t>
            </a:r>
            <a:r>
              <a:rPr sz="4000" spc="-60" dirty="0">
                <a:latin typeface="Arial"/>
                <a:cs typeface="Arial"/>
              </a:rPr>
              <a:t>P</a:t>
            </a:r>
            <a:r>
              <a:rPr sz="4000" spc="-40" dirty="0">
                <a:latin typeface="Arial"/>
                <a:cs typeface="Arial"/>
              </a:rPr>
              <a:t>r</a:t>
            </a:r>
            <a:r>
              <a:rPr sz="4000" spc="-55" dirty="0">
                <a:latin typeface="Arial"/>
                <a:cs typeface="Arial"/>
              </a:rPr>
              <a:t>o</a:t>
            </a:r>
            <a:r>
              <a:rPr sz="4000" spc="-40" dirty="0">
                <a:latin typeface="Arial"/>
                <a:cs typeface="Arial"/>
              </a:rPr>
              <a:t>c</a:t>
            </a:r>
            <a:r>
              <a:rPr sz="4000" spc="-55" dirty="0">
                <a:latin typeface="Arial"/>
                <a:cs typeface="Arial"/>
              </a:rPr>
              <a:t>e</a:t>
            </a:r>
            <a:r>
              <a:rPr sz="4000" spc="-40" dirty="0">
                <a:latin typeface="Arial"/>
                <a:cs typeface="Arial"/>
              </a:rPr>
              <a:t>s</a:t>
            </a:r>
            <a:r>
              <a:rPr sz="4000" spc="-20" dirty="0">
                <a:latin typeface="Arial"/>
                <a:cs typeface="Arial"/>
              </a:rPr>
              <a:t>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47</a:t>
            </a:fld>
            <a:endParaRPr dirty="0">
              <a:latin typeface="Arial"/>
              <a:cs typeface="Arial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7084700" y="1289934"/>
          <a:ext cx="2705617" cy="1775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1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880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971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0.6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DABAB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0.5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80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849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2995798" y="1289934"/>
          <a:ext cx="2705626" cy="1775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880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971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DABAB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80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849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2996941" y="3638296"/>
          <a:ext cx="2705733" cy="19984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1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endParaRPr sz="14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864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DABAB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Symbol"/>
                          <a:cs typeface="Symbol"/>
                        </a:rPr>
                        <a:t></a:t>
                      </a:r>
                      <a:endParaRPr sz="14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Symbol"/>
                          <a:cs typeface="Symbol"/>
                        </a:rPr>
                        <a:t></a:t>
                      </a:r>
                      <a:endParaRPr sz="14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2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Symbol"/>
                          <a:cs typeface="Symbol"/>
                        </a:rPr>
                        <a:t></a:t>
                      </a:r>
                      <a:endParaRPr sz="14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Symbol"/>
                          <a:cs typeface="Symbol"/>
                        </a:rPr>
                        <a:t></a:t>
                      </a:r>
                      <a:endParaRPr sz="14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903" y="2819522"/>
            <a:ext cx="93980" cy="278765"/>
          </a:xfrm>
          <a:custGeom>
            <a:avLst/>
            <a:gdLst/>
            <a:ahLst/>
            <a:cxnLst/>
            <a:rect l="l" t="t" r="r" b="b"/>
            <a:pathLst>
              <a:path w="93979" h="278764">
                <a:moveTo>
                  <a:pt x="3566" y="0"/>
                </a:moveTo>
                <a:lnTo>
                  <a:pt x="4571" y="13350"/>
                </a:lnTo>
                <a:lnTo>
                  <a:pt x="16398" y="18928"/>
                </a:lnTo>
                <a:lnTo>
                  <a:pt x="27066" y="26029"/>
                </a:lnTo>
                <a:lnTo>
                  <a:pt x="51328" y="56509"/>
                </a:lnTo>
                <a:lnTo>
                  <a:pt x="64922" y="100705"/>
                </a:lnTo>
                <a:lnTo>
                  <a:pt x="67970" y="143896"/>
                </a:lnTo>
                <a:lnTo>
                  <a:pt x="67452" y="157612"/>
                </a:lnTo>
                <a:lnTo>
                  <a:pt x="61600" y="195712"/>
                </a:lnTo>
                <a:lnTo>
                  <a:pt x="41422" y="241553"/>
                </a:lnTo>
                <a:lnTo>
                  <a:pt x="0" y="270906"/>
                </a:lnTo>
                <a:lnTo>
                  <a:pt x="14996" y="278770"/>
                </a:lnTo>
                <a:lnTo>
                  <a:pt x="56387" y="250941"/>
                </a:lnTo>
                <a:lnTo>
                  <a:pt x="78638" y="217688"/>
                </a:lnTo>
                <a:lnTo>
                  <a:pt x="91958" y="169042"/>
                </a:lnTo>
                <a:lnTo>
                  <a:pt x="93604" y="141213"/>
                </a:lnTo>
                <a:lnTo>
                  <a:pt x="93238" y="128015"/>
                </a:lnTo>
                <a:lnTo>
                  <a:pt x="83576" y="78729"/>
                </a:lnTo>
                <a:lnTo>
                  <a:pt x="66293" y="43312"/>
                </a:lnTo>
                <a:lnTo>
                  <a:pt x="39258" y="16123"/>
                </a:lnTo>
                <a:lnTo>
                  <a:pt x="16398" y="4206"/>
                </a:lnTo>
                <a:lnTo>
                  <a:pt x="35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48200" y="2819522"/>
            <a:ext cx="93980" cy="282575"/>
          </a:xfrm>
          <a:custGeom>
            <a:avLst/>
            <a:gdLst/>
            <a:ahLst/>
            <a:cxnLst/>
            <a:rect l="l" t="t" r="r" b="b"/>
            <a:pathLst>
              <a:path w="93979" h="282575">
                <a:moveTo>
                  <a:pt x="89672" y="0"/>
                </a:moveTo>
                <a:lnTo>
                  <a:pt x="46603" y="22219"/>
                </a:lnTo>
                <a:lnTo>
                  <a:pt x="20452" y="53736"/>
                </a:lnTo>
                <a:lnTo>
                  <a:pt x="4815" y="96011"/>
                </a:lnTo>
                <a:lnTo>
                  <a:pt x="243" y="137800"/>
                </a:lnTo>
                <a:lnTo>
                  <a:pt x="0" y="154442"/>
                </a:lnTo>
                <a:lnTo>
                  <a:pt x="1158" y="167274"/>
                </a:lnTo>
                <a:lnTo>
                  <a:pt x="14356" y="215645"/>
                </a:lnTo>
                <a:lnTo>
                  <a:pt x="34930" y="249417"/>
                </a:lnTo>
                <a:lnTo>
                  <a:pt x="76840" y="278251"/>
                </a:lnTo>
                <a:lnTo>
                  <a:pt x="89672" y="282336"/>
                </a:lnTo>
                <a:lnTo>
                  <a:pt x="91439" y="270266"/>
                </a:lnTo>
                <a:lnTo>
                  <a:pt x="80893" y="265694"/>
                </a:lnTo>
                <a:lnTo>
                  <a:pt x="71109" y="259720"/>
                </a:lnTo>
                <a:lnTo>
                  <a:pt x="45476" y="230123"/>
                </a:lnTo>
                <a:lnTo>
                  <a:pt x="30876" y="193304"/>
                </a:lnTo>
                <a:lnTo>
                  <a:pt x="25786" y="153405"/>
                </a:lnTo>
                <a:lnTo>
                  <a:pt x="25389" y="138440"/>
                </a:lnTo>
                <a:lnTo>
                  <a:pt x="25786" y="124602"/>
                </a:lnTo>
                <a:lnTo>
                  <a:pt x="31485" y="86502"/>
                </a:lnTo>
                <a:lnTo>
                  <a:pt x="51937" y="40629"/>
                </a:lnTo>
                <a:lnTo>
                  <a:pt x="93725" y="11551"/>
                </a:lnTo>
                <a:lnTo>
                  <a:pt x="896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95729" y="1295521"/>
            <a:ext cx="5726430" cy="2098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Book Antiqua"/>
              <a:buAutoNum type="arabicPeriod"/>
              <a:tabLst>
                <a:tab pos="355600" algn="l"/>
              </a:tabLst>
            </a:pPr>
            <a:r>
              <a:rPr sz="2400" spc="-105" dirty="0">
                <a:latin typeface="Book Antiqua"/>
                <a:cs typeface="Book Antiqua"/>
              </a:rPr>
              <a:t>In</a:t>
            </a:r>
            <a:r>
              <a:rPr sz="2400" spc="-100" dirty="0">
                <a:latin typeface="Book Antiqua"/>
                <a:cs typeface="Book Antiqua"/>
              </a:rPr>
              <a:t>i</a:t>
            </a:r>
            <a:r>
              <a:rPr sz="2400" spc="-90" dirty="0">
                <a:latin typeface="Book Antiqua"/>
                <a:cs typeface="Book Antiqua"/>
              </a:rPr>
              <a:t>t</a:t>
            </a:r>
            <a:r>
              <a:rPr sz="2400" spc="-75" dirty="0">
                <a:latin typeface="Book Antiqua"/>
                <a:cs typeface="Book Antiqua"/>
              </a:rPr>
              <a:t>ial</a:t>
            </a:r>
            <a:r>
              <a:rPr sz="2400" spc="-80" dirty="0">
                <a:latin typeface="Book Antiqua"/>
                <a:cs typeface="Book Antiqua"/>
              </a:rPr>
              <a:t>i</a:t>
            </a:r>
            <a:r>
              <a:rPr sz="2400" spc="-110" dirty="0">
                <a:latin typeface="Book Antiqua"/>
                <a:cs typeface="Book Antiqua"/>
              </a:rPr>
              <a:t>z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V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arb</a:t>
            </a:r>
            <a:r>
              <a:rPr sz="2400" spc="-5" dirty="0">
                <a:latin typeface="Book Antiqua"/>
                <a:cs typeface="Book Antiqua"/>
              </a:rPr>
              <a:t>it</a:t>
            </a:r>
            <a:r>
              <a:rPr sz="2400" spc="-85" dirty="0">
                <a:latin typeface="Book Antiqua"/>
                <a:cs typeface="Book Antiqua"/>
              </a:rPr>
              <a:t>rar</a:t>
            </a:r>
            <a:r>
              <a:rPr sz="2400" spc="-90" dirty="0">
                <a:latin typeface="Book Antiqua"/>
                <a:cs typeface="Book Antiqua"/>
              </a:rPr>
              <a:t>il</a:t>
            </a:r>
            <a:r>
              <a:rPr sz="2400" dirty="0">
                <a:latin typeface="Book Antiqua"/>
                <a:cs typeface="Book Antiqua"/>
              </a:rPr>
              <a:t>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Book Antiqua"/>
                <a:cs typeface="Book Antiqua"/>
              </a:rPr>
              <a:t>V</a:t>
            </a:r>
            <a:r>
              <a:rPr sz="2400" spc="-105" dirty="0">
                <a:latin typeface="Book Antiqua"/>
                <a:cs typeface="Book Antiqua"/>
              </a:rPr>
              <a:t>(</a:t>
            </a:r>
            <a:r>
              <a:rPr sz="2400" spc="-85" dirty="0">
                <a:latin typeface="Book Antiqua"/>
                <a:cs typeface="Book Antiqua"/>
              </a:rPr>
              <a:t>s</a:t>
            </a:r>
            <a:r>
              <a:rPr sz="2400" spc="85" dirty="0">
                <a:latin typeface="Book Antiqua"/>
                <a:cs typeface="Book Antiqua"/>
              </a:rPr>
              <a:t>)</a:t>
            </a:r>
            <a:r>
              <a:rPr sz="2400" spc="75" dirty="0">
                <a:latin typeface="Book Antiqua"/>
                <a:cs typeface="Book Antiqua"/>
              </a:rPr>
              <a:t>=</a:t>
            </a:r>
            <a:r>
              <a:rPr sz="2400" dirty="0">
                <a:latin typeface="Book Antiqua"/>
                <a:cs typeface="Book Antiqua"/>
              </a:rPr>
              <a:t>0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Book Antiqua"/>
                <a:cs typeface="Book Antiqua"/>
              </a:rPr>
              <a:t>f</a:t>
            </a:r>
            <a:r>
              <a:rPr sz="2400" spc="-20" dirty="0">
                <a:latin typeface="Book Antiqua"/>
                <a:cs typeface="Book Antiqua"/>
              </a:rPr>
              <a:t>o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Book Antiqua"/>
                <a:cs typeface="Book Antiqua"/>
              </a:rPr>
              <a:t>al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Book Antiqua"/>
                <a:cs typeface="Book Antiqua"/>
              </a:rPr>
              <a:t>s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130" dirty="0">
                <a:latin typeface="Cambria Math"/>
                <a:cs typeface="Cambria Math"/>
              </a:rPr>
              <a:t>𝑆</a:t>
            </a:r>
            <a:r>
              <a:rPr sz="2625" baseline="23809" dirty="0">
                <a:latin typeface="Cambria Math"/>
                <a:cs typeface="Cambria Math"/>
              </a:rPr>
              <a:t>+</a:t>
            </a:r>
          </a:p>
          <a:p>
            <a:pPr marL="344805" indent="-332105">
              <a:lnSpc>
                <a:spcPct val="100000"/>
              </a:lnSpc>
              <a:spcBef>
                <a:spcPts val="25"/>
              </a:spcBef>
              <a:buFont typeface="Book Antiqua"/>
              <a:buAutoNum type="arabicPeriod"/>
              <a:tabLst>
                <a:tab pos="345440" algn="l"/>
              </a:tabLst>
            </a:pPr>
            <a:r>
              <a:rPr sz="2400" spc="5" dirty="0">
                <a:latin typeface="Book Antiqua"/>
                <a:cs typeface="Book Antiqua"/>
              </a:rPr>
              <a:t>R</a:t>
            </a:r>
            <a:r>
              <a:rPr sz="2400" spc="10" dirty="0">
                <a:latin typeface="Book Antiqua"/>
                <a:cs typeface="Book Antiqua"/>
              </a:rPr>
              <a:t>e</a:t>
            </a:r>
            <a:r>
              <a:rPr sz="2400" spc="150" dirty="0">
                <a:latin typeface="Book Antiqua"/>
                <a:cs typeface="Book Antiqua"/>
              </a:rPr>
              <a:t>p</a:t>
            </a:r>
            <a:r>
              <a:rPr sz="2400" spc="110" dirty="0">
                <a:latin typeface="Book Antiqua"/>
                <a:cs typeface="Book Antiqua"/>
              </a:rPr>
              <a:t>e</a:t>
            </a:r>
            <a:r>
              <a:rPr sz="2400" spc="20" dirty="0">
                <a:latin typeface="Book Antiqua"/>
                <a:cs typeface="Book Antiqua"/>
              </a:rPr>
              <a:t>at</a:t>
            </a:r>
            <a:endParaRPr sz="2400" dirty="0">
              <a:latin typeface="Book Antiqua"/>
              <a:cs typeface="Book Antiqua"/>
            </a:endParaRPr>
          </a:p>
          <a:p>
            <a:pPr marL="927100">
              <a:lnSpc>
                <a:spcPts val="2845"/>
              </a:lnSpc>
              <a:spcBef>
                <a:spcPts val="95"/>
              </a:spcBef>
            </a:pPr>
            <a:r>
              <a:rPr sz="2400" spc="-10" dirty="0">
                <a:latin typeface="Lucida Sans"/>
                <a:cs typeface="Lucida Sans"/>
              </a:rPr>
              <a:t>∆</a:t>
            </a:r>
            <a:r>
              <a:rPr sz="2400" spc="-45" dirty="0">
                <a:latin typeface="Symbol"/>
                <a:cs typeface="Symbol"/>
              </a:rPr>
              <a:t></a:t>
            </a:r>
            <a:r>
              <a:rPr sz="2400" dirty="0">
                <a:latin typeface="Book Antiqua"/>
                <a:cs typeface="Book Antiqua"/>
              </a:rPr>
              <a:t>0</a:t>
            </a:r>
          </a:p>
          <a:p>
            <a:pPr marL="927100">
              <a:lnSpc>
                <a:spcPts val="2845"/>
              </a:lnSpc>
            </a:pPr>
            <a:r>
              <a:rPr sz="2400" spc="20" dirty="0">
                <a:latin typeface="Book Antiqua"/>
                <a:cs typeface="Book Antiqua"/>
              </a:rPr>
              <a:t>Fo</a:t>
            </a:r>
            <a:r>
              <a:rPr sz="2400" dirty="0">
                <a:latin typeface="Book Antiqua"/>
                <a:cs typeface="Book Antiqua"/>
              </a:rPr>
              <a:t>r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204" dirty="0">
                <a:latin typeface="Book Antiqua"/>
                <a:cs typeface="Book Antiqua"/>
              </a:rPr>
              <a:t>e</a:t>
            </a:r>
            <a:r>
              <a:rPr sz="2400" spc="25" dirty="0">
                <a:latin typeface="Book Antiqua"/>
                <a:cs typeface="Book Antiqua"/>
              </a:rPr>
              <a:t>a</a:t>
            </a:r>
            <a:r>
              <a:rPr sz="2400" spc="35" dirty="0">
                <a:latin typeface="Book Antiqua"/>
                <a:cs typeface="Book Antiqua"/>
              </a:rPr>
              <a:t>c</a:t>
            </a:r>
            <a:r>
              <a:rPr sz="2400" dirty="0">
                <a:latin typeface="Book Antiqua"/>
                <a:cs typeface="Book Antiqua"/>
              </a:rPr>
              <a:t>h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Book Antiqua"/>
                <a:cs typeface="Book Antiqua"/>
              </a:rPr>
              <a:t>s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75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:</a:t>
            </a:r>
          </a:p>
          <a:p>
            <a:pPr marL="1383665" lvl="1">
              <a:lnSpc>
                <a:spcPts val="2845"/>
              </a:lnSpc>
              <a:spcBef>
                <a:spcPts val="10"/>
              </a:spcBef>
              <a:tabLst>
                <a:tab pos="1852295" algn="l"/>
              </a:tabLst>
            </a:pPr>
            <a:r>
              <a:rPr sz="2400" dirty="0">
                <a:latin typeface="Cambria Math"/>
                <a:cs typeface="Cambria Math"/>
              </a:rPr>
              <a:t>𝑣</a:t>
            </a:r>
            <a:r>
              <a:rPr sz="2400" spc="20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←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𝑉	𝑠</a:t>
            </a:r>
          </a:p>
          <a:p>
            <a:pPr marL="4251960" lvl="1">
              <a:lnSpc>
                <a:spcPts val="2065"/>
              </a:lnSpc>
            </a:pPr>
            <a:r>
              <a:rPr sz="1750" dirty="0">
                <a:latin typeface="Cambria Math"/>
                <a:cs typeface="Cambria Math"/>
              </a:rPr>
              <a:t>𝑎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74744" y="3114917"/>
            <a:ext cx="288417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132330" algn="l"/>
                <a:tab pos="2569845" algn="l"/>
              </a:tabLst>
            </a:pPr>
            <a:r>
              <a:rPr sz="2400" spc="-114" dirty="0">
                <a:latin typeface="Book Antiqua"/>
                <a:cs typeface="Book Antiqua"/>
              </a:rPr>
              <a:t>V</a:t>
            </a:r>
            <a:r>
              <a:rPr sz="2400" spc="-105" dirty="0">
                <a:latin typeface="Book Antiqua"/>
                <a:cs typeface="Book Antiqua"/>
              </a:rPr>
              <a:t>(</a:t>
            </a:r>
            <a:r>
              <a:rPr sz="2400" spc="-125" dirty="0">
                <a:latin typeface="Book Antiqua"/>
                <a:cs typeface="Book Antiqua"/>
              </a:rPr>
              <a:t>s</a:t>
            </a:r>
            <a:r>
              <a:rPr sz="2400" spc="-70" dirty="0">
                <a:latin typeface="Book Antiqua"/>
                <a:cs typeface="Book Antiqua"/>
              </a:rPr>
              <a:t>)</a:t>
            </a:r>
            <a:r>
              <a:rPr sz="2400" dirty="0">
                <a:latin typeface="Cambria Math"/>
                <a:cs typeface="Cambria Math"/>
              </a:rPr>
              <a:t>←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𝑚</a:t>
            </a:r>
            <a:r>
              <a:rPr sz="2400" spc="-5" dirty="0">
                <a:latin typeface="Cambria Math"/>
                <a:cs typeface="Cambria Math"/>
              </a:rPr>
              <a:t>𝑎𝑥</a:t>
            </a:r>
            <a:r>
              <a:rPr sz="2400" dirty="0">
                <a:latin typeface="Cambria Math"/>
                <a:cs typeface="Cambria Math"/>
              </a:rPr>
              <a:t>𝑎	𝑃	</a:t>
            </a:r>
            <a:r>
              <a:rPr sz="2400" spc="-5" dirty="0">
                <a:latin typeface="Cambria Math"/>
                <a:cs typeface="Cambria Math"/>
              </a:rPr>
              <a:t>[</a:t>
            </a:r>
            <a:r>
              <a:rPr sz="2400" dirty="0">
                <a:latin typeface="Cambria Math"/>
                <a:cs typeface="Cambria Math"/>
              </a:rPr>
              <a:t>𝑅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93159" y="3321529"/>
            <a:ext cx="60706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9730" algn="l"/>
              </a:tabLst>
            </a:pPr>
            <a:r>
              <a:rPr sz="1750" spc="65" dirty="0">
                <a:latin typeface="Cambria Math"/>
                <a:cs typeface="Cambria Math"/>
              </a:rPr>
              <a:t>𝑠</a:t>
            </a:r>
            <a:r>
              <a:rPr sz="1750" dirty="0">
                <a:latin typeface="Cambria Math"/>
                <a:cs typeface="Cambria Math"/>
              </a:rPr>
              <a:t>′	</a:t>
            </a:r>
            <a:r>
              <a:rPr sz="1750" spc="65" dirty="0">
                <a:latin typeface="Cambria Math"/>
                <a:cs typeface="Cambria Math"/>
              </a:rPr>
              <a:t>𝑠</a:t>
            </a:r>
            <a:r>
              <a:rPr sz="1750" dirty="0">
                <a:latin typeface="Cambria Math"/>
                <a:cs typeface="Cambria Math"/>
              </a:rPr>
              <a:t>𝑠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95714" y="3572992"/>
            <a:ext cx="4841875" cy="145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0">
              <a:lnSpc>
                <a:spcPct val="100000"/>
              </a:lnSpc>
            </a:pPr>
            <a:r>
              <a:rPr sz="2400" spc="-10" dirty="0">
                <a:latin typeface="Lucida Sans"/>
                <a:cs typeface="Lucida Sans"/>
              </a:rPr>
              <a:t>∆</a:t>
            </a:r>
            <a:r>
              <a:rPr sz="2400" spc="-45" dirty="0">
                <a:latin typeface="Symbol"/>
                <a:cs typeface="Symbol"/>
              </a:rPr>
              <a:t></a:t>
            </a:r>
            <a:r>
              <a:rPr sz="2400" spc="-20" dirty="0">
                <a:latin typeface="Book Antiqua"/>
                <a:cs typeface="Book Antiqua"/>
              </a:rPr>
              <a:t>m</a:t>
            </a:r>
            <a:r>
              <a:rPr sz="2400" spc="-15" dirty="0">
                <a:latin typeface="Book Antiqua"/>
                <a:cs typeface="Book Antiqua"/>
              </a:rPr>
              <a:t>a</a:t>
            </a:r>
            <a:r>
              <a:rPr sz="2400" spc="-5" dirty="0">
                <a:latin typeface="Book Antiqua"/>
                <a:cs typeface="Book Antiqua"/>
              </a:rPr>
              <a:t>x</a:t>
            </a:r>
            <a:r>
              <a:rPr sz="2400" spc="-80" dirty="0">
                <a:latin typeface="Book Antiqua"/>
                <a:cs typeface="Book Antiqua"/>
              </a:rPr>
              <a:t>(</a:t>
            </a:r>
            <a:r>
              <a:rPr sz="2400" spc="-95" dirty="0">
                <a:latin typeface="Lucida Sans"/>
                <a:cs typeface="Lucida Sans"/>
              </a:rPr>
              <a:t>∆</a:t>
            </a:r>
            <a:r>
              <a:rPr sz="2400" spc="-90" dirty="0">
                <a:latin typeface="Lucida Sans"/>
                <a:cs typeface="Lucida Sans"/>
              </a:rPr>
              <a:t>,</a:t>
            </a:r>
            <a:r>
              <a:rPr sz="2400" spc="-75" dirty="0">
                <a:latin typeface="Lucida Sans"/>
                <a:cs typeface="Lucida Sans"/>
              </a:rPr>
              <a:t>|</a:t>
            </a:r>
            <a:r>
              <a:rPr sz="2400" spc="-70" dirty="0">
                <a:latin typeface="Lucida Sans"/>
                <a:cs typeface="Lucida Sans"/>
              </a:rPr>
              <a:t>v</a:t>
            </a:r>
            <a:r>
              <a:rPr sz="2400" spc="-80" dirty="0">
                <a:latin typeface="Book Antiqua"/>
                <a:cs typeface="Book Antiqua"/>
              </a:rPr>
              <a:t>-</a:t>
            </a:r>
            <a:r>
              <a:rPr sz="2400" spc="-735" dirty="0">
                <a:latin typeface="Book Antiqua"/>
                <a:cs typeface="Book Antiqua"/>
              </a:rPr>
              <a:t>V</a:t>
            </a:r>
            <a:r>
              <a:rPr sz="2625" baseline="15873" dirty="0">
                <a:latin typeface="Cambria Math"/>
                <a:cs typeface="Cambria Math"/>
              </a:rPr>
              <a:t>′</a:t>
            </a:r>
            <a:r>
              <a:rPr sz="2625" spc="-292" baseline="15873" dirty="0">
                <a:latin typeface="Cambria Math"/>
                <a:cs typeface="Cambria Math"/>
              </a:rPr>
              <a:t> </a:t>
            </a:r>
            <a:r>
              <a:rPr sz="2400" spc="-80" dirty="0">
                <a:latin typeface="Book Antiqua"/>
                <a:cs typeface="Book Antiqua"/>
              </a:rPr>
              <a:t>(</a:t>
            </a:r>
            <a:r>
              <a:rPr sz="2400" spc="-100" dirty="0">
                <a:latin typeface="Book Antiqua"/>
                <a:cs typeface="Book Antiqua"/>
              </a:rPr>
              <a:t>s</a:t>
            </a:r>
            <a:r>
              <a:rPr sz="2400" spc="-80" dirty="0">
                <a:latin typeface="Book Antiqua"/>
                <a:cs typeface="Book Antiqua"/>
              </a:rPr>
              <a:t>)</a:t>
            </a:r>
            <a:r>
              <a:rPr sz="2400" spc="-535" dirty="0">
                <a:latin typeface="Book Antiqua"/>
                <a:cs typeface="Book Antiqua"/>
              </a:rPr>
              <a:t>|)</a:t>
            </a:r>
            <a:endParaRPr sz="2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2400" spc="-114" dirty="0">
                <a:latin typeface="Lucida Sans"/>
                <a:cs typeface="Lucida Sans"/>
              </a:rPr>
              <a:t>U</a:t>
            </a:r>
            <a:r>
              <a:rPr sz="2400" spc="-105" dirty="0">
                <a:latin typeface="Lucida Sans"/>
                <a:cs typeface="Lucida Sans"/>
              </a:rPr>
              <a:t>n</a:t>
            </a:r>
            <a:r>
              <a:rPr sz="2400" spc="-85" dirty="0">
                <a:latin typeface="Lucida Sans"/>
                <a:cs typeface="Lucida Sans"/>
              </a:rPr>
              <a:t>t</a:t>
            </a:r>
            <a:r>
              <a:rPr sz="2400" spc="-95" dirty="0">
                <a:latin typeface="Lucida Sans"/>
                <a:cs typeface="Lucida Sans"/>
              </a:rPr>
              <a:t>i</a:t>
            </a:r>
            <a:r>
              <a:rPr sz="2400" dirty="0">
                <a:latin typeface="Lucida Sans"/>
                <a:cs typeface="Lucida Sans"/>
              </a:rPr>
              <a:t>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Lucida Sans"/>
                <a:cs typeface="Lucida Sans"/>
              </a:rPr>
              <a:t>∆</a:t>
            </a:r>
            <a:r>
              <a:rPr sz="2400" spc="40" dirty="0">
                <a:latin typeface="Lucida Sans"/>
                <a:cs typeface="Lucida Sans"/>
              </a:rPr>
              <a:t>&lt;</a:t>
            </a:r>
            <a:r>
              <a:rPr sz="2400" dirty="0">
                <a:latin typeface="Symbol"/>
                <a:cs typeface="Symbol"/>
              </a:rPr>
              <a:t>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(a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Book Antiqua"/>
                <a:cs typeface="Book Antiqua"/>
              </a:rPr>
              <a:t>sm</a:t>
            </a:r>
            <a:r>
              <a:rPr sz="2400" spc="-60" dirty="0">
                <a:latin typeface="Book Antiqua"/>
                <a:cs typeface="Book Antiqua"/>
              </a:rPr>
              <a:t>a</a:t>
            </a:r>
            <a:r>
              <a:rPr sz="2400" spc="-65" dirty="0">
                <a:latin typeface="Book Antiqua"/>
                <a:cs typeface="Book Antiqua"/>
              </a:rPr>
              <a:t>l</a:t>
            </a:r>
            <a:r>
              <a:rPr sz="2400" dirty="0">
                <a:latin typeface="Book Antiqua"/>
                <a:cs typeface="Book Antiqua"/>
              </a:rPr>
              <a:t>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Book Antiqua"/>
                <a:cs typeface="Book Antiqua"/>
              </a:rPr>
              <a:t>p</a:t>
            </a:r>
            <a:r>
              <a:rPr sz="2400" spc="-10" dirty="0">
                <a:latin typeface="Book Antiqua"/>
                <a:cs typeface="Book Antiqua"/>
              </a:rPr>
              <a:t>o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spc="5" dirty="0">
                <a:latin typeface="Book Antiqua"/>
                <a:cs typeface="Book Antiqua"/>
              </a:rPr>
              <a:t>iti</a:t>
            </a:r>
            <a:r>
              <a:rPr sz="2400" spc="-10" dirty="0">
                <a:latin typeface="Book Antiqua"/>
                <a:cs typeface="Book Antiqua"/>
              </a:rPr>
              <a:t>v</a:t>
            </a:r>
            <a:r>
              <a:rPr sz="2400" dirty="0">
                <a:latin typeface="Book Antiqua"/>
                <a:cs typeface="Book Antiqua"/>
              </a:rPr>
              <a:t>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Book Antiqua"/>
                <a:cs typeface="Book Antiqua"/>
              </a:rPr>
              <a:t>n</a:t>
            </a:r>
            <a:r>
              <a:rPr sz="2400" spc="60" dirty="0">
                <a:latin typeface="Book Antiqua"/>
                <a:cs typeface="Book Antiqua"/>
              </a:rPr>
              <a:t>u</a:t>
            </a:r>
            <a:r>
              <a:rPr sz="2400" spc="35" dirty="0">
                <a:latin typeface="Book Antiqua"/>
                <a:cs typeface="Book Antiqua"/>
              </a:rPr>
              <a:t>m</a:t>
            </a:r>
            <a:r>
              <a:rPr sz="2400" spc="70" dirty="0">
                <a:latin typeface="Book Antiqua"/>
                <a:cs typeface="Book Antiqua"/>
              </a:rPr>
              <a:t>b</a:t>
            </a:r>
            <a:r>
              <a:rPr sz="2400" spc="35" dirty="0">
                <a:latin typeface="Book Antiqua"/>
                <a:cs typeface="Book Antiqua"/>
              </a:rPr>
              <a:t>e</a:t>
            </a:r>
            <a:r>
              <a:rPr sz="2400" spc="-100" dirty="0">
                <a:latin typeface="Book Antiqua"/>
                <a:cs typeface="Book Antiqua"/>
              </a:rPr>
              <a:t>r)</a:t>
            </a:r>
            <a:endParaRPr sz="24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5" dirty="0">
                <a:latin typeface="Book Antiqua"/>
                <a:cs typeface="Book Antiqua"/>
              </a:rPr>
              <a:t>O</a:t>
            </a:r>
            <a:r>
              <a:rPr sz="2400" spc="15" dirty="0">
                <a:latin typeface="Book Antiqua"/>
                <a:cs typeface="Book Antiqua"/>
              </a:rPr>
              <a:t>u</a:t>
            </a:r>
            <a:r>
              <a:rPr sz="2400" spc="-5" dirty="0">
                <a:latin typeface="Book Antiqua"/>
                <a:cs typeface="Book Antiqua"/>
              </a:rPr>
              <a:t>tp</a:t>
            </a:r>
            <a:r>
              <a:rPr sz="2400" dirty="0">
                <a:latin typeface="Book Antiqua"/>
                <a:cs typeface="Book Antiqua"/>
              </a:rPr>
              <a:t>u</a:t>
            </a:r>
            <a:r>
              <a:rPr sz="2400" spc="-20" dirty="0">
                <a:latin typeface="Book Antiqua"/>
                <a:cs typeface="Book Antiqua"/>
              </a:rPr>
              <a:t>t</a:t>
            </a:r>
            <a:r>
              <a:rPr sz="2400" dirty="0">
                <a:latin typeface="Book Antiqua"/>
                <a:cs typeface="Book Antiqua"/>
              </a:rPr>
              <a:t>: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Symbol"/>
                <a:cs typeface="Symbol"/>
              </a:rPr>
              <a:t></a:t>
            </a:r>
            <a:r>
              <a:rPr sz="2400" spc="20" dirty="0">
                <a:latin typeface="Book Antiqua"/>
                <a:cs typeface="Book Antiqua"/>
              </a:rPr>
              <a:t>,suc</a:t>
            </a:r>
            <a:r>
              <a:rPr sz="2400" dirty="0">
                <a:latin typeface="Book Antiqua"/>
                <a:cs typeface="Book Antiqua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t</a:t>
            </a:r>
            <a:r>
              <a:rPr sz="2400" spc="-10" dirty="0">
                <a:latin typeface="Book Antiqua"/>
                <a:cs typeface="Book Antiqua"/>
              </a:rPr>
              <a:t>h</a:t>
            </a:r>
            <a:r>
              <a:rPr sz="2400" dirty="0">
                <a:latin typeface="Book Antiqua"/>
                <a:cs typeface="Book Antiqua"/>
              </a:rPr>
              <a:t>at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7499" y="3147793"/>
            <a:ext cx="14986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dirty="0">
                <a:latin typeface="Cambria Math"/>
                <a:cs typeface="Cambria Math"/>
              </a:rPr>
              <a:t>𝑎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64197" y="3362677"/>
            <a:ext cx="24257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90" dirty="0">
                <a:latin typeface="Cambria Math"/>
                <a:cs typeface="Cambria Math"/>
              </a:rPr>
              <a:t>𝑠</a:t>
            </a:r>
            <a:r>
              <a:rPr sz="1750" dirty="0">
                <a:latin typeface="Cambria Math"/>
                <a:cs typeface="Cambria Math"/>
              </a:rPr>
              <a:t>𝑠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91274" y="3305715"/>
            <a:ext cx="7302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dirty="0">
                <a:latin typeface="Cambria Math"/>
                <a:cs typeface="Cambria Math"/>
              </a:rPr>
              <a:t>′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83738" y="3051775"/>
            <a:ext cx="12827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𝛾</a:t>
            </a:r>
            <a:r>
              <a:rPr sz="2400" spc="80" dirty="0">
                <a:latin typeface="Cambria Math"/>
                <a:cs typeface="Cambria Math"/>
              </a:rPr>
              <a:t>𝑉</a:t>
            </a:r>
            <a:r>
              <a:rPr sz="2400" dirty="0">
                <a:latin typeface="Cambria Math"/>
                <a:cs typeface="Cambria Math"/>
              </a:rPr>
              <a:t>(</a:t>
            </a:r>
            <a:r>
              <a:rPr sz="2400" spc="114" dirty="0">
                <a:latin typeface="Cambria Math"/>
                <a:cs typeface="Cambria Math"/>
              </a:rPr>
              <a:t>𝑠</a:t>
            </a:r>
            <a:r>
              <a:rPr sz="2625" baseline="26984" dirty="0">
                <a:latin typeface="Cambria Math"/>
                <a:cs typeface="Cambria Math"/>
              </a:rPr>
              <a:t>′</a:t>
            </a:r>
            <a:r>
              <a:rPr sz="2625" spc="-165" baseline="2698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)</a:t>
            </a:r>
            <a:r>
              <a:rPr sz="2400" dirty="0">
                <a:latin typeface="Book Antiqua"/>
                <a:cs typeface="Book Antiqua"/>
              </a:rPr>
              <a:t>]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895709" y="5036491"/>
            <a:ext cx="1859914" cy="389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25" dirty="0">
                <a:latin typeface="Symbol"/>
                <a:cs typeface="Symbol"/>
              </a:rPr>
              <a:t></a:t>
            </a:r>
            <a:r>
              <a:rPr sz="2400" spc="10" dirty="0">
                <a:latin typeface="Book Antiqua"/>
                <a:cs typeface="Book Antiqua"/>
              </a:rPr>
              <a:t>(s)</a:t>
            </a:r>
            <a:r>
              <a:rPr sz="2400" dirty="0">
                <a:latin typeface="Book Antiqua"/>
                <a:cs typeface="Book Antiqua"/>
              </a:rPr>
              <a:t>=</a:t>
            </a:r>
            <a:r>
              <a:rPr sz="2400" spc="5" dirty="0">
                <a:latin typeface="Book Antiqua"/>
                <a:cs typeface="Book Antiqua"/>
              </a:rPr>
              <a:t>ar</a:t>
            </a:r>
            <a:r>
              <a:rPr sz="2400" dirty="0">
                <a:latin typeface="Book Antiqua"/>
                <a:cs typeface="Book Antiqua"/>
              </a:rPr>
              <a:t>g</a:t>
            </a:r>
            <a:r>
              <a:rPr sz="2400" spc="10" dirty="0">
                <a:latin typeface="Book Antiqua"/>
                <a:cs typeface="Book Antiqua"/>
              </a:rPr>
              <a:t>m</a:t>
            </a:r>
            <a:r>
              <a:rPr sz="2400" spc="5" dirty="0">
                <a:latin typeface="Book Antiqua"/>
                <a:cs typeface="Book Antiqua"/>
              </a:rPr>
              <a:t>a</a:t>
            </a:r>
            <a:r>
              <a:rPr sz="2400" spc="140" dirty="0">
                <a:latin typeface="Book Antiqua"/>
                <a:cs typeface="Book Antiqua"/>
              </a:rPr>
              <a:t>x</a:t>
            </a:r>
            <a:r>
              <a:rPr sz="2400" spc="-15" baseline="-17361" dirty="0">
                <a:latin typeface="Book Antiqua"/>
                <a:cs typeface="Book Antiqua"/>
              </a:rPr>
              <a:t>a</a:t>
            </a:r>
            <a:endParaRPr sz="2400" baseline="-17361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91116" y="5049487"/>
            <a:ext cx="76581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1484" algn="l"/>
              </a:tabLst>
            </a:pPr>
            <a:r>
              <a:rPr sz="2400" dirty="0">
                <a:latin typeface="Cambria Math"/>
                <a:cs typeface="Cambria Math"/>
              </a:rPr>
              <a:t>𝑃	</a:t>
            </a:r>
            <a:r>
              <a:rPr sz="2400" spc="-5" dirty="0">
                <a:latin typeface="Cambria Math"/>
                <a:cs typeface="Cambria Math"/>
              </a:rPr>
              <a:t>[</a:t>
            </a:r>
            <a:r>
              <a:rPr sz="2400" dirty="0">
                <a:latin typeface="Cambria Math"/>
                <a:cs typeface="Cambria Math"/>
              </a:rPr>
              <a:t>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53753" y="5182978"/>
            <a:ext cx="621030" cy="514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9730" algn="l"/>
              </a:tabLst>
            </a:pPr>
            <a:r>
              <a:rPr sz="1750" spc="65" dirty="0">
                <a:latin typeface="Cambria Math"/>
                <a:cs typeface="Cambria Math"/>
              </a:rPr>
              <a:t>𝑠</a:t>
            </a:r>
            <a:r>
              <a:rPr sz="1750" dirty="0">
                <a:latin typeface="Cambria Math"/>
                <a:cs typeface="Cambria Math"/>
              </a:rPr>
              <a:t>′	𝑠</a:t>
            </a:r>
            <a:r>
              <a:rPr sz="1750" spc="-215" dirty="0">
                <a:latin typeface="Cambria Math"/>
                <a:cs typeface="Cambria Math"/>
              </a:rPr>
              <a:t> </a:t>
            </a:r>
            <a:r>
              <a:rPr sz="1750" dirty="0">
                <a:latin typeface="Cambria Math"/>
                <a:cs typeface="Cambria Math"/>
              </a:rPr>
              <a:t>𝑠</a:t>
            </a:r>
            <a:endParaRPr sz="17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750" dirty="0">
                <a:latin typeface="Cambria Math"/>
                <a:cs typeface="Cambria Math"/>
              </a:rPr>
              <a:t>′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88106" y="5009241"/>
            <a:ext cx="14986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dirty="0">
                <a:latin typeface="Cambria Math"/>
                <a:cs typeface="Cambria Math"/>
              </a:rPr>
              <a:t>𝑎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24805" y="5224125"/>
            <a:ext cx="244475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100" dirty="0">
                <a:latin typeface="Cambria Math"/>
                <a:cs typeface="Cambria Math"/>
              </a:rPr>
              <a:t>𝑠</a:t>
            </a:r>
            <a:r>
              <a:rPr sz="1750" dirty="0">
                <a:latin typeface="Cambria Math"/>
                <a:cs typeface="Cambria Math"/>
              </a:rPr>
              <a:t>𝑠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53405" y="5009241"/>
            <a:ext cx="1455420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60755" algn="l"/>
                <a:tab pos="1335405" algn="l"/>
              </a:tabLst>
            </a:pPr>
            <a:r>
              <a:rPr sz="1450" dirty="0">
                <a:latin typeface="Cambria Math"/>
                <a:cs typeface="Cambria Math"/>
              </a:rPr>
              <a:t>′  </a:t>
            </a:r>
            <a:r>
              <a:rPr sz="145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𝛾𝑉	</a:t>
            </a:r>
            <a:r>
              <a:rPr sz="2400" spc="114" dirty="0">
                <a:latin typeface="Cambria Math"/>
                <a:cs typeface="Cambria Math"/>
              </a:rPr>
              <a:t>𝑠</a:t>
            </a:r>
            <a:r>
              <a:rPr sz="2625" baseline="31746" dirty="0">
                <a:latin typeface="Cambria Math"/>
                <a:cs typeface="Cambria Math"/>
              </a:rPr>
              <a:t>′	</a:t>
            </a:r>
            <a:r>
              <a:rPr sz="2400" dirty="0">
                <a:latin typeface="Cambria Math"/>
                <a:cs typeface="Cambria Math"/>
              </a:rPr>
              <a:t>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38520" y="4986381"/>
            <a:ext cx="14986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dirty="0">
                <a:latin typeface="Cambria Math"/>
                <a:cs typeface="Cambria Math"/>
              </a:rPr>
              <a:t>𝑎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67259" y="5046095"/>
            <a:ext cx="93980" cy="278765"/>
          </a:xfrm>
          <a:custGeom>
            <a:avLst/>
            <a:gdLst/>
            <a:ahLst/>
            <a:cxnLst/>
            <a:rect l="l" t="t" r="r" b="b"/>
            <a:pathLst>
              <a:path w="93979" h="278764">
                <a:moveTo>
                  <a:pt x="3566" y="0"/>
                </a:moveTo>
                <a:lnTo>
                  <a:pt x="4571" y="13334"/>
                </a:lnTo>
                <a:lnTo>
                  <a:pt x="16398" y="18918"/>
                </a:lnTo>
                <a:lnTo>
                  <a:pt x="27066" y="26026"/>
                </a:lnTo>
                <a:lnTo>
                  <a:pt x="51328" y="56506"/>
                </a:lnTo>
                <a:lnTo>
                  <a:pt x="64922" y="100702"/>
                </a:lnTo>
                <a:lnTo>
                  <a:pt x="67970" y="143886"/>
                </a:lnTo>
                <a:lnTo>
                  <a:pt x="67452" y="157602"/>
                </a:lnTo>
                <a:lnTo>
                  <a:pt x="61600" y="195702"/>
                </a:lnTo>
                <a:lnTo>
                  <a:pt x="41422" y="241553"/>
                </a:lnTo>
                <a:lnTo>
                  <a:pt x="0" y="270890"/>
                </a:lnTo>
                <a:lnTo>
                  <a:pt x="14996" y="278760"/>
                </a:lnTo>
                <a:lnTo>
                  <a:pt x="56387" y="250947"/>
                </a:lnTo>
                <a:lnTo>
                  <a:pt x="78638" y="217669"/>
                </a:lnTo>
                <a:lnTo>
                  <a:pt x="91958" y="169032"/>
                </a:lnTo>
                <a:lnTo>
                  <a:pt x="93604" y="141219"/>
                </a:lnTo>
                <a:lnTo>
                  <a:pt x="93238" y="128015"/>
                </a:lnTo>
                <a:lnTo>
                  <a:pt x="83576" y="78735"/>
                </a:lnTo>
                <a:lnTo>
                  <a:pt x="66293" y="43302"/>
                </a:lnTo>
                <a:lnTo>
                  <a:pt x="39258" y="16120"/>
                </a:lnTo>
                <a:lnTo>
                  <a:pt x="16398" y="4190"/>
                </a:lnTo>
                <a:lnTo>
                  <a:pt x="35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13447" y="5046095"/>
            <a:ext cx="93980" cy="282575"/>
          </a:xfrm>
          <a:custGeom>
            <a:avLst/>
            <a:gdLst/>
            <a:ahLst/>
            <a:cxnLst/>
            <a:rect l="l" t="t" r="r" b="b"/>
            <a:pathLst>
              <a:path w="93979" h="282575">
                <a:moveTo>
                  <a:pt x="89672" y="0"/>
                </a:moveTo>
                <a:lnTo>
                  <a:pt x="46603" y="22216"/>
                </a:lnTo>
                <a:lnTo>
                  <a:pt x="20452" y="53720"/>
                </a:lnTo>
                <a:lnTo>
                  <a:pt x="4815" y="96011"/>
                </a:lnTo>
                <a:lnTo>
                  <a:pt x="243" y="137790"/>
                </a:lnTo>
                <a:lnTo>
                  <a:pt x="0" y="154423"/>
                </a:lnTo>
                <a:lnTo>
                  <a:pt x="1158" y="167258"/>
                </a:lnTo>
                <a:lnTo>
                  <a:pt x="14356" y="215645"/>
                </a:lnTo>
                <a:lnTo>
                  <a:pt x="34930" y="249423"/>
                </a:lnTo>
                <a:lnTo>
                  <a:pt x="76840" y="278248"/>
                </a:lnTo>
                <a:lnTo>
                  <a:pt x="89672" y="282320"/>
                </a:lnTo>
                <a:lnTo>
                  <a:pt x="91439" y="270247"/>
                </a:lnTo>
                <a:lnTo>
                  <a:pt x="80893" y="265675"/>
                </a:lnTo>
                <a:lnTo>
                  <a:pt x="71109" y="259710"/>
                </a:lnTo>
                <a:lnTo>
                  <a:pt x="45476" y="230123"/>
                </a:lnTo>
                <a:lnTo>
                  <a:pt x="30876" y="193285"/>
                </a:lnTo>
                <a:lnTo>
                  <a:pt x="25786" y="153411"/>
                </a:lnTo>
                <a:lnTo>
                  <a:pt x="25389" y="138421"/>
                </a:lnTo>
                <a:lnTo>
                  <a:pt x="25786" y="124586"/>
                </a:lnTo>
                <a:lnTo>
                  <a:pt x="31485" y="86486"/>
                </a:lnTo>
                <a:lnTo>
                  <a:pt x="51937" y="40635"/>
                </a:lnTo>
                <a:lnTo>
                  <a:pt x="93725" y="11548"/>
                </a:lnTo>
                <a:lnTo>
                  <a:pt x="896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952380" y="308469"/>
            <a:ext cx="5488305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760"/>
              </a:lnSpc>
            </a:pPr>
            <a:r>
              <a:rPr sz="4000" spc="-360" dirty="0">
                <a:latin typeface="Arial"/>
                <a:cs typeface="Arial"/>
              </a:rPr>
              <a:t>V</a:t>
            </a:r>
            <a:r>
              <a:rPr sz="4000" spc="-55" dirty="0">
                <a:latin typeface="Arial"/>
                <a:cs typeface="Arial"/>
              </a:rPr>
              <a:t>a</a:t>
            </a:r>
            <a:r>
              <a:rPr sz="4000" spc="-25" dirty="0">
                <a:latin typeface="Arial"/>
                <a:cs typeface="Arial"/>
              </a:rPr>
              <a:t>l</a:t>
            </a:r>
            <a:r>
              <a:rPr sz="4000" spc="-55" dirty="0">
                <a:latin typeface="Arial"/>
                <a:cs typeface="Arial"/>
              </a:rPr>
              <a:t>u</a:t>
            </a:r>
            <a:r>
              <a:rPr sz="4000" spc="-25" dirty="0">
                <a:latin typeface="Arial"/>
                <a:cs typeface="Arial"/>
              </a:rPr>
              <a:t>e</a:t>
            </a:r>
            <a:r>
              <a:rPr sz="4000" spc="9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Arial"/>
                <a:cs typeface="Arial"/>
              </a:rPr>
              <a:t>I</a:t>
            </a:r>
            <a:r>
              <a:rPr sz="4000" spc="-35" dirty="0">
                <a:latin typeface="Arial"/>
                <a:cs typeface="Arial"/>
              </a:rPr>
              <a:t>t</a:t>
            </a:r>
            <a:r>
              <a:rPr sz="4000" spc="-55" dirty="0">
                <a:latin typeface="Arial"/>
                <a:cs typeface="Arial"/>
              </a:rPr>
              <a:t>e</a:t>
            </a:r>
            <a:r>
              <a:rPr sz="4000" spc="-40" dirty="0">
                <a:latin typeface="Arial"/>
                <a:cs typeface="Arial"/>
              </a:rPr>
              <a:t>r</a:t>
            </a:r>
            <a:r>
              <a:rPr sz="4000" spc="-55" dirty="0">
                <a:latin typeface="Arial"/>
                <a:cs typeface="Arial"/>
              </a:rPr>
              <a:t>a</a:t>
            </a:r>
            <a:r>
              <a:rPr sz="4000" spc="-35" dirty="0">
                <a:latin typeface="Arial"/>
                <a:cs typeface="Arial"/>
              </a:rPr>
              <a:t>t</a:t>
            </a:r>
            <a:r>
              <a:rPr sz="4000" spc="-25" dirty="0">
                <a:latin typeface="Arial"/>
                <a:cs typeface="Arial"/>
              </a:rPr>
              <a:t>i</a:t>
            </a:r>
            <a:r>
              <a:rPr sz="4000" spc="-55" dirty="0">
                <a:latin typeface="Arial"/>
                <a:cs typeface="Arial"/>
              </a:rPr>
              <a:t>o</a:t>
            </a:r>
            <a:r>
              <a:rPr sz="4000" spc="-25" dirty="0">
                <a:latin typeface="Arial"/>
                <a:cs typeface="Arial"/>
              </a:rPr>
              <a:t>n</a:t>
            </a:r>
            <a:r>
              <a:rPr sz="4000" spc="130" dirty="0">
                <a:latin typeface="Times New Roman"/>
                <a:cs typeface="Times New Roman"/>
              </a:rPr>
              <a:t> </a:t>
            </a:r>
            <a:r>
              <a:rPr sz="4000" spc="-60" dirty="0">
                <a:latin typeface="Arial"/>
                <a:cs typeface="Arial"/>
              </a:rPr>
              <a:t>A</a:t>
            </a:r>
            <a:r>
              <a:rPr sz="4000" spc="-25" dirty="0">
                <a:latin typeface="Arial"/>
                <a:cs typeface="Arial"/>
              </a:rPr>
              <a:t>l</a:t>
            </a:r>
            <a:r>
              <a:rPr sz="4000" spc="-55" dirty="0">
                <a:latin typeface="Arial"/>
                <a:cs typeface="Arial"/>
              </a:rPr>
              <a:t>go</a:t>
            </a:r>
            <a:r>
              <a:rPr sz="4000" spc="-40" dirty="0">
                <a:latin typeface="Arial"/>
                <a:cs typeface="Arial"/>
              </a:rPr>
              <a:t>r</a:t>
            </a:r>
            <a:r>
              <a:rPr sz="4000" spc="-25" dirty="0">
                <a:latin typeface="Arial"/>
                <a:cs typeface="Arial"/>
              </a:rPr>
              <a:t>i</a:t>
            </a:r>
            <a:r>
              <a:rPr sz="4000" spc="-40" dirty="0">
                <a:latin typeface="Arial"/>
                <a:cs typeface="Arial"/>
              </a:rPr>
              <a:t>th</a:t>
            </a:r>
            <a:r>
              <a:rPr sz="4000" spc="-35" dirty="0">
                <a:latin typeface="Arial"/>
                <a:cs typeface="Arial"/>
              </a:rPr>
              <a:t>m</a:t>
            </a:r>
            <a:endParaRPr sz="40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691884" y="6357939"/>
            <a:ext cx="347660" cy="34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xfrm>
            <a:off x="10758178" y="6562130"/>
            <a:ext cx="2495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>
              <a:lnSpc>
                <a:spcPct val="100000"/>
              </a:lnSpc>
            </a:pPr>
            <a:fld id="{81D60167-4931-47E6-BA6A-407CBD079E47}" type="slidenum">
              <a:rPr lang="en-IN" smtClean="0"/>
              <a:pPr marL="124460">
                <a:lnSpc>
                  <a:spcPct val="100000"/>
                </a:lnSpc>
              </a:pPr>
              <a:t>48</a:t>
            </a:fld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4E736-CFBE-4139-0210-8F92137A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CC2CF-F578-99DE-4D8C-4B58E7DE5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0A4BE7-21AC-BDC6-5A73-19B3DF66EE52}"/>
              </a:ext>
            </a:extLst>
          </p:cNvPr>
          <p:cNvSpPr/>
          <p:nvPr/>
        </p:nvSpPr>
        <p:spPr>
          <a:xfrm>
            <a:off x="3862731" y="2967335"/>
            <a:ext cx="44665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Namah Shivaya</a:t>
            </a:r>
          </a:p>
        </p:txBody>
      </p:sp>
    </p:spTree>
    <p:extLst>
      <p:ext uri="{BB962C8B-B14F-4D97-AF65-F5344CB8AC3E}">
        <p14:creationId xmlns:p14="http://schemas.microsoft.com/office/powerpoint/2010/main" val="131902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26ABF6BD93D24FB06A5206F3984F5A" ma:contentTypeVersion="10" ma:contentTypeDescription="Create a new document." ma:contentTypeScope="" ma:versionID="d80b999df806706f56d927075f8a6331">
  <xsd:schema xmlns:xsd="http://www.w3.org/2001/XMLSchema" xmlns:xs="http://www.w3.org/2001/XMLSchema" xmlns:p="http://schemas.microsoft.com/office/2006/metadata/properties" xmlns:ns2="cb9ce0f1-35ab-4bc3-845a-66868f1e9a76" xmlns:ns3="9fda70d1-3604-45fe-a18e-56688c43c82c" targetNamespace="http://schemas.microsoft.com/office/2006/metadata/properties" ma:root="true" ma:fieldsID="e6dd3af26e6823a2bbd213ba4fdd6a12" ns2:_="" ns3:_="">
    <xsd:import namespace="cb9ce0f1-35ab-4bc3-845a-66868f1e9a76"/>
    <xsd:import namespace="9fda70d1-3604-45fe-a18e-56688c43c8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9ce0f1-35ab-4bc3-845a-66868f1e9a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a70d1-3604-45fe-a18e-56688c43c8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12C3BD5-2F11-468D-A052-69B2C0A33E72}"/>
</file>

<file path=customXml/itemProps2.xml><?xml version="1.0" encoding="utf-8"?>
<ds:datastoreItem xmlns:ds="http://schemas.openxmlformats.org/officeDocument/2006/customXml" ds:itemID="{3B123A40-FE61-48E2-B796-0CA7A35C20F9}"/>
</file>

<file path=customXml/itemProps3.xml><?xml version="1.0" encoding="utf-8"?>
<ds:datastoreItem xmlns:ds="http://schemas.openxmlformats.org/officeDocument/2006/customXml" ds:itemID="{9B71841F-0B43-4797-B507-BC9E1CA3E44B}"/>
</file>

<file path=docProps/app.xml><?xml version="1.0" encoding="utf-8"?>
<Properties xmlns="http://schemas.openxmlformats.org/officeDocument/2006/extended-properties" xmlns:vt="http://schemas.openxmlformats.org/officeDocument/2006/docPropsVTypes">
  <TotalTime>8545</TotalTime>
  <Words>3626</Words>
  <Application>Microsoft Office PowerPoint</Application>
  <PresentationFormat>Widescreen</PresentationFormat>
  <Paragraphs>565</Paragraphs>
  <Slides>49</Slides>
  <Notes>37</Notes>
  <HiddenSlides>7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2" baseType="lpstr">
      <vt:lpstr>Arial</vt:lpstr>
      <vt:lpstr>Book Antiqua</vt:lpstr>
      <vt:lpstr>Calibri</vt:lpstr>
      <vt:lpstr>Calibri Light</vt:lpstr>
      <vt:lpstr>Cambria Math</vt:lpstr>
      <vt:lpstr>DejaVu Sans Condensed</vt:lpstr>
      <vt:lpstr>Georgia</vt:lpstr>
      <vt:lpstr>Lucida Sans</vt:lpstr>
      <vt:lpstr>Segoe UI</vt:lpstr>
      <vt:lpstr>Symbol</vt:lpstr>
      <vt:lpstr>Times New Roman</vt:lpstr>
      <vt:lpstr>Wingdings</vt:lpstr>
      <vt:lpstr>Office Theme</vt:lpstr>
      <vt:lpstr>PowerPoint Presentation</vt:lpstr>
      <vt:lpstr>Optimal Value Function</vt:lpstr>
      <vt:lpstr>Example: Optimal Value Function for Student MDP</vt:lpstr>
      <vt:lpstr>Example: Optimal Action-Value Function for Student MDP</vt:lpstr>
      <vt:lpstr>Optimal Policy</vt:lpstr>
      <vt:lpstr>Finding an Optimal Policy</vt:lpstr>
      <vt:lpstr>Bellman Optimality Equation for v </vt:lpstr>
      <vt:lpstr>Optimality Equations for V* and Q*</vt:lpstr>
      <vt:lpstr>Optimality Equations for V*(2) and Q*(2)</vt:lpstr>
      <vt:lpstr>PowerPoint Presentation</vt:lpstr>
      <vt:lpstr>What is Dynamic Programming (DP)?</vt:lpstr>
      <vt:lpstr>Dynamic Programming Approaches</vt:lpstr>
      <vt:lpstr>PowerPoint Presentation</vt:lpstr>
      <vt:lpstr>PowerPoint Presentation</vt:lpstr>
      <vt:lpstr>PowerPoint Presentation</vt:lpstr>
      <vt:lpstr>PowerPoint Presentation</vt:lpstr>
      <vt:lpstr>Optimal substructure</vt:lpstr>
      <vt:lpstr>Steps in Dynamic Programming</vt:lpstr>
      <vt:lpstr>PowerPoint Presentation</vt:lpstr>
      <vt:lpstr>How RL satisfies DP requirements?</vt:lpstr>
      <vt:lpstr>PowerPoint Presentation</vt:lpstr>
      <vt:lpstr>How to find optimal policy?</vt:lpstr>
      <vt:lpstr>Value Iteration Algorithm</vt:lpstr>
      <vt:lpstr>PowerPoint Presentation</vt:lpstr>
      <vt:lpstr>PowerPoint Presentation</vt:lpstr>
      <vt:lpstr>PowerPoint Presentation</vt:lpstr>
      <vt:lpstr>MDPs: Policy</vt:lpstr>
      <vt:lpstr>Example MDP</vt:lpstr>
      <vt:lpstr>Value Computation: state (1, 1)</vt:lpstr>
      <vt:lpstr>Value Computation: state (1, 1)</vt:lpstr>
      <vt:lpstr>Value Computation: state (1, 1)</vt:lpstr>
      <vt:lpstr>Value Computation: state (1, 1)</vt:lpstr>
      <vt:lpstr>Value Computation: state (2, 1)</vt:lpstr>
      <vt:lpstr>V(3, 2)</vt:lpstr>
      <vt:lpstr>PowerPoint Presentation</vt:lpstr>
      <vt:lpstr>V(2, 4), V(2, 2)</vt:lpstr>
      <vt:lpstr>PowerPoint Presentation</vt:lpstr>
      <vt:lpstr>PowerPoint Presentation</vt:lpstr>
      <vt:lpstr>Second iteration</vt:lpstr>
      <vt:lpstr>Second iteration</vt:lpstr>
      <vt:lpstr>Second iteration</vt:lpstr>
      <vt:lpstr>Second iteration</vt:lpstr>
      <vt:lpstr>Second iteration</vt:lpstr>
      <vt:lpstr>Second iteration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Geetha M</dc:creator>
  <cp:lastModifiedBy>Geetha M</cp:lastModifiedBy>
  <cp:revision>502</cp:revision>
  <dcterms:created xsi:type="dcterms:W3CDTF">2020-09-22T05:47:20Z</dcterms:created>
  <dcterms:modified xsi:type="dcterms:W3CDTF">2025-09-12T01:32:40Z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0x0101005B26ABF6BD93D24FB06A5206F3984F5A</vt:lpwstr>
  </property>
</Properties>
</file>